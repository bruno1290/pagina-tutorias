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Patrick Hand"/>
      <p:regular r:id="rId16"/>
    </p:embeddedFont>
    <p:embeddedFont>
      <p:font typeface="Poppins"/>
      <p:regular r:id="rId17"/>
      <p:bold r:id="rId18"/>
      <p:italic r:id="rId19"/>
      <p:boldItalic r:id="rId20"/>
    </p:embeddedFont>
    <p:embeddedFont>
      <p:font typeface="Poppins Light"/>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gcv24jB3On5/+T7fg+HPuiW+8A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22" Type="http://schemas.openxmlformats.org/officeDocument/2006/relationships/font" Target="fonts/PoppinsLight-bold.fntdata"/><Relationship Id="rId21" Type="http://schemas.openxmlformats.org/officeDocument/2006/relationships/font" Target="fonts/PoppinsLight-regular.fntdata"/><Relationship Id="rId24" Type="http://schemas.openxmlformats.org/officeDocument/2006/relationships/font" Target="fonts/PoppinsLight-boldItalic.fntdata"/><Relationship Id="rId23" Type="http://schemas.openxmlformats.org/officeDocument/2006/relationships/font" Target="fonts/PoppinsLight-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oppins-regular.fntdata"/><Relationship Id="rId16" Type="http://schemas.openxmlformats.org/officeDocument/2006/relationships/font" Target="fonts/PatrickHand-regular.fntdata"/><Relationship Id="rId19" Type="http://schemas.openxmlformats.org/officeDocument/2006/relationships/font" Target="fonts/Poppins-italic.fntdata"/><Relationship Id="rId18" Type="http://schemas.openxmlformats.org/officeDocument/2006/relationships/font" Target="fonts/Poppi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43bc685c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343bc685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43bc685c5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343bc685c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343bc685c5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343bc685c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7c498cfc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37c498cf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601a83bd95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2601a83bd95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601a83bd95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2601a83bd95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6da7a796fc_0_2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26da7a796fc_0_2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65ba42d36c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309" name="Google Shape;309;g265ba42d36c_0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65ba42d36c_0_14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65ba42d36c_0_14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65ba42d36c_0_145"/>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65ba42d36c_0_145"/>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65ba42d36c_0_145"/>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65ba42d36c_0_151"/>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65ba42d36c_0_151"/>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65ba42d36c_0_15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65ba42d36c_0_155"/>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65ba42d36c_0_15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65ba42d36c_0_15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65ba42d36c_0_158"/>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65ba42d36c_0_158"/>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65ba42d36c_0_15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65ba42d36c_0_16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65ba42d36c_0_16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65ba42d36c_0_166"/>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65ba42d36c_0_166"/>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65ba42d36c_0_16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65ba42d36c_0_170"/>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65ba42d36c_0_17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65ba42d36c_0_173"/>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65ba42d36c_0_173"/>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65ba42d36c_0_173"/>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65ba42d36c_0_173"/>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65ba42d36c_0_17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65ba42d36c_0_179"/>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65ba42d36c_0_17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65ba42d36c_0_182"/>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65ba42d36c_0_182"/>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65ba42d36c_0_18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65ba42d36c_0_18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2.xml"/><Relationship Id="rId12"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65ba42d36c_0_14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65ba42d36c_0_14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65ba42d36c_0_14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hyperlink" Target="https://forms.gle/5E925VKCStzyAt5i7" TargetMode="External"/><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2" name="Google Shape;132;p1"/>
          <p:cNvPicPr preferRelativeResize="0"/>
          <p:nvPr/>
        </p:nvPicPr>
        <p:blipFill>
          <a:blip r:embed="rId4">
            <a:alphaModFix/>
          </a:blip>
          <a:stretch>
            <a:fillRect/>
          </a:stretch>
        </p:blipFill>
        <p:spPr>
          <a:xfrm>
            <a:off x="11057150" y="5643312"/>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343bc685c5_0_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8" name="Google Shape;138;g3343bc685c5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sp>
        <p:nvSpPr>
          <p:cNvPr id="139" name="Google Shape;139;g3343bc685c5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600">
                <a:solidFill>
                  <a:schemeClr val="dk1"/>
                </a:solidFill>
                <a:latin typeface="Poppins Light"/>
                <a:ea typeface="Poppins Light"/>
                <a:cs typeface="Poppins Light"/>
                <a:sym typeface="Poppins Light"/>
              </a:rPr>
              <a:t> </a:t>
            </a:r>
            <a:r>
              <a:rPr lang="es-ES" sz="1600">
                <a:solidFill>
                  <a:schemeClr val="dk1"/>
                </a:solidFill>
                <a:latin typeface="Poppins Light"/>
                <a:ea typeface="Poppins Light"/>
                <a:cs typeface="Poppins Light"/>
                <a:sym typeface="Poppins Light"/>
              </a:rPr>
              <a:t>Practicar la habilidad de restar números de dos dígitos con desagrupación, aplicando el</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600">
                <a:solidFill>
                  <a:schemeClr val="dk1"/>
                </a:solidFill>
                <a:latin typeface="Poppins Light"/>
                <a:ea typeface="Poppins Light"/>
                <a:cs typeface="Poppins Light"/>
                <a:sym typeface="Poppins Light"/>
              </a:rPr>
              <a:t>procedimiento aprendido en variados ejercicios.</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0" name="Google Shape;140;g3343bc685c5_0_0"/>
          <p:cNvSpPr txBox="1"/>
          <p:nvPr/>
        </p:nvSpPr>
        <p:spPr>
          <a:xfrm>
            <a:off x="1158250" y="3097300"/>
            <a:ext cx="4698900" cy="23157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Realizar ejercicios de restas con desagrupación.</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1" name="Google Shape;141;g3343bc685c5_0_0"/>
          <p:cNvSpPr txBox="1"/>
          <p:nvPr/>
        </p:nvSpPr>
        <p:spPr>
          <a:xfrm>
            <a:off x="6376050" y="3097175"/>
            <a:ext cx="4698900" cy="23157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Desagrupación en la resta.</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Reserva en la columna de unidades.</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2" name="Google Shape;142;g3343bc685c5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pic>
        <p:nvPicPr>
          <p:cNvPr id="143" name="Google Shape;143;g3343bc685c5_0_0"/>
          <p:cNvPicPr preferRelativeResize="0"/>
          <p:nvPr/>
        </p:nvPicPr>
        <p:blipFill>
          <a:blip r:embed="rId3">
            <a:alphaModFix/>
          </a:blip>
          <a:stretch>
            <a:fillRect/>
          </a:stretch>
        </p:blipFill>
        <p:spPr>
          <a:xfrm>
            <a:off x="10897275" y="27773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343bc685c5_0_10"/>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9" name="Google Shape;149;g3343bc685c5_0_10"/>
          <p:cNvSpPr txBox="1"/>
          <p:nvPr/>
        </p:nvSpPr>
        <p:spPr>
          <a:xfrm>
            <a:off x="938750" y="2131575"/>
            <a:ext cx="10402500" cy="8804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En esta sesión realizarás distintos problemas de restas con desagrupación. Por eso, al igual que para el caso de la suma, te recomendamos lo siguiente:</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 </a:t>
            </a:r>
            <a:r>
              <a:rPr b="1" lang="es-ES">
                <a:latin typeface="Poppins"/>
                <a:ea typeface="Poppins"/>
                <a:cs typeface="Poppins"/>
                <a:sym typeface="Poppins"/>
              </a:rPr>
              <a:t>Revisa con antelación la presentación </a:t>
            </a:r>
            <a:r>
              <a:rPr lang="es-ES">
                <a:latin typeface="Poppins"/>
                <a:ea typeface="Poppins"/>
                <a:cs typeface="Poppins"/>
                <a:sym typeface="Poppins"/>
              </a:rPr>
              <a:t>para saber cómo enfrentar los problemas propuestos y así explicarlos de la mejor forma, anticipando posibles errores que tu estudiante pueda presentar.</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 Al terminar los ejercicios, </a:t>
            </a:r>
            <a:r>
              <a:rPr b="1" lang="es-ES">
                <a:latin typeface="Poppins"/>
                <a:ea typeface="Poppins"/>
                <a:cs typeface="Poppins"/>
                <a:sym typeface="Poppins"/>
              </a:rPr>
              <a:t>pregúntale a tu estudiante si presenta mayor dificultad restando con algún dígito en particular</a:t>
            </a:r>
            <a:r>
              <a:rPr lang="es-ES">
                <a:latin typeface="Poppins"/>
                <a:ea typeface="Poppins"/>
                <a:cs typeface="Poppins"/>
                <a:sym typeface="Poppins"/>
              </a:rPr>
              <a:t>. Si es el caso, crea problemas que le ayuden a salir de su duda.</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 </a:t>
            </a:r>
            <a:r>
              <a:rPr b="1" lang="es-ES">
                <a:latin typeface="Poppins"/>
                <a:ea typeface="Poppins"/>
                <a:cs typeface="Poppins"/>
                <a:sym typeface="Poppins"/>
              </a:rPr>
              <a:t>No olvides traer bloques u otro tipo de elemento</a:t>
            </a:r>
            <a:r>
              <a:rPr lang="es-ES">
                <a:latin typeface="Poppins"/>
                <a:ea typeface="Poppins"/>
                <a:cs typeface="Poppins"/>
                <a:sym typeface="Poppins"/>
              </a:rPr>
              <a:t> para poder mostrarle en vivo ejemplos de cómo se ve la resta con desagrupación.</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50" name="Google Shape;150;g3343bc685c5_0_1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1" name="Google Shape;151;g3343bc685c5_0_1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2" name="Google Shape;152;g3343bc685c5_0_1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53" name="Google Shape;153;g3343bc685c5_0_10"/>
          <p:cNvPicPr preferRelativeResize="0"/>
          <p:nvPr/>
        </p:nvPicPr>
        <p:blipFill>
          <a:blip r:embed="rId3">
            <a:alphaModFix/>
          </a:blip>
          <a:stretch>
            <a:fillRect/>
          </a:stretch>
        </p:blipFill>
        <p:spPr>
          <a:xfrm>
            <a:off x="10897275"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343bc685c5_0_1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43bc685c5_0_19"/>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Pídele a tu estudiante que identifique todas las dificultades y confusiones con la resta que ha presentado hasta el momento. Revisa lo que haya señalado para que no le queden dudas sobre lo que ha aprendido.</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0" name="Google Shape;160;g3343bc685c5_0_19"/>
          <p:cNvSpPr txBox="1"/>
          <p:nvPr/>
        </p:nvSpPr>
        <p:spPr>
          <a:xfrm>
            <a:off x="380275" y="4058725"/>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¿Qué ha sido lo más difícil a la hora de restar con desagrupación?</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¿Qué diferencias ves respecto a sumar números agrupando?</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1" name="Google Shape;161;g3343bc685c5_0_19"/>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 name="Google Shape;162;g3343bc685c5_0_1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63" name="Google Shape;163;g3343bc685c5_0_19"/>
          <p:cNvPicPr preferRelativeResize="0"/>
          <p:nvPr/>
        </p:nvPicPr>
        <p:blipFill>
          <a:blip r:embed="rId3">
            <a:alphaModFix/>
          </a:blip>
          <a:stretch>
            <a:fillRect/>
          </a:stretch>
        </p:blipFill>
        <p:spPr>
          <a:xfrm>
            <a:off x="10897275"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69" name="Google Shape;169;p2"/>
          <p:cNvPicPr preferRelativeResize="0"/>
          <p:nvPr/>
        </p:nvPicPr>
        <p:blipFill>
          <a:blip r:embed="rId4">
            <a:alphaModFix/>
          </a:blip>
          <a:stretch>
            <a:fillRect/>
          </a:stretch>
        </p:blipFill>
        <p:spPr>
          <a:xfrm>
            <a:off x="11003875" y="518138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37c498cfcc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75" name="Google Shape;175;g337c498cfcc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76" name="Google Shape;176;g337c498cfcc_0_0"/>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177" name="Google Shape;177;g337c498cfcc_0_0"/>
          <p:cNvSpPr txBox="1"/>
          <p:nvPr/>
        </p:nvSpPr>
        <p:spPr>
          <a:xfrm>
            <a:off x="580950" y="481200"/>
            <a:ext cx="110301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Algunas recomendaciones </a:t>
            </a:r>
            <a:endParaRPr/>
          </a:p>
        </p:txBody>
      </p:sp>
      <p:sp>
        <p:nvSpPr>
          <p:cNvPr id="178" name="Google Shape;178;g337c498cfcc_0_0"/>
          <p:cNvSpPr txBox="1"/>
          <p:nvPr/>
        </p:nvSpPr>
        <p:spPr>
          <a:xfrm>
            <a:off x="672750" y="1158300"/>
            <a:ext cx="10846500" cy="38016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79" name="Google Shape;179;g337c498cfcc_0_0"/>
          <p:cNvPicPr preferRelativeResize="0"/>
          <p:nvPr/>
        </p:nvPicPr>
        <p:blipFill>
          <a:blip r:embed="rId8">
            <a:alphaModFix/>
          </a:blip>
          <a:stretch>
            <a:fillRect/>
          </a:stretch>
        </p:blipFill>
        <p:spPr>
          <a:xfrm>
            <a:off x="11003875" y="518138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601a83bd95_0_7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185" name="Google Shape;185;g2601a83bd95_0_7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186" name="Google Shape;186;g2601a83bd95_0_78"/>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187" name="Google Shape;187;g2601a83bd95_0_78"/>
          <p:cNvSpPr txBox="1"/>
          <p:nvPr/>
        </p:nvSpPr>
        <p:spPr>
          <a:xfrm>
            <a:off x="94775" y="365125"/>
            <a:ext cx="10802700" cy="76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1" i="0" lang="es-ES" sz="3800" u="none" cap="none" strike="noStrike">
                <a:solidFill>
                  <a:schemeClr val="dk1"/>
                </a:solidFill>
                <a:latin typeface="Patrick Hand"/>
                <a:ea typeface="Patrick Hand"/>
                <a:cs typeface="Patrick Hand"/>
                <a:sym typeface="Patrick Hand"/>
              </a:rPr>
              <a:t>Recordemos resta con desagrupación</a:t>
            </a:r>
            <a:endParaRPr b="1" i="0" sz="2200" u="none" cap="none" strike="noStrike">
              <a:solidFill>
                <a:srgbClr val="000000"/>
              </a:solidFill>
              <a:latin typeface="Arial"/>
              <a:ea typeface="Arial"/>
              <a:cs typeface="Arial"/>
              <a:sym typeface="Arial"/>
            </a:endParaRPr>
          </a:p>
        </p:txBody>
      </p:sp>
      <p:sp>
        <p:nvSpPr>
          <p:cNvPr id="188" name="Google Shape;188;g2601a83bd95_0_78"/>
          <p:cNvSpPr txBox="1"/>
          <p:nvPr/>
        </p:nvSpPr>
        <p:spPr>
          <a:xfrm>
            <a:off x="4625225" y="2555875"/>
            <a:ext cx="6586500" cy="15237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Comienzo restando las unidades. En este caso 1 - 3. No puedo restarlo por lo tanto tendré que desagrupar una decena. </a:t>
            </a:r>
            <a:endParaRPr b="0" i="0" sz="2900" u="none" cap="none" strike="noStrike">
              <a:solidFill>
                <a:schemeClr val="dk1"/>
              </a:solidFill>
              <a:latin typeface="Patrick Hand"/>
              <a:ea typeface="Patrick Hand"/>
              <a:cs typeface="Patrick Hand"/>
              <a:sym typeface="Patrick Hand"/>
            </a:endParaRPr>
          </a:p>
        </p:txBody>
      </p:sp>
      <p:sp>
        <p:nvSpPr>
          <p:cNvPr id="189" name="Google Shape;189;g2601a83bd95_0_78"/>
          <p:cNvSpPr txBox="1"/>
          <p:nvPr/>
        </p:nvSpPr>
        <p:spPr>
          <a:xfrm>
            <a:off x="4625225" y="2209975"/>
            <a:ext cx="6586500" cy="19701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Al desagrupar la decena, las unidades del primer sumando se transformaron en 11 ( 1 decena + 1 unidad = 11 unidades) y las decenas en 3 (desagrupamos una)</a:t>
            </a:r>
            <a:endParaRPr b="0" i="0" sz="2900" u="none" cap="none" strike="noStrike">
              <a:solidFill>
                <a:schemeClr val="dk1"/>
              </a:solidFill>
              <a:latin typeface="Patrick Hand"/>
              <a:ea typeface="Patrick Hand"/>
              <a:cs typeface="Patrick Hand"/>
              <a:sym typeface="Patrick Hand"/>
            </a:endParaRPr>
          </a:p>
        </p:txBody>
      </p:sp>
      <p:sp>
        <p:nvSpPr>
          <p:cNvPr id="190" name="Google Shape;190;g2601a83bd95_0_78"/>
          <p:cNvSpPr txBox="1"/>
          <p:nvPr/>
        </p:nvSpPr>
        <p:spPr>
          <a:xfrm>
            <a:off x="4625225" y="2656375"/>
            <a:ext cx="6586500" cy="10773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unidades 11 - 3 = 8. Escribo el 8 bajo las unidades.</a:t>
            </a:r>
            <a:endParaRPr b="0" i="0" sz="2900" u="none" cap="none" strike="noStrike">
              <a:solidFill>
                <a:schemeClr val="dk1"/>
              </a:solidFill>
              <a:latin typeface="Patrick Hand"/>
              <a:ea typeface="Patrick Hand"/>
              <a:cs typeface="Patrick Hand"/>
              <a:sym typeface="Patrick Hand"/>
            </a:endParaRPr>
          </a:p>
        </p:txBody>
      </p:sp>
      <p:cxnSp>
        <p:nvCxnSpPr>
          <p:cNvPr id="191" name="Google Shape;191;g2601a83bd95_0_78"/>
          <p:cNvCxnSpPr/>
          <p:nvPr/>
        </p:nvCxnSpPr>
        <p:spPr>
          <a:xfrm>
            <a:off x="1441525" y="3636175"/>
            <a:ext cx="1401300" cy="6000"/>
          </a:xfrm>
          <a:prstGeom prst="straightConnector1">
            <a:avLst/>
          </a:prstGeom>
          <a:noFill/>
          <a:ln cap="flat" cmpd="sng" w="9525">
            <a:solidFill>
              <a:schemeClr val="dk1"/>
            </a:solidFill>
            <a:prstDash val="solid"/>
            <a:round/>
            <a:headEnd len="sm" w="sm" type="none"/>
            <a:tailEnd len="sm" w="sm" type="none"/>
          </a:ln>
        </p:spPr>
      </p:cxnSp>
      <p:sp>
        <p:nvSpPr>
          <p:cNvPr id="192" name="Google Shape;192;g2601a83bd95_0_78"/>
          <p:cNvSpPr txBox="1"/>
          <p:nvPr/>
        </p:nvSpPr>
        <p:spPr>
          <a:xfrm>
            <a:off x="944000" y="1690825"/>
            <a:ext cx="2245800" cy="26475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7  1</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4  3</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a:t>
            </a:r>
            <a:endParaRPr b="0" i="0" sz="4000" u="none" cap="none" strike="noStrike">
              <a:solidFill>
                <a:schemeClr val="dk1"/>
              </a:solidFill>
              <a:latin typeface="Patrick Hand"/>
              <a:ea typeface="Patrick Hand"/>
              <a:cs typeface="Patrick Hand"/>
              <a:sym typeface="Patrick Hand"/>
            </a:endParaRPr>
          </a:p>
        </p:txBody>
      </p:sp>
      <p:sp>
        <p:nvSpPr>
          <p:cNvPr id="193" name="Google Shape;193;g2601a83bd95_0_78"/>
          <p:cNvSpPr txBox="1"/>
          <p:nvPr/>
        </p:nvSpPr>
        <p:spPr>
          <a:xfrm>
            <a:off x="4620425" y="2555875"/>
            <a:ext cx="6586500" cy="10773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decenas 6 - 4 = 2. Escribo el 2 bajo las decenas.</a:t>
            </a:r>
            <a:endParaRPr b="0" i="0" sz="2900" u="none" cap="none" strike="noStrike">
              <a:solidFill>
                <a:schemeClr val="dk1"/>
              </a:solidFill>
              <a:latin typeface="Patrick Hand"/>
              <a:ea typeface="Patrick Hand"/>
              <a:cs typeface="Patrick Hand"/>
              <a:sym typeface="Patrick Hand"/>
            </a:endParaRPr>
          </a:p>
        </p:txBody>
      </p:sp>
      <p:sp>
        <p:nvSpPr>
          <p:cNvPr id="194" name="Google Shape;194;g2601a83bd95_0_78"/>
          <p:cNvSpPr/>
          <p:nvPr/>
        </p:nvSpPr>
        <p:spPr>
          <a:xfrm>
            <a:off x="2203100" y="19898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11</a:t>
            </a:r>
            <a:endParaRPr b="0" i="0" sz="2500" u="none" cap="none" strike="noStrike">
              <a:solidFill>
                <a:srgbClr val="000000"/>
              </a:solidFill>
              <a:latin typeface="Patrick Hand"/>
              <a:ea typeface="Patrick Hand"/>
              <a:cs typeface="Patrick Hand"/>
              <a:sym typeface="Patrick Hand"/>
            </a:endParaRPr>
          </a:p>
        </p:txBody>
      </p:sp>
      <p:sp>
        <p:nvSpPr>
          <p:cNvPr id="195" name="Google Shape;195;g2601a83bd95_0_78"/>
          <p:cNvSpPr/>
          <p:nvPr/>
        </p:nvSpPr>
        <p:spPr>
          <a:xfrm>
            <a:off x="1669700" y="19898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6</a:t>
            </a:r>
            <a:endParaRPr b="0" i="0" sz="2500" u="none" cap="none" strike="noStrike">
              <a:solidFill>
                <a:srgbClr val="000000"/>
              </a:solidFill>
              <a:latin typeface="Patrick Hand"/>
              <a:ea typeface="Patrick Hand"/>
              <a:cs typeface="Patrick Hand"/>
              <a:sym typeface="Patrick Hand"/>
            </a:endParaRPr>
          </a:p>
        </p:txBody>
      </p:sp>
      <p:cxnSp>
        <p:nvCxnSpPr>
          <p:cNvPr id="196" name="Google Shape;196;g2601a83bd95_0_78"/>
          <p:cNvCxnSpPr/>
          <p:nvPr/>
        </p:nvCxnSpPr>
        <p:spPr>
          <a:xfrm>
            <a:off x="2167550" y="24161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197" name="Google Shape;197;g2601a83bd95_0_78"/>
          <p:cNvCxnSpPr/>
          <p:nvPr/>
        </p:nvCxnSpPr>
        <p:spPr>
          <a:xfrm>
            <a:off x="1725775" y="2416175"/>
            <a:ext cx="477300" cy="604200"/>
          </a:xfrm>
          <a:prstGeom prst="straightConnector1">
            <a:avLst/>
          </a:prstGeom>
          <a:noFill/>
          <a:ln cap="flat" cmpd="sng" w="28575">
            <a:solidFill>
              <a:srgbClr val="009287"/>
            </a:solidFill>
            <a:prstDash val="solid"/>
            <a:round/>
            <a:headEnd len="sm" w="sm" type="none"/>
            <a:tailEnd len="sm" w="sm" type="none"/>
          </a:ln>
        </p:spPr>
      </p:cxnSp>
      <p:sp>
        <p:nvSpPr>
          <p:cNvPr id="198" name="Google Shape;198;g2601a83bd95_0_78"/>
          <p:cNvSpPr txBox="1"/>
          <p:nvPr/>
        </p:nvSpPr>
        <p:spPr>
          <a:xfrm>
            <a:off x="1593925" y="1165225"/>
            <a:ext cx="15960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D      U</a:t>
            </a:r>
            <a:endParaRPr b="0" i="0" sz="500" u="none" cap="none" strike="noStrike">
              <a:solidFill>
                <a:srgbClr val="000000"/>
              </a:solidFill>
              <a:latin typeface="Arial"/>
              <a:ea typeface="Arial"/>
              <a:cs typeface="Arial"/>
              <a:sym typeface="Arial"/>
            </a:endParaRPr>
          </a:p>
        </p:txBody>
      </p:sp>
      <p:sp>
        <p:nvSpPr>
          <p:cNvPr id="199" name="Google Shape;199;g2601a83bd95_0_78"/>
          <p:cNvSpPr txBox="1"/>
          <p:nvPr/>
        </p:nvSpPr>
        <p:spPr>
          <a:xfrm>
            <a:off x="2203100" y="35299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p:txBody>
      </p:sp>
      <p:sp>
        <p:nvSpPr>
          <p:cNvPr id="200" name="Google Shape;200;g2601a83bd95_0_78"/>
          <p:cNvSpPr txBox="1"/>
          <p:nvPr/>
        </p:nvSpPr>
        <p:spPr>
          <a:xfrm>
            <a:off x="1669700" y="35299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 </a:t>
            </a:r>
            <a:endParaRPr b="0" i="0" sz="1400" u="none" cap="none" strike="noStrike">
              <a:solidFill>
                <a:srgbClr val="000000"/>
              </a:solidFill>
              <a:latin typeface="Arial"/>
              <a:ea typeface="Arial"/>
              <a:cs typeface="Arial"/>
              <a:sym typeface="Arial"/>
            </a:endParaRPr>
          </a:p>
        </p:txBody>
      </p:sp>
      <p:sp>
        <p:nvSpPr>
          <p:cNvPr id="201" name="Google Shape;201;g2601a83bd95_0_78"/>
          <p:cNvSpPr txBox="1"/>
          <p:nvPr/>
        </p:nvSpPr>
        <p:spPr>
          <a:xfrm>
            <a:off x="5465175" y="1287550"/>
            <a:ext cx="67233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s-ES" sz="3800" u="none" cap="none" strike="noStrike">
                <a:solidFill>
                  <a:schemeClr val="dk1"/>
                </a:solidFill>
                <a:latin typeface="Patrick Hand"/>
                <a:ea typeface="Patrick Hand"/>
                <a:cs typeface="Patrick Hand"/>
                <a:sym typeface="Patrick Hand"/>
              </a:rPr>
              <a:t>¿Cuáles son los pasos?</a:t>
            </a:r>
            <a:endParaRPr b="0" i="0" sz="1400" u="none" cap="none" strike="noStrike">
              <a:solidFill>
                <a:srgbClr val="000000"/>
              </a:solidFill>
              <a:latin typeface="Arial"/>
              <a:ea typeface="Arial"/>
              <a:cs typeface="Arial"/>
              <a:sym typeface="Arial"/>
            </a:endParaRPr>
          </a:p>
        </p:txBody>
      </p:sp>
      <p:pic>
        <p:nvPicPr>
          <p:cNvPr id="202" name="Google Shape;202;g2601a83bd95_0_78"/>
          <p:cNvPicPr preferRelativeResize="0"/>
          <p:nvPr/>
        </p:nvPicPr>
        <p:blipFill>
          <a:blip r:embed="rId4">
            <a:alphaModFix/>
          </a:blip>
          <a:stretch>
            <a:fillRect/>
          </a:stretch>
        </p:blipFill>
        <p:spPr>
          <a:xfrm>
            <a:off x="11003875" y="51813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9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9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2601a83bd95_0_9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08" name="Google Shape;208;g2601a83bd95_0_9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09" name="Google Shape;209;g2601a83bd95_0_93"/>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10" name="Google Shape;210;g2601a83bd95_0_93"/>
          <p:cNvSpPr txBox="1"/>
          <p:nvPr/>
        </p:nvSpPr>
        <p:spPr>
          <a:xfrm>
            <a:off x="99225" y="2155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211" name="Google Shape;211;g2601a83bd95_0_93"/>
          <p:cNvSpPr txBox="1"/>
          <p:nvPr/>
        </p:nvSpPr>
        <p:spPr>
          <a:xfrm>
            <a:off x="23025" y="738025"/>
            <a:ext cx="12271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2800" u="none" cap="none" strike="noStrike">
                <a:solidFill>
                  <a:schemeClr val="dk1"/>
                </a:solidFill>
                <a:latin typeface="Patrick Hand"/>
                <a:ea typeface="Patrick Hand"/>
                <a:cs typeface="Patrick Hand"/>
                <a:sym typeface="Patrick Hand"/>
              </a:rPr>
              <a:t>Abre tu cuaderno y resolvamos los siguientes ejercicios, para seguir practicando!</a:t>
            </a:r>
            <a:endParaRPr b="0" i="0" sz="200" u="none" cap="none" strike="noStrike">
              <a:solidFill>
                <a:srgbClr val="000000"/>
              </a:solidFill>
              <a:latin typeface="Arial"/>
              <a:ea typeface="Arial"/>
              <a:cs typeface="Arial"/>
              <a:sym typeface="Arial"/>
            </a:endParaRPr>
          </a:p>
        </p:txBody>
      </p:sp>
      <p:sp>
        <p:nvSpPr>
          <p:cNvPr id="212" name="Google Shape;212;g2601a83bd95_0_93"/>
          <p:cNvSpPr txBox="1"/>
          <p:nvPr/>
        </p:nvSpPr>
        <p:spPr>
          <a:xfrm>
            <a:off x="193182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4   2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1  5</a:t>
            </a:r>
            <a:endParaRPr b="0" i="0" sz="3400" u="none" cap="none" strike="noStrike">
              <a:solidFill>
                <a:srgbClr val="000000"/>
              </a:solidFill>
              <a:latin typeface="Patrick Hand"/>
              <a:ea typeface="Patrick Hand"/>
              <a:cs typeface="Patrick Hand"/>
              <a:sym typeface="Patrick Hand"/>
            </a:endParaRPr>
          </a:p>
        </p:txBody>
      </p:sp>
      <p:sp>
        <p:nvSpPr>
          <p:cNvPr id="213" name="Google Shape;213;g2601a83bd95_0_93"/>
          <p:cNvSpPr txBox="1"/>
          <p:nvPr/>
        </p:nvSpPr>
        <p:spPr>
          <a:xfrm>
            <a:off x="503827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9  3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5  7</a:t>
            </a:r>
            <a:endParaRPr b="0" i="0" sz="3400" u="none" cap="none" strike="noStrike">
              <a:solidFill>
                <a:srgbClr val="000000"/>
              </a:solidFill>
              <a:latin typeface="Patrick Hand"/>
              <a:ea typeface="Patrick Hand"/>
              <a:cs typeface="Patrick Hand"/>
              <a:sym typeface="Patrick Hand"/>
            </a:endParaRPr>
          </a:p>
        </p:txBody>
      </p:sp>
      <p:sp>
        <p:nvSpPr>
          <p:cNvPr id="214" name="Google Shape;214;g2601a83bd95_0_93"/>
          <p:cNvSpPr txBox="1"/>
          <p:nvPr/>
        </p:nvSpPr>
        <p:spPr>
          <a:xfrm>
            <a:off x="8584150"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7  1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4  4</a:t>
            </a:r>
            <a:endParaRPr b="0" i="0" sz="3400" u="none" cap="none" strike="noStrike">
              <a:solidFill>
                <a:srgbClr val="000000"/>
              </a:solidFill>
              <a:latin typeface="Patrick Hand"/>
              <a:ea typeface="Patrick Hand"/>
              <a:cs typeface="Patrick Hand"/>
              <a:sym typeface="Patrick Hand"/>
            </a:endParaRPr>
          </a:p>
        </p:txBody>
      </p:sp>
      <p:sp>
        <p:nvSpPr>
          <p:cNvPr id="215" name="Google Shape;215;g2601a83bd95_0_93"/>
          <p:cNvSpPr txBox="1"/>
          <p:nvPr/>
        </p:nvSpPr>
        <p:spPr>
          <a:xfrm>
            <a:off x="1860750" y="45970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5   2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1   3</a:t>
            </a:r>
            <a:endParaRPr b="0" i="0" sz="3400" u="none" cap="none" strike="noStrike">
              <a:solidFill>
                <a:srgbClr val="000000"/>
              </a:solidFill>
              <a:latin typeface="Patrick Hand"/>
              <a:ea typeface="Patrick Hand"/>
              <a:cs typeface="Patrick Hand"/>
              <a:sym typeface="Patrick Hand"/>
            </a:endParaRPr>
          </a:p>
        </p:txBody>
      </p:sp>
      <p:sp>
        <p:nvSpPr>
          <p:cNvPr id="216" name="Google Shape;216;g2601a83bd95_0_93"/>
          <p:cNvSpPr txBox="1"/>
          <p:nvPr/>
        </p:nvSpPr>
        <p:spPr>
          <a:xfrm>
            <a:off x="5038275" y="46022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3   8</a:t>
            </a:r>
            <a:endParaRPr b="0" i="0" sz="3400" u="none" cap="none" strike="noStrike">
              <a:solidFill>
                <a:srgbClr val="000000"/>
              </a:solidFill>
              <a:latin typeface="Patrick Hand"/>
              <a:ea typeface="Patrick Hand"/>
              <a:cs typeface="Patrick Hand"/>
              <a:sym typeface="Patrick Hand"/>
            </a:endParaRPr>
          </a:p>
        </p:txBody>
      </p:sp>
      <p:sp>
        <p:nvSpPr>
          <p:cNvPr id="217" name="Google Shape;217;g2601a83bd95_0_93"/>
          <p:cNvSpPr txBox="1"/>
          <p:nvPr/>
        </p:nvSpPr>
        <p:spPr>
          <a:xfrm>
            <a:off x="8584150" y="4754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3  1</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1  6</a:t>
            </a:r>
            <a:endParaRPr b="0" i="0" sz="3400" u="none" cap="none" strike="noStrike">
              <a:solidFill>
                <a:srgbClr val="000000"/>
              </a:solidFill>
              <a:latin typeface="Patrick Hand"/>
              <a:ea typeface="Patrick Hand"/>
              <a:cs typeface="Patrick Hand"/>
              <a:sym typeface="Patrick Hand"/>
            </a:endParaRPr>
          </a:p>
        </p:txBody>
      </p:sp>
      <p:sp>
        <p:nvSpPr>
          <p:cNvPr id="218" name="Google Shape;218;g2601a83bd95_0_93"/>
          <p:cNvSpPr txBox="1"/>
          <p:nvPr/>
        </p:nvSpPr>
        <p:spPr>
          <a:xfrm>
            <a:off x="22537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2  7</a:t>
            </a:r>
            <a:endParaRPr b="0" i="0" sz="1400" u="none" cap="none" strike="noStrike">
              <a:solidFill>
                <a:srgbClr val="000000"/>
              </a:solidFill>
              <a:latin typeface="Arial"/>
              <a:ea typeface="Arial"/>
              <a:cs typeface="Arial"/>
              <a:sym typeface="Arial"/>
            </a:endParaRPr>
          </a:p>
        </p:txBody>
      </p:sp>
      <p:sp>
        <p:nvSpPr>
          <p:cNvPr id="219" name="Google Shape;219;g2601a83bd95_0_93"/>
          <p:cNvSpPr txBox="1"/>
          <p:nvPr/>
        </p:nvSpPr>
        <p:spPr>
          <a:xfrm>
            <a:off x="54570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3   6</a:t>
            </a:r>
            <a:endParaRPr b="0" i="0" sz="1400" u="none" cap="none" strike="noStrike">
              <a:solidFill>
                <a:srgbClr val="000000"/>
              </a:solidFill>
              <a:latin typeface="Arial"/>
              <a:ea typeface="Arial"/>
              <a:cs typeface="Arial"/>
              <a:sym typeface="Arial"/>
            </a:endParaRPr>
          </a:p>
        </p:txBody>
      </p:sp>
      <p:cxnSp>
        <p:nvCxnSpPr>
          <p:cNvPr id="220" name="Google Shape;220;g2601a83bd95_0_93"/>
          <p:cNvCxnSpPr/>
          <p:nvPr/>
        </p:nvCxnSpPr>
        <p:spPr>
          <a:xfrm>
            <a:off x="88834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221" name="Google Shape;221;g2601a83bd95_0_93"/>
          <p:cNvCxnSpPr/>
          <p:nvPr/>
        </p:nvCxnSpPr>
        <p:spPr>
          <a:xfrm>
            <a:off x="53020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222" name="Google Shape;222;g2601a83bd95_0_93"/>
          <p:cNvCxnSpPr/>
          <p:nvPr/>
        </p:nvCxnSpPr>
        <p:spPr>
          <a:xfrm>
            <a:off x="2177825" y="2967050"/>
            <a:ext cx="1172700" cy="0"/>
          </a:xfrm>
          <a:prstGeom prst="straightConnector1">
            <a:avLst/>
          </a:prstGeom>
          <a:noFill/>
          <a:ln cap="flat" cmpd="sng" w="9525">
            <a:solidFill>
              <a:schemeClr val="dk1"/>
            </a:solidFill>
            <a:prstDash val="solid"/>
            <a:round/>
            <a:headEnd len="sm" w="sm" type="none"/>
            <a:tailEnd len="sm" w="sm" type="none"/>
          </a:ln>
        </p:spPr>
      </p:cxnSp>
      <p:sp>
        <p:nvSpPr>
          <p:cNvPr id="223" name="Google Shape;223;g2601a83bd95_0_93"/>
          <p:cNvSpPr txBox="1"/>
          <p:nvPr/>
        </p:nvSpPr>
        <p:spPr>
          <a:xfrm>
            <a:off x="9048425" y="2967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2  7</a:t>
            </a:r>
            <a:endParaRPr b="0" i="0" sz="1400" u="none" cap="none" strike="noStrike">
              <a:solidFill>
                <a:srgbClr val="000000"/>
              </a:solidFill>
              <a:latin typeface="Arial"/>
              <a:ea typeface="Arial"/>
              <a:cs typeface="Arial"/>
              <a:sym typeface="Arial"/>
            </a:endParaRPr>
          </a:p>
        </p:txBody>
      </p:sp>
      <p:cxnSp>
        <p:nvCxnSpPr>
          <p:cNvPr id="224" name="Google Shape;224;g2601a83bd95_0_93"/>
          <p:cNvCxnSpPr/>
          <p:nvPr/>
        </p:nvCxnSpPr>
        <p:spPr>
          <a:xfrm>
            <a:off x="8883425" y="5862650"/>
            <a:ext cx="1172700" cy="0"/>
          </a:xfrm>
          <a:prstGeom prst="straightConnector1">
            <a:avLst/>
          </a:prstGeom>
          <a:noFill/>
          <a:ln cap="flat" cmpd="sng" w="9525">
            <a:solidFill>
              <a:schemeClr val="dk1"/>
            </a:solidFill>
            <a:prstDash val="solid"/>
            <a:round/>
            <a:headEnd len="sm" w="sm" type="none"/>
            <a:tailEnd len="sm" w="sm" type="none"/>
          </a:ln>
        </p:spPr>
      </p:cxnSp>
      <p:cxnSp>
        <p:nvCxnSpPr>
          <p:cNvPr id="225" name="Google Shape;225;g2601a83bd95_0_93"/>
          <p:cNvCxnSpPr/>
          <p:nvPr/>
        </p:nvCxnSpPr>
        <p:spPr>
          <a:xfrm>
            <a:off x="5302025" y="5786450"/>
            <a:ext cx="1172700" cy="0"/>
          </a:xfrm>
          <a:prstGeom prst="straightConnector1">
            <a:avLst/>
          </a:prstGeom>
          <a:noFill/>
          <a:ln cap="flat" cmpd="sng" w="9525">
            <a:solidFill>
              <a:schemeClr val="dk1"/>
            </a:solidFill>
            <a:prstDash val="solid"/>
            <a:round/>
            <a:headEnd len="sm" w="sm" type="none"/>
            <a:tailEnd len="sm" w="sm" type="none"/>
          </a:ln>
        </p:spPr>
      </p:cxnSp>
      <p:cxnSp>
        <p:nvCxnSpPr>
          <p:cNvPr id="226" name="Google Shape;226;g2601a83bd95_0_93"/>
          <p:cNvCxnSpPr/>
          <p:nvPr/>
        </p:nvCxnSpPr>
        <p:spPr>
          <a:xfrm>
            <a:off x="2101625" y="5786450"/>
            <a:ext cx="1172700" cy="0"/>
          </a:xfrm>
          <a:prstGeom prst="straightConnector1">
            <a:avLst/>
          </a:prstGeom>
          <a:noFill/>
          <a:ln cap="flat" cmpd="sng" w="9525">
            <a:solidFill>
              <a:schemeClr val="dk1"/>
            </a:solidFill>
            <a:prstDash val="solid"/>
            <a:round/>
            <a:headEnd len="sm" w="sm" type="none"/>
            <a:tailEnd len="sm" w="sm" type="none"/>
          </a:ln>
        </p:spPr>
      </p:cxnSp>
      <p:sp>
        <p:nvSpPr>
          <p:cNvPr id="227" name="Google Shape;227;g2601a83bd95_0_93"/>
          <p:cNvSpPr txBox="1"/>
          <p:nvPr/>
        </p:nvSpPr>
        <p:spPr>
          <a:xfrm>
            <a:off x="8972225" y="57864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1  5</a:t>
            </a:r>
            <a:endParaRPr b="0" i="0" sz="1400" u="none" cap="none" strike="noStrike">
              <a:solidFill>
                <a:srgbClr val="000000"/>
              </a:solidFill>
              <a:latin typeface="Arial"/>
              <a:ea typeface="Arial"/>
              <a:cs typeface="Arial"/>
              <a:sym typeface="Arial"/>
            </a:endParaRPr>
          </a:p>
        </p:txBody>
      </p:sp>
      <p:sp>
        <p:nvSpPr>
          <p:cNvPr id="228" name="Google Shape;228;g2601a83bd95_0_93"/>
          <p:cNvSpPr txBox="1"/>
          <p:nvPr/>
        </p:nvSpPr>
        <p:spPr>
          <a:xfrm>
            <a:off x="5543225" y="57102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3   2</a:t>
            </a:r>
            <a:endParaRPr b="0" i="0" sz="1400" u="none" cap="none" strike="noStrike">
              <a:solidFill>
                <a:srgbClr val="000000"/>
              </a:solidFill>
              <a:latin typeface="Arial"/>
              <a:ea typeface="Arial"/>
              <a:cs typeface="Arial"/>
              <a:sym typeface="Arial"/>
            </a:endParaRPr>
          </a:p>
        </p:txBody>
      </p:sp>
      <p:sp>
        <p:nvSpPr>
          <p:cNvPr id="229" name="Google Shape;229;g2601a83bd95_0_93"/>
          <p:cNvSpPr txBox="1"/>
          <p:nvPr/>
        </p:nvSpPr>
        <p:spPr>
          <a:xfrm>
            <a:off x="2197500" y="57102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3  9</a:t>
            </a:r>
            <a:endParaRPr b="0" i="0" sz="1400" u="none" cap="none" strike="noStrike">
              <a:solidFill>
                <a:srgbClr val="000000"/>
              </a:solidFill>
              <a:latin typeface="Arial"/>
              <a:ea typeface="Arial"/>
              <a:cs typeface="Arial"/>
              <a:sym typeface="Arial"/>
            </a:endParaRPr>
          </a:p>
        </p:txBody>
      </p:sp>
      <p:sp>
        <p:nvSpPr>
          <p:cNvPr id="230" name="Google Shape;230;g2601a83bd95_0_93"/>
          <p:cNvSpPr/>
          <p:nvPr/>
        </p:nvSpPr>
        <p:spPr>
          <a:xfrm>
            <a:off x="2748725" y="1351275"/>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12</a:t>
            </a:r>
            <a:endParaRPr b="0" i="0" sz="2500" u="none" cap="none" strike="noStrike">
              <a:solidFill>
                <a:srgbClr val="000000"/>
              </a:solidFill>
              <a:latin typeface="Patrick Hand"/>
              <a:ea typeface="Patrick Hand"/>
              <a:cs typeface="Patrick Hand"/>
              <a:sym typeface="Patrick Hand"/>
            </a:endParaRPr>
          </a:p>
        </p:txBody>
      </p:sp>
      <p:sp>
        <p:nvSpPr>
          <p:cNvPr id="231" name="Google Shape;231;g2601a83bd95_0_93"/>
          <p:cNvSpPr/>
          <p:nvPr/>
        </p:nvSpPr>
        <p:spPr>
          <a:xfrm>
            <a:off x="2121300" y="133105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3</a:t>
            </a:r>
            <a:endParaRPr b="0" i="0" sz="2500" u="none" cap="none" strike="noStrike">
              <a:solidFill>
                <a:srgbClr val="000000"/>
              </a:solidFill>
              <a:latin typeface="Patrick Hand"/>
              <a:ea typeface="Patrick Hand"/>
              <a:cs typeface="Patrick Hand"/>
              <a:sym typeface="Patrick Hand"/>
            </a:endParaRPr>
          </a:p>
        </p:txBody>
      </p:sp>
      <p:cxnSp>
        <p:nvCxnSpPr>
          <p:cNvPr id="232" name="Google Shape;232;g2601a83bd95_0_93"/>
          <p:cNvCxnSpPr/>
          <p:nvPr/>
        </p:nvCxnSpPr>
        <p:spPr>
          <a:xfrm rot="10800000">
            <a:off x="2807125" y="2132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33" name="Google Shape;233;g2601a83bd95_0_93"/>
          <p:cNvCxnSpPr/>
          <p:nvPr/>
        </p:nvCxnSpPr>
        <p:spPr>
          <a:xfrm rot="10800000">
            <a:off x="23499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34" name="Google Shape;234;g2601a83bd95_0_93"/>
          <p:cNvCxnSpPr/>
          <p:nvPr/>
        </p:nvCxnSpPr>
        <p:spPr>
          <a:xfrm rot="10800000">
            <a:off x="54741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35" name="Google Shape;235;g2601a83bd95_0_93"/>
          <p:cNvCxnSpPr/>
          <p:nvPr/>
        </p:nvCxnSpPr>
        <p:spPr>
          <a:xfrm rot="10800000">
            <a:off x="5855125" y="2055850"/>
            <a:ext cx="390900" cy="248700"/>
          </a:xfrm>
          <a:prstGeom prst="straightConnector1">
            <a:avLst/>
          </a:prstGeom>
          <a:noFill/>
          <a:ln cap="flat" cmpd="sng" w="19050">
            <a:solidFill>
              <a:srgbClr val="009287"/>
            </a:solidFill>
            <a:prstDash val="solid"/>
            <a:round/>
            <a:headEnd len="sm" w="sm" type="none"/>
            <a:tailEnd len="sm" w="sm" type="none"/>
          </a:ln>
        </p:spPr>
      </p:cxnSp>
      <p:sp>
        <p:nvSpPr>
          <p:cNvPr id="236" name="Google Shape;236;g2601a83bd95_0_93"/>
          <p:cNvSpPr/>
          <p:nvPr/>
        </p:nvSpPr>
        <p:spPr>
          <a:xfrm>
            <a:off x="5796725" y="1351275"/>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13</a:t>
            </a:r>
            <a:endParaRPr b="0" i="0" sz="2500" u="none" cap="none" strike="noStrike">
              <a:solidFill>
                <a:srgbClr val="000000"/>
              </a:solidFill>
              <a:latin typeface="Patrick Hand"/>
              <a:ea typeface="Patrick Hand"/>
              <a:cs typeface="Patrick Hand"/>
              <a:sym typeface="Patrick Hand"/>
            </a:endParaRPr>
          </a:p>
        </p:txBody>
      </p:sp>
      <p:sp>
        <p:nvSpPr>
          <p:cNvPr id="237" name="Google Shape;237;g2601a83bd95_0_93"/>
          <p:cNvSpPr/>
          <p:nvPr/>
        </p:nvSpPr>
        <p:spPr>
          <a:xfrm>
            <a:off x="5169300" y="133105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  8</a:t>
            </a:r>
            <a:endParaRPr b="0" i="0" sz="2500" u="none" cap="none" strike="noStrike">
              <a:solidFill>
                <a:srgbClr val="000000"/>
              </a:solidFill>
              <a:latin typeface="Patrick Hand"/>
              <a:ea typeface="Patrick Hand"/>
              <a:cs typeface="Patrick Hand"/>
              <a:sym typeface="Patrick Hand"/>
            </a:endParaRPr>
          </a:p>
        </p:txBody>
      </p:sp>
      <p:sp>
        <p:nvSpPr>
          <p:cNvPr id="238" name="Google Shape;238;g2601a83bd95_0_93"/>
          <p:cNvSpPr/>
          <p:nvPr/>
        </p:nvSpPr>
        <p:spPr>
          <a:xfrm>
            <a:off x="9301925" y="1427475"/>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11</a:t>
            </a:r>
            <a:endParaRPr b="0" i="0" sz="2500" u="none" cap="none" strike="noStrike">
              <a:solidFill>
                <a:srgbClr val="000000"/>
              </a:solidFill>
              <a:latin typeface="Patrick Hand"/>
              <a:ea typeface="Patrick Hand"/>
              <a:cs typeface="Patrick Hand"/>
              <a:sym typeface="Patrick Hand"/>
            </a:endParaRPr>
          </a:p>
        </p:txBody>
      </p:sp>
      <p:sp>
        <p:nvSpPr>
          <p:cNvPr id="239" name="Google Shape;239;g2601a83bd95_0_93"/>
          <p:cNvSpPr/>
          <p:nvPr/>
        </p:nvSpPr>
        <p:spPr>
          <a:xfrm>
            <a:off x="8674500" y="140725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  6</a:t>
            </a:r>
            <a:endParaRPr b="0" i="0" sz="2500" u="none" cap="none" strike="noStrike">
              <a:solidFill>
                <a:srgbClr val="000000"/>
              </a:solidFill>
              <a:latin typeface="Patrick Hand"/>
              <a:ea typeface="Patrick Hand"/>
              <a:cs typeface="Patrick Hand"/>
              <a:sym typeface="Patrick Hand"/>
            </a:endParaRPr>
          </a:p>
        </p:txBody>
      </p:sp>
      <p:cxnSp>
        <p:nvCxnSpPr>
          <p:cNvPr id="240" name="Google Shape;240;g2601a83bd95_0_93"/>
          <p:cNvCxnSpPr/>
          <p:nvPr/>
        </p:nvCxnSpPr>
        <p:spPr>
          <a:xfrm rot="10800000">
            <a:off x="94365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41" name="Google Shape;241;g2601a83bd95_0_93"/>
          <p:cNvCxnSpPr/>
          <p:nvPr/>
        </p:nvCxnSpPr>
        <p:spPr>
          <a:xfrm rot="10800000">
            <a:off x="8979325" y="2055850"/>
            <a:ext cx="390900" cy="248700"/>
          </a:xfrm>
          <a:prstGeom prst="straightConnector1">
            <a:avLst/>
          </a:prstGeom>
          <a:noFill/>
          <a:ln cap="flat" cmpd="sng" w="19050">
            <a:solidFill>
              <a:srgbClr val="009287"/>
            </a:solidFill>
            <a:prstDash val="solid"/>
            <a:round/>
            <a:headEnd len="sm" w="sm" type="none"/>
            <a:tailEnd len="sm" w="sm" type="none"/>
          </a:ln>
        </p:spPr>
      </p:cxnSp>
      <p:sp>
        <p:nvSpPr>
          <p:cNvPr id="242" name="Google Shape;242;g2601a83bd95_0_93"/>
          <p:cNvSpPr/>
          <p:nvPr/>
        </p:nvSpPr>
        <p:spPr>
          <a:xfrm>
            <a:off x="2739775" y="41793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12</a:t>
            </a:r>
            <a:endParaRPr b="0" i="0" sz="2500" u="none" cap="none" strike="noStrike">
              <a:solidFill>
                <a:srgbClr val="000000"/>
              </a:solidFill>
              <a:latin typeface="Patrick Hand"/>
              <a:ea typeface="Patrick Hand"/>
              <a:cs typeface="Patrick Hand"/>
              <a:sym typeface="Patrick Hand"/>
            </a:endParaRPr>
          </a:p>
        </p:txBody>
      </p:sp>
      <p:sp>
        <p:nvSpPr>
          <p:cNvPr id="243" name="Google Shape;243;g2601a83bd95_0_93"/>
          <p:cNvSpPr/>
          <p:nvPr/>
        </p:nvSpPr>
        <p:spPr>
          <a:xfrm>
            <a:off x="2121300" y="41412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4</a:t>
            </a:r>
            <a:endParaRPr b="0" i="0" sz="2500" u="none" cap="none" strike="noStrike">
              <a:solidFill>
                <a:srgbClr val="000000"/>
              </a:solidFill>
              <a:latin typeface="Patrick Hand"/>
              <a:ea typeface="Patrick Hand"/>
              <a:cs typeface="Patrick Hand"/>
              <a:sym typeface="Patrick Hand"/>
            </a:endParaRPr>
          </a:p>
        </p:txBody>
      </p:sp>
      <p:sp>
        <p:nvSpPr>
          <p:cNvPr id="244" name="Google Shape;244;g2601a83bd95_0_93"/>
          <p:cNvSpPr/>
          <p:nvPr/>
        </p:nvSpPr>
        <p:spPr>
          <a:xfrm>
            <a:off x="5863975" y="41793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10</a:t>
            </a:r>
            <a:endParaRPr b="0" i="0" sz="2500" u="none" cap="none" strike="noStrike">
              <a:solidFill>
                <a:srgbClr val="000000"/>
              </a:solidFill>
              <a:latin typeface="Patrick Hand"/>
              <a:ea typeface="Patrick Hand"/>
              <a:cs typeface="Patrick Hand"/>
              <a:sym typeface="Patrick Hand"/>
            </a:endParaRPr>
          </a:p>
        </p:txBody>
      </p:sp>
      <p:sp>
        <p:nvSpPr>
          <p:cNvPr id="245" name="Google Shape;245;g2601a83bd95_0_93"/>
          <p:cNvSpPr/>
          <p:nvPr/>
        </p:nvSpPr>
        <p:spPr>
          <a:xfrm>
            <a:off x="5254375" y="41793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6</a:t>
            </a:r>
            <a:endParaRPr b="0" i="0" sz="2500" u="none" cap="none" strike="noStrike">
              <a:solidFill>
                <a:srgbClr val="000000"/>
              </a:solidFill>
              <a:latin typeface="Patrick Hand"/>
              <a:ea typeface="Patrick Hand"/>
              <a:cs typeface="Patrick Hand"/>
              <a:sym typeface="Patrick Hand"/>
            </a:endParaRPr>
          </a:p>
        </p:txBody>
      </p:sp>
      <p:sp>
        <p:nvSpPr>
          <p:cNvPr id="246" name="Google Shape;246;g2601a83bd95_0_93"/>
          <p:cNvSpPr/>
          <p:nvPr/>
        </p:nvSpPr>
        <p:spPr>
          <a:xfrm>
            <a:off x="9369175" y="429360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11</a:t>
            </a:r>
            <a:endParaRPr b="0" i="0" sz="2500" u="none" cap="none" strike="noStrike">
              <a:solidFill>
                <a:srgbClr val="000000"/>
              </a:solidFill>
              <a:latin typeface="Patrick Hand"/>
              <a:ea typeface="Patrick Hand"/>
              <a:cs typeface="Patrick Hand"/>
              <a:sym typeface="Patrick Hand"/>
            </a:endParaRPr>
          </a:p>
        </p:txBody>
      </p:sp>
      <p:sp>
        <p:nvSpPr>
          <p:cNvPr id="247" name="Google Shape;247;g2601a83bd95_0_93"/>
          <p:cNvSpPr/>
          <p:nvPr/>
        </p:nvSpPr>
        <p:spPr>
          <a:xfrm>
            <a:off x="8776100" y="429360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2</a:t>
            </a:r>
            <a:endParaRPr b="0" i="0" sz="2500" u="none" cap="none" strike="noStrike">
              <a:solidFill>
                <a:srgbClr val="000000"/>
              </a:solidFill>
              <a:latin typeface="Patrick Hand"/>
              <a:ea typeface="Patrick Hand"/>
              <a:cs typeface="Patrick Hand"/>
              <a:sym typeface="Patrick Hand"/>
            </a:endParaRPr>
          </a:p>
        </p:txBody>
      </p:sp>
      <p:cxnSp>
        <p:nvCxnSpPr>
          <p:cNvPr id="248" name="Google Shape;248;g2601a83bd95_0_93"/>
          <p:cNvCxnSpPr/>
          <p:nvPr/>
        </p:nvCxnSpPr>
        <p:spPr>
          <a:xfrm rot="10800000">
            <a:off x="271820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49" name="Google Shape;249;g2601a83bd95_0_93"/>
          <p:cNvCxnSpPr/>
          <p:nvPr/>
        </p:nvCxnSpPr>
        <p:spPr>
          <a:xfrm rot="10800000">
            <a:off x="225375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50" name="Google Shape;250;g2601a83bd95_0_93"/>
          <p:cNvCxnSpPr/>
          <p:nvPr/>
        </p:nvCxnSpPr>
        <p:spPr>
          <a:xfrm rot="10800000">
            <a:off x="5931325"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51" name="Google Shape;251;g2601a83bd95_0_93"/>
          <p:cNvCxnSpPr/>
          <p:nvPr/>
        </p:nvCxnSpPr>
        <p:spPr>
          <a:xfrm rot="10800000">
            <a:off x="5418950" y="490920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52" name="Google Shape;252;g2601a83bd95_0_93"/>
          <p:cNvCxnSpPr/>
          <p:nvPr/>
        </p:nvCxnSpPr>
        <p:spPr>
          <a:xfrm rot="10800000">
            <a:off x="9426725" y="50906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53" name="Google Shape;253;g2601a83bd95_0_93"/>
          <p:cNvCxnSpPr/>
          <p:nvPr/>
        </p:nvCxnSpPr>
        <p:spPr>
          <a:xfrm rot="10800000">
            <a:off x="8979325" y="4951275"/>
            <a:ext cx="390900" cy="248700"/>
          </a:xfrm>
          <a:prstGeom prst="straightConnector1">
            <a:avLst/>
          </a:prstGeom>
          <a:noFill/>
          <a:ln cap="flat" cmpd="sng" w="19050">
            <a:solidFill>
              <a:srgbClr val="009287"/>
            </a:solidFill>
            <a:prstDash val="solid"/>
            <a:round/>
            <a:headEnd len="sm" w="sm" type="none"/>
            <a:tailEnd len="sm" w="sm" type="none"/>
          </a:ln>
        </p:spPr>
      </p:cxnSp>
      <p:pic>
        <p:nvPicPr>
          <p:cNvPr id="254" name="Google Shape;254;g2601a83bd95_0_93"/>
          <p:cNvPicPr preferRelativeResize="0"/>
          <p:nvPr/>
        </p:nvPicPr>
        <p:blipFill>
          <a:blip r:embed="rId4">
            <a:alphaModFix/>
          </a:blip>
          <a:stretch>
            <a:fillRect/>
          </a:stretch>
        </p:blipFill>
        <p:spPr>
          <a:xfrm>
            <a:off x="11003875" y="51813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26da7a796fc_0_26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60" name="Google Shape;260;g26da7a796fc_0_26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61" name="Google Shape;261;g26da7a796fc_0_265"/>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62" name="Google Shape;262;g26da7a796fc_0_265"/>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263" name="Google Shape;263;g26da7a796fc_0_265"/>
          <p:cNvSpPr txBox="1"/>
          <p:nvPr/>
        </p:nvSpPr>
        <p:spPr>
          <a:xfrm>
            <a:off x="23025" y="814225"/>
            <a:ext cx="10515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2800" u="none" cap="none" strike="noStrike">
                <a:solidFill>
                  <a:schemeClr val="dk1"/>
                </a:solidFill>
                <a:latin typeface="Patrick Hand"/>
                <a:ea typeface="Patrick Hand"/>
                <a:cs typeface="Patrick Hand"/>
                <a:sym typeface="Patrick Hand"/>
              </a:rPr>
              <a:t>Abre tu cuaderno y resolvamos los siguientes ejercicios.</a:t>
            </a:r>
            <a:endParaRPr b="0" i="0" sz="200" u="none" cap="none" strike="noStrike">
              <a:solidFill>
                <a:srgbClr val="000000"/>
              </a:solidFill>
              <a:latin typeface="Arial"/>
              <a:ea typeface="Arial"/>
              <a:cs typeface="Arial"/>
              <a:sym typeface="Arial"/>
            </a:endParaRPr>
          </a:p>
        </p:txBody>
      </p:sp>
      <p:sp>
        <p:nvSpPr>
          <p:cNvPr id="264" name="Google Shape;264;g26da7a796fc_0_265"/>
          <p:cNvSpPr txBox="1"/>
          <p:nvPr/>
        </p:nvSpPr>
        <p:spPr>
          <a:xfrm>
            <a:off x="193182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6   2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4  8</a:t>
            </a:r>
            <a:endParaRPr b="0" i="0" sz="3400" u="none" cap="none" strike="noStrike">
              <a:solidFill>
                <a:srgbClr val="000000"/>
              </a:solidFill>
              <a:latin typeface="Patrick Hand"/>
              <a:ea typeface="Patrick Hand"/>
              <a:cs typeface="Patrick Hand"/>
              <a:sym typeface="Patrick Hand"/>
            </a:endParaRPr>
          </a:p>
        </p:txBody>
      </p:sp>
      <p:sp>
        <p:nvSpPr>
          <p:cNvPr id="265" name="Google Shape;265;g26da7a796fc_0_265"/>
          <p:cNvSpPr txBox="1"/>
          <p:nvPr/>
        </p:nvSpPr>
        <p:spPr>
          <a:xfrm>
            <a:off x="503827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4  6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2  8</a:t>
            </a:r>
            <a:endParaRPr b="0" i="0" sz="3400" u="none" cap="none" strike="noStrike">
              <a:solidFill>
                <a:srgbClr val="000000"/>
              </a:solidFill>
              <a:latin typeface="Patrick Hand"/>
              <a:ea typeface="Patrick Hand"/>
              <a:cs typeface="Patrick Hand"/>
              <a:sym typeface="Patrick Hand"/>
            </a:endParaRPr>
          </a:p>
        </p:txBody>
      </p:sp>
      <p:sp>
        <p:nvSpPr>
          <p:cNvPr id="266" name="Google Shape;266;g26da7a796fc_0_265"/>
          <p:cNvSpPr txBox="1"/>
          <p:nvPr/>
        </p:nvSpPr>
        <p:spPr>
          <a:xfrm>
            <a:off x="8584150"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5   5</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3  7</a:t>
            </a:r>
            <a:endParaRPr b="0" i="0" sz="3400" u="none" cap="none" strike="noStrike">
              <a:solidFill>
                <a:srgbClr val="000000"/>
              </a:solidFill>
              <a:latin typeface="Patrick Hand"/>
              <a:ea typeface="Patrick Hand"/>
              <a:cs typeface="Patrick Hand"/>
              <a:sym typeface="Patrick Hand"/>
            </a:endParaRPr>
          </a:p>
        </p:txBody>
      </p:sp>
      <p:sp>
        <p:nvSpPr>
          <p:cNvPr id="267" name="Google Shape;267;g26da7a796fc_0_265"/>
          <p:cNvSpPr txBox="1"/>
          <p:nvPr/>
        </p:nvSpPr>
        <p:spPr>
          <a:xfrm>
            <a:off x="1860750" y="45970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9   0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4   3</a:t>
            </a:r>
            <a:endParaRPr b="0" i="0" sz="3400" u="none" cap="none" strike="noStrike">
              <a:solidFill>
                <a:srgbClr val="000000"/>
              </a:solidFill>
              <a:latin typeface="Patrick Hand"/>
              <a:ea typeface="Patrick Hand"/>
              <a:cs typeface="Patrick Hand"/>
              <a:sym typeface="Patrick Hand"/>
            </a:endParaRPr>
          </a:p>
        </p:txBody>
      </p:sp>
      <p:sp>
        <p:nvSpPr>
          <p:cNvPr id="268" name="Google Shape;268;g26da7a796fc_0_265"/>
          <p:cNvSpPr txBox="1"/>
          <p:nvPr/>
        </p:nvSpPr>
        <p:spPr>
          <a:xfrm>
            <a:off x="5038275" y="46022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2  1 </a:t>
            </a:r>
            <a:endParaRPr b="0" i="0" sz="3400" u="none" cap="none" strike="noStrike">
              <a:solidFill>
                <a:srgbClr val="000000"/>
              </a:solidFill>
              <a:latin typeface="Patrick Hand"/>
              <a:ea typeface="Patrick Hand"/>
              <a:cs typeface="Patrick Hand"/>
              <a:sym typeface="Patrick Hand"/>
            </a:endParaRPr>
          </a:p>
        </p:txBody>
      </p:sp>
      <p:sp>
        <p:nvSpPr>
          <p:cNvPr id="269" name="Google Shape;269;g26da7a796fc_0_265"/>
          <p:cNvSpPr txBox="1"/>
          <p:nvPr/>
        </p:nvSpPr>
        <p:spPr>
          <a:xfrm>
            <a:off x="8584150" y="4754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3  3</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2  6  </a:t>
            </a:r>
            <a:endParaRPr b="0" i="0" sz="3400" u="none" cap="none" strike="noStrike">
              <a:solidFill>
                <a:srgbClr val="000000"/>
              </a:solidFill>
              <a:latin typeface="Patrick Hand"/>
              <a:ea typeface="Patrick Hand"/>
              <a:cs typeface="Patrick Hand"/>
              <a:sym typeface="Patrick Hand"/>
            </a:endParaRPr>
          </a:p>
        </p:txBody>
      </p:sp>
      <p:sp>
        <p:nvSpPr>
          <p:cNvPr id="270" name="Google Shape;270;g26da7a796fc_0_265"/>
          <p:cNvSpPr txBox="1"/>
          <p:nvPr/>
        </p:nvSpPr>
        <p:spPr>
          <a:xfrm>
            <a:off x="22537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1  4</a:t>
            </a:r>
            <a:endParaRPr b="0" i="0" sz="1400" u="none" cap="none" strike="noStrike">
              <a:solidFill>
                <a:srgbClr val="000000"/>
              </a:solidFill>
              <a:latin typeface="Arial"/>
              <a:ea typeface="Arial"/>
              <a:cs typeface="Arial"/>
              <a:sym typeface="Arial"/>
            </a:endParaRPr>
          </a:p>
        </p:txBody>
      </p:sp>
      <p:sp>
        <p:nvSpPr>
          <p:cNvPr id="271" name="Google Shape;271;g26da7a796fc_0_265"/>
          <p:cNvSpPr txBox="1"/>
          <p:nvPr/>
        </p:nvSpPr>
        <p:spPr>
          <a:xfrm>
            <a:off x="54570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1   8</a:t>
            </a:r>
            <a:endParaRPr b="0" i="0" sz="1400" u="none" cap="none" strike="noStrike">
              <a:solidFill>
                <a:srgbClr val="000000"/>
              </a:solidFill>
              <a:latin typeface="Arial"/>
              <a:ea typeface="Arial"/>
              <a:cs typeface="Arial"/>
              <a:sym typeface="Arial"/>
            </a:endParaRPr>
          </a:p>
        </p:txBody>
      </p:sp>
      <p:cxnSp>
        <p:nvCxnSpPr>
          <p:cNvPr id="272" name="Google Shape;272;g26da7a796fc_0_265"/>
          <p:cNvCxnSpPr/>
          <p:nvPr/>
        </p:nvCxnSpPr>
        <p:spPr>
          <a:xfrm>
            <a:off x="88834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273" name="Google Shape;273;g26da7a796fc_0_265"/>
          <p:cNvCxnSpPr/>
          <p:nvPr/>
        </p:nvCxnSpPr>
        <p:spPr>
          <a:xfrm>
            <a:off x="53020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274" name="Google Shape;274;g26da7a796fc_0_265"/>
          <p:cNvCxnSpPr/>
          <p:nvPr/>
        </p:nvCxnSpPr>
        <p:spPr>
          <a:xfrm>
            <a:off x="2177825" y="2967050"/>
            <a:ext cx="1172700" cy="0"/>
          </a:xfrm>
          <a:prstGeom prst="straightConnector1">
            <a:avLst/>
          </a:prstGeom>
          <a:noFill/>
          <a:ln cap="flat" cmpd="sng" w="9525">
            <a:solidFill>
              <a:schemeClr val="dk1"/>
            </a:solidFill>
            <a:prstDash val="solid"/>
            <a:round/>
            <a:headEnd len="sm" w="sm" type="none"/>
            <a:tailEnd len="sm" w="sm" type="none"/>
          </a:ln>
        </p:spPr>
      </p:cxnSp>
      <p:sp>
        <p:nvSpPr>
          <p:cNvPr id="275" name="Google Shape;275;g26da7a796fc_0_265"/>
          <p:cNvSpPr txBox="1"/>
          <p:nvPr/>
        </p:nvSpPr>
        <p:spPr>
          <a:xfrm>
            <a:off x="9048425" y="2967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1  8</a:t>
            </a:r>
            <a:endParaRPr b="0" i="0" sz="1400" u="none" cap="none" strike="noStrike">
              <a:solidFill>
                <a:srgbClr val="000000"/>
              </a:solidFill>
              <a:latin typeface="Arial"/>
              <a:ea typeface="Arial"/>
              <a:cs typeface="Arial"/>
              <a:sym typeface="Arial"/>
            </a:endParaRPr>
          </a:p>
        </p:txBody>
      </p:sp>
      <p:cxnSp>
        <p:nvCxnSpPr>
          <p:cNvPr id="276" name="Google Shape;276;g26da7a796fc_0_265"/>
          <p:cNvCxnSpPr/>
          <p:nvPr/>
        </p:nvCxnSpPr>
        <p:spPr>
          <a:xfrm>
            <a:off x="8883425" y="5862650"/>
            <a:ext cx="1172700" cy="0"/>
          </a:xfrm>
          <a:prstGeom prst="straightConnector1">
            <a:avLst/>
          </a:prstGeom>
          <a:noFill/>
          <a:ln cap="flat" cmpd="sng" w="9525">
            <a:solidFill>
              <a:schemeClr val="dk1"/>
            </a:solidFill>
            <a:prstDash val="solid"/>
            <a:round/>
            <a:headEnd len="sm" w="sm" type="none"/>
            <a:tailEnd len="sm" w="sm" type="none"/>
          </a:ln>
        </p:spPr>
      </p:cxnSp>
      <p:cxnSp>
        <p:nvCxnSpPr>
          <p:cNvPr id="277" name="Google Shape;277;g26da7a796fc_0_265"/>
          <p:cNvCxnSpPr/>
          <p:nvPr/>
        </p:nvCxnSpPr>
        <p:spPr>
          <a:xfrm>
            <a:off x="5302025" y="5786450"/>
            <a:ext cx="1172700" cy="0"/>
          </a:xfrm>
          <a:prstGeom prst="straightConnector1">
            <a:avLst/>
          </a:prstGeom>
          <a:noFill/>
          <a:ln cap="flat" cmpd="sng" w="9525">
            <a:solidFill>
              <a:schemeClr val="dk1"/>
            </a:solidFill>
            <a:prstDash val="solid"/>
            <a:round/>
            <a:headEnd len="sm" w="sm" type="none"/>
            <a:tailEnd len="sm" w="sm" type="none"/>
          </a:ln>
        </p:spPr>
      </p:cxnSp>
      <p:cxnSp>
        <p:nvCxnSpPr>
          <p:cNvPr id="278" name="Google Shape;278;g26da7a796fc_0_265"/>
          <p:cNvCxnSpPr/>
          <p:nvPr/>
        </p:nvCxnSpPr>
        <p:spPr>
          <a:xfrm>
            <a:off x="2101625" y="5786450"/>
            <a:ext cx="1172700" cy="0"/>
          </a:xfrm>
          <a:prstGeom prst="straightConnector1">
            <a:avLst/>
          </a:prstGeom>
          <a:noFill/>
          <a:ln cap="flat" cmpd="sng" w="9525">
            <a:solidFill>
              <a:schemeClr val="dk1"/>
            </a:solidFill>
            <a:prstDash val="solid"/>
            <a:round/>
            <a:headEnd len="sm" w="sm" type="none"/>
            <a:tailEnd len="sm" w="sm" type="none"/>
          </a:ln>
        </p:spPr>
      </p:cxnSp>
      <p:sp>
        <p:nvSpPr>
          <p:cNvPr id="279" name="Google Shape;279;g26da7a796fc_0_265"/>
          <p:cNvSpPr txBox="1"/>
          <p:nvPr/>
        </p:nvSpPr>
        <p:spPr>
          <a:xfrm>
            <a:off x="8972225" y="57864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7</a:t>
            </a:r>
            <a:endParaRPr b="0" i="0" sz="1400" u="none" cap="none" strike="noStrike">
              <a:solidFill>
                <a:srgbClr val="000000"/>
              </a:solidFill>
              <a:latin typeface="Arial"/>
              <a:ea typeface="Arial"/>
              <a:cs typeface="Arial"/>
              <a:sym typeface="Arial"/>
            </a:endParaRPr>
          </a:p>
        </p:txBody>
      </p:sp>
      <p:sp>
        <p:nvSpPr>
          <p:cNvPr id="280" name="Google Shape;280;g26da7a796fc_0_265"/>
          <p:cNvSpPr txBox="1"/>
          <p:nvPr/>
        </p:nvSpPr>
        <p:spPr>
          <a:xfrm>
            <a:off x="5467025" y="57102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4  9</a:t>
            </a:r>
            <a:endParaRPr b="0" i="0" sz="1400" u="none" cap="none" strike="noStrike">
              <a:solidFill>
                <a:srgbClr val="000000"/>
              </a:solidFill>
              <a:latin typeface="Arial"/>
              <a:ea typeface="Arial"/>
              <a:cs typeface="Arial"/>
              <a:sym typeface="Arial"/>
            </a:endParaRPr>
          </a:p>
        </p:txBody>
      </p:sp>
      <p:sp>
        <p:nvSpPr>
          <p:cNvPr id="281" name="Google Shape;281;g26da7a796fc_0_265"/>
          <p:cNvSpPr txBox="1"/>
          <p:nvPr/>
        </p:nvSpPr>
        <p:spPr>
          <a:xfrm>
            <a:off x="2197500" y="57102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4  7</a:t>
            </a:r>
            <a:endParaRPr b="0" i="0" sz="1400" u="none" cap="none" strike="noStrike">
              <a:solidFill>
                <a:srgbClr val="000000"/>
              </a:solidFill>
              <a:latin typeface="Arial"/>
              <a:ea typeface="Arial"/>
              <a:cs typeface="Arial"/>
              <a:sym typeface="Arial"/>
            </a:endParaRPr>
          </a:p>
        </p:txBody>
      </p:sp>
      <p:sp>
        <p:nvSpPr>
          <p:cNvPr id="282" name="Google Shape;282;g26da7a796fc_0_265"/>
          <p:cNvSpPr/>
          <p:nvPr/>
        </p:nvSpPr>
        <p:spPr>
          <a:xfrm>
            <a:off x="2748725" y="1351275"/>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12</a:t>
            </a:r>
            <a:endParaRPr b="0" i="0" sz="2500" u="none" cap="none" strike="noStrike">
              <a:solidFill>
                <a:srgbClr val="000000"/>
              </a:solidFill>
              <a:latin typeface="Patrick Hand"/>
              <a:ea typeface="Patrick Hand"/>
              <a:cs typeface="Patrick Hand"/>
              <a:sym typeface="Patrick Hand"/>
            </a:endParaRPr>
          </a:p>
        </p:txBody>
      </p:sp>
      <p:sp>
        <p:nvSpPr>
          <p:cNvPr id="283" name="Google Shape;283;g26da7a796fc_0_265"/>
          <p:cNvSpPr/>
          <p:nvPr/>
        </p:nvSpPr>
        <p:spPr>
          <a:xfrm>
            <a:off x="2121300" y="133105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5</a:t>
            </a:r>
            <a:endParaRPr b="0" i="0" sz="2500" u="none" cap="none" strike="noStrike">
              <a:solidFill>
                <a:srgbClr val="000000"/>
              </a:solidFill>
              <a:latin typeface="Patrick Hand"/>
              <a:ea typeface="Patrick Hand"/>
              <a:cs typeface="Patrick Hand"/>
              <a:sym typeface="Patrick Hand"/>
            </a:endParaRPr>
          </a:p>
        </p:txBody>
      </p:sp>
      <p:cxnSp>
        <p:nvCxnSpPr>
          <p:cNvPr id="284" name="Google Shape;284;g26da7a796fc_0_265"/>
          <p:cNvCxnSpPr/>
          <p:nvPr/>
        </p:nvCxnSpPr>
        <p:spPr>
          <a:xfrm rot="10800000">
            <a:off x="2807125" y="2132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85" name="Google Shape;285;g26da7a796fc_0_265"/>
          <p:cNvCxnSpPr/>
          <p:nvPr/>
        </p:nvCxnSpPr>
        <p:spPr>
          <a:xfrm rot="10800000">
            <a:off x="23499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86" name="Google Shape;286;g26da7a796fc_0_265"/>
          <p:cNvCxnSpPr/>
          <p:nvPr/>
        </p:nvCxnSpPr>
        <p:spPr>
          <a:xfrm rot="10800000">
            <a:off x="54741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87" name="Google Shape;287;g26da7a796fc_0_265"/>
          <p:cNvCxnSpPr/>
          <p:nvPr/>
        </p:nvCxnSpPr>
        <p:spPr>
          <a:xfrm rot="10800000">
            <a:off x="5855125" y="2055850"/>
            <a:ext cx="390900" cy="248700"/>
          </a:xfrm>
          <a:prstGeom prst="straightConnector1">
            <a:avLst/>
          </a:prstGeom>
          <a:noFill/>
          <a:ln cap="flat" cmpd="sng" w="19050">
            <a:solidFill>
              <a:srgbClr val="009287"/>
            </a:solidFill>
            <a:prstDash val="solid"/>
            <a:round/>
            <a:headEnd len="sm" w="sm" type="none"/>
            <a:tailEnd len="sm" w="sm" type="none"/>
          </a:ln>
        </p:spPr>
      </p:cxnSp>
      <p:sp>
        <p:nvSpPr>
          <p:cNvPr id="288" name="Google Shape;288;g26da7a796fc_0_265"/>
          <p:cNvSpPr/>
          <p:nvPr/>
        </p:nvSpPr>
        <p:spPr>
          <a:xfrm>
            <a:off x="5796725" y="1351275"/>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16</a:t>
            </a:r>
            <a:endParaRPr b="0" i="0" sz="2500" u="none" cap="none" strike="noStrike">
              <a:solidFill>
                <a:srgbClr val="000000"/>
              </a:solidFill>
              <a:latin typeface="Patrick Hand"/>
              <a:ea typeface="Patrick Hand"/>
              <a:cs typeface="Patrick Hand"/>
              <a:sym typeface="Patrick Hand"/>
            </a:endParaRPr>
          </a:p>
        </p:txBody>
      </p:sp>
      <p:sp>
        <p:nvSpPr>
          <p:cNvPr id="289" name="Google Shape;289;g26da7a796fc_0_265"/>
          <p:cNvSpPr/>
          <p:nvPr/>
        </p:nvSpPr>
        <p:spPr>
          <a:xfrm>
            <a:off x="5169300" y="133105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3</a:t>
            </a:r>
            <a:endParaRPr b="0" i="0" sz="2500" u="none" cap="none" strike="noStrike">
              <a:solidFill>
                <a:srgbClr val="000000"/>
              </a:solidFill>
              <a:latin typeface="Patrick Hand"/>
              <a:ea typeface="Patrick Hand"/>
              <a:cs typeface="Patrick Hand"/>
              <a:sym typeface="Patrick Hand"/>
            </a:endParaRPr>
          </a:p>
        </p:txBody>
      </p:sp>
      <p:sp>
        <p:nvSpPr>
          <p:cNvPr id="290" name="Google Shape;290;g26da7a796fc_0_265"/>
          <p:cNvSpPr/>
          <p:nvPr/>
        </p:nvSpPr>
        <p:spPr>
          <a:xfrm>
            <a:off x="9301925" y="1427475"/>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15</a:t>
            </a:r>
            <a:endParaRPr b="0" i="0" sz="2500" u="none" cap="none" strike="noStrike">
              <a:solidFill>
                <a:srgbClr val="000000"/>
              </a:solidFill>
              <a:latin typeface="Patrick Hand"/>
              <a:ea typeface="Patrick Hand"/>
              <a:cs typeface="Patrick Hand"/>
              <a:sym typeface="Patrick Hand"/>
            </a:endParaRPr>
          </a:p>
        </p:txBody>
      </p:sp>
      <p:sp>
        <p:nvSpPr>
          <p:cNvPr id="291" name="Google Shape;291;g26da7a796fc_0_265"/>
          <p:cNvSpPr/>
          <p:nvPr/>
        </p:nvSpPr>
        <p:spPr>
          <a:xfrm>
            <a:off x="8674500" y="140725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  4</a:t>
            </a:r>
            <a:endParaRPr b="0" i="0" sz="2500" u="none" cap="none" strike="noStrike">
              <a:solidFill>
                <a:srgbClr val="000000"/>
              </a:solidFill>
              <a:latin typeface="Patrick Hand"/>
              <a:ea typeface="Patrick Hand"/>
              <a:cs typeface="Patrick Hand"/>
              <a:sym typeface="Patrick Hand"/>
            </a:endParaRPr>
          </a:p>
        </p:txBody>
      </p:sp>
      <p:cxnSp>
        <p:nvCxnSpPr>
          <p:cNvPr id="292" name="Google Shape;292;g26da7a796fc_0_265"/>
          <p:cNvCxnSpPr/>
          <p:nvPr/>
        </p:nvCxnSpPr>
        <p:spPr>
          <a:xfrm rot="10800000">
            <a:off x="94365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93" name="Google Shape;293;g26da7a796fc_0_265"/>
          <p:cNvCxnSpPr/>
          <p:nvPr/>
        </p:nvCxnSpPr>
        <p:spPr>
          <a:xfrm rot="10800000">
            <a:off x="8979325" y="2055850"/>
            <a:ext cx="390900" cy="248700"/>
          </a:xfrm>
          <a:prstGeom prst="straightConnector1">
            <a:avLst/>
          </a:prstGeom>
          <a:noFill/>
          <a:ln cap="flat" cmpd="sng" w="19050">
            <a:solidFill>
              <a:srgbClr val="009287"/>
            </a:solidFill>
            <a:prstDash val="solid"/>
            <a:round/>
            <a:headEnd len="sm" w="sm" type="none"/>
            <a:tailEnd len="sm" w="sm" type="none"/>
          </a:ln>
        </p:spPr>
      </p:cxnSp>
      <p:sp>
        <p:nvSpPr>
          <p:cNvPr id="294" name="Google Shape;294;g26da7a796fc_0_265"/>
          <p:cNvSpPr/>
          <p:nvPr/>
        </p:nvSpPr>
        <p:spPr>
          <a:xfrm>
            <a:off x="2739775" y="41793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10</a:t>
            </a:r>
            <a:endParaRPr b="0" i="0" sz="2500" u="none" cap="none" strike="noStrike">
              <a:solidFill>
                <a:srgbClr val="000000"/>
              </a:solidFill>
              <a:latin typeface="Patrick Hand"/>
              <a:ea typeface="Patrick Hand"/>
              <a:cs typeface="Patrick Hand"/>
              <a:sym typeface="Patrick Hand"/>
            </a:endParaRPr>
          </a:p>
        </p:txBody>
      </p:sp>
      <p:sp>
        <p:nvSpPr>
          <p:cNvPr id="295" name="Google Shape;295;g26da7a796fc_0_265"/>
          <p:cNvSpPr/>
          <p:nvPr/>
        </p:nvSpPr>
        <p:spPr>
          <a:xfrm>
            <a:off x="2121300" y="41412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8</a:t>
            </a:r>
            <a:endParaRPr b="0" i="0" sz="2500" u="none" cap="none" strike="noStrike">
              <a:solidFill>
                <a:srgbClr val="000000"/>
              </a:solidFill>
              <a:latin typeface="Patrick Hand"/>
              <a:ea typeface="Patrick Hand"/>
              <a:cs typeface="Patrick Hand"/>
              <a:sym typeface="Patrick Hand"/>
            </a:endParaRPr>
          </a:p>
        </p:txBody>
      </p:sp>
      <p:sp>
        <p:nvSpPr>
          <p:cNvPr id="296" name="Google Shape;296;g26da7a796fc_0_265"/>
          <p:cNvSpPr/>
          <p:nvPr/>
        </p:nvSpPr>
        <p:spPr>
          <a:xfrm>
            <a:off x="5863975" y="41793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10</a:t>
            </a:r>
            <a:endParaRPr b="0" i="0" sz="2500" u="none" cap="none" strike="noStrike">
              <a:solidFill>
                <a:srgbClr val="000000"/>
              </a:solidFill>
              <a:latin typeface="Patrick Hand"/>
              <a:ea typeface="Patrick Hand"/>
              <a:cs typeface="Patrick Hand"/>
              <a:sym typeface="Patrick Hand"/>
            </a:endParaRPr>
          </a:p>
        </p:txBody>
      </p:sp>
      <p:sp>
        <p:nvSpPr>
          <p:cNvPr id="297" name="Google Shape;297;g26da7a796fc_0_265"/>
          <p:cNvSpPr/>
          <p:nvPr/>
        </p:nvSpPr>
        <p:spPr>
          <a:xfrm>
            <a:off x="5254375" y="41793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3</a:t>
            </a:r>
            <a:endParaRPr b="0" i="0" sz="2500" u="none" cap="none" strike="noStrike">
              <a:solidFill>
                <a:srgbClr val="000000"/>
              </a:solidFill>
              <a:latin typeface="Patrick Hand"/>
              <a:ea typeface="Patrick Hand"/>
              <a:cs typeface="Patrick Hand"/>
              <a:sym typeface="Patrick Hand"/>
            </a:endParaRPr>
          </a:p>
        </p:txBody>
      </p:sp>
      <p:sp>
        <p:nvSpPr>
          <p:cNvPr id="298" name="Google Shape;298;g26da7a796fc_0_265"/>
          <p:cNvSpPr/>
          <p:nvPr/>
        </p:nvSpPr>
        <p:spPr>
          <a:xfrm>
            <a:off x="9369175" y="429360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13</a:t>
            </a:r>
            <a:endParaRPr b="0" i="0" sz="2500" u="none" cap="none" strike="noStrike">
              <a:solidFill>
                <a:srgbClr val="000000"/>
              </a:solidFill>
              <a:latin typeface="Patrick Hand"/>
              <a:ea typeface="Patrick Hand"/>
              <a:cs typeface="Patrick Hand"/>
              <a:sym typeface="Patrick Hand"/>
            </a:endParaRPr>
          </a:p>
        </p:txBody>
      </p:sp>
      <p:sp>
        <p:nvSpPr>
          <p:cNvPr id="299" name="Google Shape;299;g26da7a796fc_0_265"/>
          <p:cNvSpPr/>
          <p:nvPr/>
        </p:nvSpPr>
        <p:spPr>
          <a:xfrm>
            <a:off x="8776100" y="429360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2</a:t>
            </a:r>
            <a:endParaRPr b="0" i="0" sz="2500" u="none" cap="none" strike="noStrike">
              <a:solidFill>
                <a:srgbClr val="000000"/>
              </a:solidFill>
              <a:latin typeface="Patrick Hand"/>
              <a:ea typeface="Patrick Hand"/>
              <a:cs typeface="Patrick Hand"/>
              <a:sym typeface="Patrick Hand"/>
            </a:endParaRPr>
          </a:p>
        </p:txBody>
      </p:sp>
      <p:cxnSp>
        <p:nvCxnSpPr>
          <p:cNvPr id="300" name="Google Shape;300;g26da7a796fc_0_265"/>
          <p:cNvCxnSpPr/>
          <p:nvPr/>
        </p:nvCxnSpPr>
        <p:spPr>
          <a:xfrm rot="10800000">
            <a:off x="271820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01" name="Google Shape;301;g26da7a796fc_0_265"/>
          <p:cNvCxnSpPr/>
          <p:nvPr/>
        </p:nvCxnSpPr>
        <p:spPr>
          <a:xfrm rot="10800000">
            <a:off x="225375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02" name="Google Shape;302;g26da7a796fc_0_265"/>
          <p:cNvCxnSpPr/>
          <p:nvPr/>
        </p:nvCxnSpPr>
        <p:spPr>
          <a:xfrm rot="10800000">
            <a:off x="5931325"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03" name="Google Shape;303;g26da7a796fc_0_265"/>
          <p:cNvCxnSpPr/>
          <p:nvPr/>
        </p:nvCxnSpPr>
        <p:spPr>
          <a:xfrm rot="10800000">
            <a:off x="5418950" y="490920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04" name="Google Shape;304;g26da7a796fc_0_265"/>
          <p:cNvCxnSpPr/>
          <p:nvPr/>
        </p:nvCxnSpPr>
        <p:spPr>
          <a:xfrm rot="10800000">
            <a:off x="9426725" y="50906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05" name="Google Shape;305;g26da7a796fc_0_265"/>
          <p:cNvCxnSpPr/>
          <p:nvPr/>
        </p:nvCxnSpPr>
        <p:spPr>
          <a:xfrm rot="10800000">
            <a:off x="8979325" y="4951275"/>
            <a:ext cx="390900" cy="248700"/>
          </a:xfrm>
          <a:prstGeom prst="straightConnector1">
            <a:avLst/>
          </a:prstGeom>
          <a:noFill/>
          <a:ln cap="flat" cmpd="sng" w="19050">
            <a:solidFill>
              <a:srgbClr val="009287"/>
            </a:solidFill>
            <a:prstDash val="solid"/>
            <a:round/>
            <a:headEnd len="sm" w="sm" type="none"/>
            <a:tailEnd len="sm" w="sm" type="none"/>
          </a:ln>
        </p:spPr>
      </p:cxnSp>
      <p:pic>
        <p:nvPicPr>
          <p:cNvPr id="306" name="Google Shape;306;g26da7a796fc_0_265"/>
          <p:cNvPicPr preferRelativeResize="0"/>
          <p:nvPr/>
        </p:nvPicPr>
        <p:blipFill>
          <a:blip r:embed="rId4">
            <a:alphaModFix/>
          </a:blip>
          <a:stretch>
            <a:fillRect/>
          </a:stretch>
        </p:blipFill>
        <p:spPr>
          <a:xfrm>
            <a:off x="11003875" y="51813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g265ba42d36c_0_94"/>
          <p:cNvPicPr preferRelativeResize="0"/>
          <p:nvPr/>
        </p:nvPicPr>
        <p:blipFill rotWithShape="1">
          <a:blip r:embed="rId3">
            <a:alphaModFix amt="52000"/>
          </a:blip>
          <a:srcRect b="0" l="0" r="0" t="0"/>
          <a:stretch/>
        </p:blipFill>
        <p:spPr>
          <a:xfrm>
            <a:off x="3200898" y="2298710"/>
            <a:ext cx="310900" cy="2260580"/>
          </a:xfrm>
          <a:prstGeom prst="rect">
            <a:avLst/>
          </a:prstGeom>
          <a:noFill/>
          <a:ln>
            <a:noFill/>
          </a:ln>
        </p:spPr>
      </p:pic>
      <p:sp>
        <p:nvSpPr>
          <p:cNvPr id="312" name="Google Shape;312;g265ba42d36c_0_94"/>
          <p:cNvSpPr/>
          <p:nvPr/>
        </p:nvSpPr>
        <p:spPr>
          <a:xfrm>
            <a:off x="3086683" y="2176033"/>
            <a:ext cx="510300" cy="2425500"/>
          </a:xfrm>
          <a:prstGeom prst="ellipse">
            <a:avLst/>
          </a:prstGeom>
          <a:noFill/>
          <a:ln cap="flat" cmpd="sng" w="38100">
            <a:solidFill>
              <a:srgbClr val="28A19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313" name="Google Shape;313;g265ba42d36c_0_94"/>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14" name="Google Shape;314;g265ba42d36c_0_94"/>
          <p:cNvSpPr txBox="1"/>
          <p:nvPr/>
        </p:nvSpPr>
        <p:spPr>
          <a:xfrm>
            <a:off x="6484900" y="3870567"/>
            <a:ext cx="49365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4"/>
              </a:rPr>
              <a:t>https://forms.gle/5E925VKCStzyAt5i7</a:t>
            </a:r>
            <a:r>
              <a:rPr b="1" lang="es-ES" sz="1900">
                <a:latin typeface="Calibri"/>
                <a:ea typeface="Calibri"/>
                <a:cs typeface="Calibri"/>
                <a:sym typeface="Calibri"/>
              </a:rPr>
              <a:t> </a:t>
            </a:r>
            <a:endParaRPr sz="1900"/>
          </a:p>
        </p:txBody>
      </p:sp>
      <p:pic>
        <p:nvPicPr>
          <p:cNvPr id="315" name="Google Shape;315;g265ba42d36c_0_94"/>
          <p:cNvPicPr preferRelativeResize="0"/>
          <p:nvPr/>
        </p:nvPicPr>
        <p:blipFill rotWithShape="1">
          <a:blip r:embed="rId3">
            <a:alphaModFix/>
          </a:blip>
          <a:srcRect b="0" l="0" r="0" t="0"/>
          <a:stretch/>
        </p:blipFill>
        <p:spPr>
          <a:xfrm>
            <a:off x="2554698" y="2298710"/>
            <a:ext cx="310900" cy="2260580"/>
          </a:xfrm>
          <a:prstGeom prst="rect">
            <a:avLst/>
          </a:prstGeom>
          <a:noFill/>
          <a:ln>
            <a:noFill/>
          </a:ln>
        </p:spPr>
      </p:pic>
      <p:sp>
        <p:nvSpPr>
          <p:cNvPr id="316" name="Google Shape;316;g265ba42d36c_0_94"/>
          <p:cNvSpPr txBox="1"/>
          <p:nvPr/>
        </p:nvSpPr>
        <p:spPr>
          <a:xfrm>
            <a:off x="2341367" y="1485117"/>
            <a:ext cx="3999900" cy="8772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5300"/>
              <a:buFont typeface="Arial"/>
              <a:buNone/>
            </a:pPr>
            <a:r>
              <a:rPr b="0" i="0" lang="es-ES" sz="4100" u="none" cap="none" strike="noStrike">
                <a:solidFill>
                  <a:srgbClr val="000000"/>
                </a:solidFill>
                <a:latin typeface="Patrick Hand"/>
                <a:ea typeface="Patrick Hand"/>
                <a:cs typeface="Patrick Hand"/>
                <a:sym typeface="Patrick Hand"/>
              </a:rPr>
              <a:t>D           U</a:t>
            </a:r>
            <a:endParaRPr b="0" i="0" sz="700" u="none" cap="none" strike="noStrike">
              <a:solidFill>
                <a:srgbClr val="000000"/>
              </a:solidFill>
              <a:latin typeface="Arial"/>
              <a:ea typeface="Arial"/>
              <a:cs typeface="Arial"/>
              <a:sym typeface="Arial"/>
            </a:endParaRPr>
          </a:p>
        </p:txBody>
      </p:sp>
      <p:cxnSp>
        <p:nvCxnSpPr>
          <p:cNvPr id="317" name="Google Shape;317;g265ba42d36c_0_94"/>
          <p:cNvCxnSpPr/>
          <p:nvPr/>
        </p:nvCxnSpPr>
        <p:spPr>
          <a:xfrm>
            <a:off x="3847067" y="2141300"/>
            <a:ext cx="0" cy="3588000"/>
          </a:xfrm>
          <a:prstGeom prst="straightConnector1">
            <a:avLst/>
          </a:prstGeom>
          <a:noFill/>
          <a:ln cap="flat" cmpd="sng" w="9525">
            <a:solidFill>
              <a:srgbClr val="009287"/>
            </a:solidFill>
            <a:prstDash val="solid"/>
            <a:round/>
            <a:headEnd len="sm" w="sm" type="none"/>
            <a:tailEnd len="sm" w="sm" type="none"/>
          </a:ln>
        </p:spPr>
      </p:cxnSp>
      <p:cxnSp>
        <p:nvCxnSpPr>
          <p:cNvPr id="318" name="Google Shape;318;g265ba42d36c_0_94"/>
          <p:cNvCxnSpPr/>
          <p:nvPr/>
        </p:nvCxnSpPr>
        <p:spPr>
          <a:xfrm flipH="1" rot="10800000">
            <a:off x="1288733" y="4645067"/>
            <a:ext cx="4690500" cy="47100"/>
          </a:xfrm>
          <a:prstGeom prst="straightConnector1">
            <a:avLst/>
          </a:prstGeom>
          <a:noFill/>
          <a:ln cap="flat" cmpd="sng" w="9525">
            <a:solidFill>
              <a:srgbClr val="009287"/>
            </a:solidFill>
            <a:prstDash val="solid"/>
            <a:round/>
            <a:headEnd len="sm" w="sm" type="none"/>
            <a:tailEnd len="sm" w="sm" type="none"/>
          </a:ln>
        </p:spPr>
      </p:cxnSp>
      <p:sp>
        <p:nvSpPr>
          <p:cNvPr id="319" name="Google Shape;319;g265ba42d36c_0_94"/>
          <p:cNvSpPr txBox="1"/>
          <p:nvPr/>
        </p:nvSpPr>
        <p:spPr>
          <a:xfrm>
            <a:off x="8387517" y="3686367"/>
            <a:ext cx="1530000" cy="538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500"/>
              <a:buFont typeface="Arial"/>
              <a:buNone/>
            </a:pPr>
            <a:r>
              <a:t/>
            </a:r>
            <a:endParaRPr b="0" i="0" sz="1900" u="none" cap="none" strike="noStrike">
              <a:solidFill>
                <a:srgbClr val="000000"/>
              </a:solidFill>
              <a:latin typeface="Arial"/>
              <a:ea typeface="Arial"/>
              <a:cs typeface="Arial"/>
              <a:sym typeface="Arial"/>
            </a:endParaRPr>
          </a:p>
        </p:txBody>
      </p:sp>
      <p:cxnSp>
        <p:nvCxnSpPr>
          <p:cNvPr id="320" name="Google Shape;320;g265ba42d36c_0_94"/>
          <p:cNvCxnSpPr/>
          <p:nvPr/>
        </p:nvCxnSpPr>
        <p:spPr>
          <a:xfrm>
            <a:off x="8184683" y="3814800"/>
            <a:ext cx="1563600" cy="0"/>
          </a:xfrm>
          <a:prstGeom prst="straightConnector1">
            <a:avLst/>
          </a:prstGeom>
          <a:noFill/>
          <a:ln cap="flat" cmpd="sng" w="9525">
            <a:solidFill>
              <a:srgbClr val="000000"/>
            </a:solidFill>
            <a:prstDash val="solid"/>
            <a:round/>
            <a:headEnd len="sm" w="sm" type="none"/>
            <a:tailEnd len="sm" w="sm" type="none"/>
          </a:ln>
        </p:spPr>
      </p:cxnSp>
      <p:sp>
        <p:nvSpPr>
          <p:cNvPr id="321" name="Google Shape;321;g265ba42d36c_0_94"/>
          <p:cNvSpPr txBox="1"/>
          <p:nvPr/>
        </p:nvSpPr>
        <p:spPr>
          <a:xfrm>
            <a:off x="1498500" y="5731533"/>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2) ¿Cuál es el resultado?</a:t>
            </a:r>
            <a:endParaRPr sz="1900"/>
          </a:p>
        </p:txBody>
      </p:sp>
      <p:pic>
        <p:nvPicPr>
          <p:cNvPr id="322" name="Google Shape;322;g265ba42d36c_0_94"/>
          <p:cNvPicPr preferRelativeResize="0"/>
          <p:nvPr/>
        </p:nvPicPr>
        <p:blipFill rotWithShape="1">
          <a:blip r:embed="rId3">
            <a:alphaModFix/>
          </a:blip>
          <a:srcRect b="0" l="0" r="0" t="0"/>
          <a:stretch/>
        </p:blipFill>
        <p:spPr>
          <a:xfrm>
            <a:off x="1813698" y="2298710"/>
            <a:ext cx="310900" cy="2260580"/>
          </a:xfrm>
          <a:prstGeom prst="rect">
            <a:avLst/>
          </a:prstGeom>
          <a:noFill/>
          <a:ln>
            <a:noFill/>
          </a:ln>
        </p:spPr>
      </p:pic>
      <p:pic>
        <p:nvPicPr>
          <p:cNvPr id="323" name="Google Shape;323;g265ba42d36c_0_94"/>
          <p:cNvPicPr preferRelativeResize="0"/>
          <p:nvPr/>
        </p:nvPicPr>
        <p:blipFill rotWithShape="1">
          <a:blip r:embed="rId3">
            <a:alphaModFix/>
          </a:blip>
          <a:srcRect b="0" l="0" r="0" t="0"/>
          <a:stretch/>
        </p:blipFill>
        <p:spPr>
          <a:xfrm>
            <a:off x="2172415" y="2298710"/>
            <a:ext cx="310900" cy="2260580"/>
          </a:xfrm>
          <a:prstGeom prst="rect">
            <a:avLst/>
          </a:prstGeom>
          <a:noFill/>
          <a:ln>
            <a:noFill/>
          </a:ln>
        </p:spPr>
      </p:pic>
      <p:pic>
        <p:nvPicPr>
          <p:cNvPr id="324" name="Google Shape;324;g265ba42d36c_0_94"/>
          <p:cNvPicPr preferRelativeResize="0"/>
          <p:nvPr/>
        </p:nvPicPr>
        <p:blipFill rotWithShape="1">
          <a:blip r:embed="rId5">
            <a:alphaModFix/>
          </a:blip>
          <a:srcRect b="0" l="0" r="0" t="0"/>
          <a:stretch/>
        </p:blipFill>
        <p:spPr>
          <a:xfrm>
            <a:off x="4215850" y="3747750"/>
            <a:ext cx="753567" cy="526866"/>
          </a:xfrm>
          <a:prstGeom prst="rect">
            <a:avLst/>
          </a:prstGeom>
          <a:noFill/>
          <a:ln>
            <a:noFill/>
          </a:ln>
        </p:spPr>
      </p:pic>
      <p:pic>
        <p:nvPicPr>
          <p:cNvPr id="325" name="Google Shape;325;g265ba42d36c_0_94"/>
          <p:cNvPicPr preferRelativeResize="0"/>
          <p:nvPr/>
        </p:nvPicPr>
        <p:blipFill rotWithShape="1">
          <a:blip r:embed="rId5">
            <a:alphaModFix/>
          </a:blip>
          <a:srcRect b="0" l="0" r="0" t="0"/>
          <a:stretch/>
        </p:blipFill>
        <p:spPr>
          <a:xfrm>
            <a:off x="4215850" y="3414167"/>
            <a:ext cx="753567" cy="526866"/>
          </a:xfrm>
          <a:prstGeom prst="rect">
            <a:avLst/>
          </a:prstGeom>
          <a:noFill/>
          <a:ln>
            <a:noFill/>
          </a:ln>
        </p:spPr>
      </p:pic>
      <p:pic>
        <p:nvPicPr>
          <p:cNvPr id="326" name="Google Shape;326;g265ba42d36c_0_94"/>
          <p:cNvPicPr preferRelativeResize="0"/>
          <p:nvPr/>
        </p:nvPicPr>
        <p:blipFill rotWithShape="1">
          <a:blip r:embed="rId5">
            <a:alphaModFix/>
          </a:blip>
          <a:srcRect b="0" l="0" r="0" t="0"/>
          <a:stretch/>
        </p:blipFill>
        <p:spPr>
          <a:xfrm>
            <a:off x="4200500" y="3107550"/>
            <a:ext cx="753567" cy="526866"/>
          </a:xfrm>
          <a:prstGeom prst="rect">
            <a:avLst/>
          </a:prstGeom>
          <a:noFill/>
          <a:ln>
            <a:noFill/>
          </a:ln>
        </p:spPr>
      </p:pic>
      <p:pic>
        <p:nvPicPr>
          <p:cNvPr id="327" name="Google Shape;327;g265ba42d36c_0_94"/>
          <p:cNvPicPr preferRelativeResize="0"/>
          <p:nvPr/>
        </p:nvPicPr>
        <p:blipFill rotWithShape="1">
          <a:blip r:embed="rId5">
            <a:alphaModFix/>
          </a:blip>
          <a:srcRect b="0" l="0" r="0" t="0"/>
          <a:stretch/>
        </p:blipFill>
        <p:spPr>
          <a:xfrm>
            <a:off x="4200500" y="2773967"/>
            <a:ext cx="753567" cy="526866"/>
          </a:xfrm>
          <a:prstGeom prst="rect">
            <a:avLst/>
          </a:prstGeom>
          <a:noFill/>
          <a:ln>
            <a:noFill/>
          </a:ln>
        </p:spPr>
      </p:pic>
      <p:pic>
        <p:nvPicPr>
          <p:cNvPr id="328" name="Google Shape;328;g265ba42d36c_0_94"/>
          <p:cNvPicPr preferRelativeResize="0"/>
          <p:nvPr/>
        </p:nvPicPr>
        <p:blipFill rotWithShape="1">
          <a:blip r:embed="rId5">
            <a:alphaModFix/>
          </a:blip>
          <a:srcRect b="0" l="0" r="0" t="0"/>
          <a:stretch/>
        </p:blipFill>
        <p:spPr>
          <a:xfrm>
            <a:off x="4200500" y="2440400"/>
            <a:ext cx="753567" cy="526866"/>
          </a:xfrm>
          <a:prstGeom prst="rect">
            <a:avLst/>
          </a:prstGeom>
          <a:noFill/>
          <a:ln>
            <a:noFill/>
          </a:ln>
        </p:spPr>
      </p:pic>
      <p:pic>
        <p:nvPicPr>
          <p:cNvPr id="329" name="Google Shape;329;g265ba42d36c_0_94"/>
          <p:cNvPicPr preferRelativeResize="0"/>
          <p:nvPr/>
        </p:nvPicPr>
        <p:blipFill rotWithShape="1">
          <a:blip r:embed="rId5">
            <a:alphaModFix/>
          </a:blip>
          <a:srcRect b="0" l="0" r="0" t="0"/>
          <a:stretch/>
        </p:blipFill>
        <p:spPr>
          <a:xfrm>
            <a:off x="4621567" y="3747750"/>
            <a:ext cx="753567" cy="526866"/>
          </a:xfrm>
          <a:prstGeom prst="rect">
            <a:avLst/>
          </a:prstGeom>
          <a:noFill/>
          <a:ln>
            <a:noFill/>
          </a:ln>
        </p:spPr>
      </p:pic>
      <p:pic>
        <p:nvPicPr>
          <p:cNvPr id="330" name="Google Shape;330;g265ba42d36c_0_94"/>
          <p:cNvPicPr preferRelativeResize="0"/>
          <p:nvPr/>
        </p:nvPicPr>
        <p:blipFill rotWithShape="1">
          <a:blip r:embed="rId5">
            <a:alphaModFix/>
          </a:blip>
          <a:srcRect b="0" l="0" r="0" t="0"/>
          <a:stretch/>
        </p:blipFill>
        <p:spPr>
          <a:xfrm>
            <a:off x="4621567" y="3414167"/>
            <a:ext cx="753567" cy="526866"/>
          </a:xfrm>
          <a:prstGeom prst="rect">
            <a:avLst/>
          </a:prstGeom>
          <a:noFill/>
          <a:ln>
            <a:noFill/>
          </a:ln>
        </p:spPr>
      </p:pic>
      <p:pic>
        <p:nvPicPr>
          <p:cNvPr id="331" name="Google Shape;331;g265ba42d36c_0_94"/>
          <p:cNvPicPr preferRelativeResize="0"/>
          <p:nvPr/>
        </p:nvPicPr>
        <p:blipFill rotWithShape="1">
          <a:blip r:embed="rId5">
            <a:alphaModFix/>
          </a:blip>
          <a:srcRect b="0" l="0" r="0" t="0"/>
          <a:stretch/>
        </p:blipFill>
        <p:spPr>
          <a:xfrm>
            <a:off x="4606217" y="3107550"/>
            <a:ext cx="753567" cy="526866"/>
          </a:xfrm>
          <a:prstGeom prst="rect">
            <a:avLst/>
          </a:prstGeom>
          <a:noFill/>
          <a:ln>
            <a:noFill/>
          </a:ln>
        </p:spPr>
      </p:pic>
      <p:pic>
        <p:nvPicPr>
          <p:cNvPr id="332" name="Google Shape;332;g265ba42d36c_0_94"/>
          <p:cNvPicPr preferRelativeResize="0"/>
          <p:nvPr/>
        </p:nvPicPr>
        <p:blipFill rotWithShape="1">
          <a:blip r:embed="rId5">
            <a:alphaModFix/>
          </a:blip>
          <a:srcRect b="0" l="0" r="0" t="0"/>
          <a:stretch/>
        </p:blipFill>
        <p:spPr>
          <a:xfrm>
            <a:off x="4606217" y="2773967"/>
            <a:ext cx="753567" cy="526866"/>
          </a:xfrm>
          <a:prstGeom prst="rect">
            <a:avLst/>
          </a:prstGeom>
          <a:noFill/>
          <a:ln>
            <a:noFill/>
          </a:ln>
        </p:spPr>
      </p:pic>
      <p:pic>
        <p:nvPicPr>
          <p:cNvPr id="333" name="Google Shape;333;g265ba42d36c_0_94"/>
          <p:cNvPicPr preferRelativeResize="0"/>
          <p:nvPr/>
        </p:nvPicPr>
        <p:blipFill rotWithShape="1">
          <a:blip r:embed="rId5">
            <a:alphaModFix/>
          </a:blip>
          <a:srcRect b="0" l="0" r="0" t="0"/>
          <a:stretch/>
        </p:blipFill>
        <p:spPr>
          <a:xfrm>
            <a:off x="4606217" y="2440400"/>
            <a:ext cx="753567" cy="526866"/>
          </a:xfrm>
          <a:prstGeom prst="rect">
            <a:avLst/>
          </a:prstGeom>
          <a:noFill/>
          <a:ln>
            <a:noFill/>
          </a:ln>
        </p:spPr>
      </p:pic>
      <p:pic>
        <p:nvPicPr>
          <p:cNvPr id="334" name="Google Shape;334;g265ba42d36c_0_94"/>
          <p:cNvPicPr preferRelativeResize="0"/>
          <p:nvPr/>
        </p:nvPicPr>
        <p:blipFill rotWithShape="1">
          <a:blip r:embed="rId5">
            <a:alphaModFix/>
          </a:blip>
          <a:srcRect b="0" l="0" r="0" t="0"/>
          <a:stretch/>
        </p:blipFill>
        <p:spPr>
          <a:xfrm>
            <a:off x="5049700" y="3747750"/>
            <a:ext cx="753567" cy="526866"/>
          </a:xfrm>
          <a:prstGeom prst="rect">
            <a:avLst/>
          </a:prstGeom>
          <a:noFill/>
          <a:ln>
            <a:noFill/>
          </a:ln>
        </p:spPr>
      </p:pic>
      <p:pic>
        <p:nvPicPr>
          <p:cNvPr id="335" name="Google Shape;335;g265ba42d36c_0_94"/>
          <p:cNvPicPr preferRelativeResize="0"/>
          <p:nvPr/>
        </p:nvPicPr>
        <p:blipFill rotWithShape="1">
          <a:blip r:embed="rId5">
            <a:alphaModFix/>
          </a:blip>
          <a:srcRect b="0" l="0" r="0" t="0"/>
          <a:stretch/>
        </p:blipFill>
        <p:spPr>
          <a:xfrm>
            <a:off x="5049700" y="3414167"/>
            <a:ext cx="753567" cy="526866"/>
          </a:xfrm>
          <a:prstGeom prst="rect">
            <a:avLst/>
          </a:prstGeom>
          <a:noFill/>
          <a:ln>
            <a:noFill/>
          </a:ln>
        </p:spPr>
      </p:pic>
      <p:pic>
        <p:nvPicPr>
          <p:cNvPr id="336" name="Google Shape;336;g265ba42d36c_0_94"/>
          <p:cNvPicPr preferRelativeResize="0"/>
          <p:nvPr/>
        </p:nvPicPr>
        <p:blipFill rotWithShape="1">
          <a:blip r:embed="rId5">
            <a:alphaModFix/>
          </a:blip>
          <a:srcRect b="0" l="0" r="0" t="0"/>
          <a:stretch/>
        </p:blipFill>
        <p:spPr>
          <a:xfrm>
            <a:off x="5034350" y="3107550"/>
            <a:ext cx="753567" cy="526866"/>
          </a:xfrm>
          <a:prstGeom prst="rect">
            <a:avLst/>
          </a:prstGeom>
          <a:noFill/>
          <a:ln>
            <a:noFill/>
          </a:ln>
        </p:spPr>
      </p:pic>
      <p:pic>
        <p:nvPicPr>
          <p:cNvPr id="337" name="Google Shape;337;g265ba42d36c_0_94"/>
          <p:cNvPicPr preferRelativeResize="0"/>
          <p:nvPr/>
        </p:nvPicPr>
        <p:blipFill rotWithShape="1">
          <a:blip r:embed="rId5">
            <a:alphaModFix/>
          </a:blip>
          <a:srcRect b="0" l="0" r="0" t="0"/>
          <a:stretch/>
        </p:blipFill>
        <p:spPr>
          <a:xfrm>
            <a:off x="5034350" y="2773967"/>
            <a:ext cx="753567" cy="526866"/>
          </a:xfrm>
          <a:prstGeom prst="rect">
            <a:avLst/>
          </a:prstGeom>
          <a:noFill/>
          <a:ln>
            <a:noFill/>
          </a:ln>
        </p:spPr>
      </p:pic>
      <p:pic>
        <p:nvPicPr>
          <p:cNvPr id="338" name="Google Shape;338;g265ba42d36c_0_94"/>
          <p:cNvPicPr preferRelativeResize="0"/>
          <p:nvPr/>
        </p:nvPicPr>
        <p:blipFill rotWithShape="1">
          <a:blip r:embed="rId5">
            <a:alphaModFix/>
          </a:blip>
          <a:srcRect b="0" l="0" r="0" t="0"/>
          <a:stretch/>
        </p:blipFill>
        <p:spPr>
          <a:xfrm>
            <a:off x="5034350" y="2440400"/>
            <a:ext cx="753567" cy="526866"/>
          </a:xfrm>
          <a:prstGeom prst="rect">
            <a:avLst/>
          </a:prstGeom>
          <a:noFill/>
          <a:ln>
            <a:noFill/>
          </a:ln>
        </p:spPr>
      </p:pic>
      <p:cxnSp>
        <p:nvCxnSpPr>
          <p:cNvPr id="339" name="Google Shape;339;g265ba42d36c_0_94"/>
          <p:cNvCxnSpPr/>
          <p:nvPr/>
        </p:nvCxnSpPr>
        <p:spPr>
          <a:xfrm flipH="1" rot="10800000">
            <a:off x="4301567" y="2440483"/>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340" name="Google Shape;340;g265ba42d36c_0_94"/>
          <p:cNvCxnSpPr/>
          <p:nvPr/>
        </p:nvCxnSpPr>
        <p:spPr>
          <a:xfrm flipH="1" rot="10800000">
            <a:off x="4277167" y="2774050"/>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341" name="Google Shape;341;g265ba42d36c_0_94"/>
          <p:cNvCxnSpPr/>
          <p:nvPr/>
        </p:nvCxnSpPr>
        <p:spPr>
          <a:xfrm flipH="1" rot="10800000">
            <a:off x="4301567" y="3163133"/>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342" name="Google Shape;342;g265ba42d36c_0_94"/>
          <p:cNvCxnSpPr/>
          <p:nvPr/>
        </p:nvCxnSpPr>
        <p:spPr>
          <a:xfrm flipH="1" rot="10800000">
            <a:off x="4759000" y="2440483"/>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343" name="Google Shape;343;g265ba42d36c_0_94"/>
          <p:cNvCxnSpPr/>
          <p:nvPr/>
        </p:nvCxnSpPr>
        <p:spPr>
          <a:xfrm flipH="1" rot="10800000">
            <a:off x="5114883" y="2440500"/>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344" name="Google Shape;344;g265ba42d36c_0_94"/>
          <p:cNvCxnSpPr/>
          <p:nvPr/>
        </p:nvCxnSpPr>
        <p:spPr>
          <a:xfrm>
            <a:off x="3654233" y="3037400"/>
            <a:ext cx="571200" cy="0"/>
          </a:xfrm>
          <a:prstGeom prst="straightConnector1">
            <a:avLst/>
          </a:prstGeom>
          <a:noFill/>
          <a:ln cap="flat" cmpd="sng" w="28575">
            <a:solidFill>
              <a:srgbClr val="28A198"/>
            </a:solidFill>
            <a:prstDash val="solid"/>
            <a:round/>
            <a:headEnd len="med" w="med" type="none"/>
            <a:tailEnd len="med" w="med" type="stealth"/>
          </a:ln>
        </p:spPr>
      </p:cxnSp>
      <p:sp>
        <p:nvSpPr>
          <p:cNvPr id="345" name="Google Shape;345;g265ba42d36c_0_94"/>
          <p:cNvSpPr txBox="1"/>
          <p:nvPr/>
        </p:nvSpPr>
        <p:spPr>
          <a:xfrm>
            <a:off x="1498500"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¿Qué resta representa?</a:t>
            </a:r>
            <a:endParaRPr sz="1900"/>
          </a:p>
        </p:txBody>
      </p:sp>
      <p:sp>
        <p:nvSpPr>
          <p:cNvPr id="346" name="Google Shape;346;g265ba42d36c_0_94"/>
          <p:cNvSpPr txBox="1"/>
          <p:nvPr/>
        </p:nvSpPr>
        <p:spPr>
          <a:xfrm>
            <a:off x="7856683" y="2298700"/>
            <a:ext cx="2155500" cy="2013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4500"/>
              <a:buFont typeface="Arial"/>
              <a:buNone/>
            </a:pP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5</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6</a:t>
            </a:r>
            <a:r>
              <a:rPr b="0" i="0" lang="es-ES" sz="4500" u="none" cap="none" strike="noStrike">
                <a:solidFill>
                  <a:srgbClr val="000000"/>
                </a:solidFill>
                <a:latin typeface="Patrick Hand"/>
                <a:ea typeface="Patrick Hand"/>
                <a:cs typeface="Patrick Hand"/>
                <a:sym typeface="Patrick Hand"/>
              </a:rPr>
              <a:t> </a:t>
            </a:r>
            <a:endParaRPr b="0" i="0" sz="4500" u="none" cap="none" strike="noStrike">
              <a:solidFill>
                <a:srgbClr val="000000"/>
              </a:solidFill>
              <a:latin typeface="Patrick Hand"/>
              <a:ea typeface="Patrick Hand"/>
              <a:cs typeface="Patrick Hand"/>
              <a:sym typeface="Patrick Hand"/>
            </a:endParaRPr>
          </a:p>
          <a:p>
            <a:pPr indent="-590550" lvl="0" marL="609600" marR="0" rtl="0" algn="l">
              <a:lnSpc>
                <a:spcPct val="100000"/>
              </a:lnSpc>
              <a:spcBef>
                <a:spcPts val="0"/>
              </a:spcBef>
              <a:spcAft>
                <a:spcPts val="0"/>
              </a:spcAft>
              <a:buSzPts val="4500"/>
              <a:buFont typeface="Patrick Hand"/>
              <a:buChar char="-"/>
            </a:pPr>
            <a:r>
              <a:rPr lang="es-ES" sz="4500">
                <a:latin typeface="Patrick Hand"/>
                <a:ea typeface="Patrick Hand"/>
                <a:cs typeface="Patrick Hand"/>
                <a:sym typeface="Patrick Hand"/>
              </a:rPr>
              <a:t>3 </a:t>
            </a:r>
            <a:r>
              <a:rPr b="0" i="0" lang="es-ES" sz="4500" u="none" cap="none" strike="noStrike">
                <a:solidFill>
                  <a:srgbClr val="000000"/>
                </a:solidFill>
                <a:latin typeface="Patrick Hand"/>
                <a:ea typeface="Patrick Hand"/>
                <a:cs typeface="Patrick Hand"/>
                <a:sym typeface="Patrick Hand"/>
              </a:rPr>
              <a:t> </a:t>
            </a:r>
            <a:r>
              <a:rPr b="0" i="0" lang="es-ES" sz="2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7</a:t>
            </a:r>
            <a:endParaRPr b="0" i="0" sz="4500" u="none" cap="none" strike="noStrike">
              <a:solidFill>
                <a:srgbClr val="000000"/>
              </a:solidFill>
              <a:latin typeface="Patrick Hand"/>
              <a:ea typeface="Patrick Hand"/>
              <a:cs typeface="Patrick Hand"/>
              <a:sym typeface="Patrick Hand"/>
            </a:endParaRPr>
          </a:p>
        </p:txBody>
      </p:sp>
      <p:sp>
        <p:nvSpPr>
          <p:cNvPr id="347" name="Google Shape;347;g265ba42d36c_0_94"/>
          <p:cNvSpPr txBox="1"/>
          <p:nvPr/>
        </p:nvSpPr>
        <p:spPr>
          <a:xfrm>
            <a:off x="6562400"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3) ¿Cuál es el resultado?</a:t>
            </a:r>
            <a:endParaRPr sz="1900"/>
          </a:p>
        </p:txBody>
      </p:sp>
      <p:cxnSp>
        <p:nvCxnSpPr>
          <p:cNvPr id="348" name="Google Shape;348;g265ba42d36c_0_94"/>
          <p:cNvCxnSpPr/>
          <p:nvPr/>
        </p:nvCxnSpPr>
        <p:spPr>
          <a:xfrm flipH="1" rot="10800000">
            <a:off x="2543467" y="2335267"/>
            <a:ext cx="302100" cy="2232900"/>
          </a:xfrm>
          <a:prstGeom prst="straightConnector1">
            <a:avLst/>
          </a:prstGeom>
          <a:noFill/>
          <a:ln cap="flat" cmpd="sng" w="38100">
            <a:solidFill>
              <a:schemeClr val="dk1"/>
            </a:solidFill>
            <a:prstDash val="solid"/>
            <a:round/>
            <a:headEnd len="med" w="med" type="none"/>
            <a:tailEnd len="med" w="med" type="none"/>
          </a:ln>
        </p:spPr>
      </p:cxnSp>
      <p:cxnSp>
        <p:nvCxnSpPr>
          <p:cNvPr id="349" name="Google Shape;349;g265ba42d36c_0_94"/>
          <p:cNvCxnSpPr/>
          <p:nvPr/>
        </p:nvCxnSpPr>
        <p:spPr>
          <a:xfrm flipH="1" rot="10800000">
            <a:off x="2165967" y="2312500"/>
            <a:ext cx="302100" cy="2232900"/>
          </a:xfrm>
          <a:prstGeom prst="straightConnector1">
            <a:avLst/>
          </a:prstGeom>
          <a:noFill/>
          <a:ln cap="flat" cmpd="sng" w="38100">
            <a:solidFill>
              <a:schemeClr val="dk1"/>
            </a:solidFill>
            <a:prstDash val="solid"/>
            <a:round/>
            <a:headEnd len="med" w="med" type="none"/>
            <a:tailEnd len="med" w="med" type="none"/>
          </a:ln>
        </p:spPr>
      </p:cxnSp>
      <p:cxnSp>
        <p:nvCxnSpPr>
          <p:cNvPr id="350" name="Google Shape;350;g265ba42d36c_0_94"/>
          <p:cNvCxnSpPr/>
          <p:nvPr/>
        </p:nvCxnSpPr>
        <p:spPr>
          <a:xfrm flipH="1" rot="10800000">
            <a:off x="4684133" y="2831950"/>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351" name="Google Shape;351;g265ba42d36c_0_94"/>
          <p:cNvCxnSpPr/>
          <p:nvPr/>
        </p:nvCxnSpPr>
        <p:spPr>
          <a:xfrm flipH="1" rot="10800000">
            <a:off x="5124950" y="2831950"/>
            <a:ext cx="472500" cy="451500"/>
          </a:xfrm>
          <a:prstGeom prst="straightConnector1">
            <a:avLst/>
          </a:prstGeom>
          <a:noFill/>
          <a:ln cap="flat" cmpd="sng" w="38100">
            <a:solidFill>
              <a:srgbClr val="FF0000"/>
            </a:solidFill>
            <a:prstDash val="solid"/>
            <a:round/>
            <a:headEnd len="sm" w="sm" type="none"/>
            <a:tailEnd len="sm" w="sm" type="none"/>
          </a:ln>
        </p:spPr>
      </p:cxnSp>
      <p:sp>
        <p:nvSpPr>
          <p:cNvPr id="352" name="Google Shape;352;g265ba42d36c_0_94"/>
          <p:cNvSpPr/>
          <p:nvPr/>
        </p:nvSpPr>
        <p:spPr>
          <a:xfrm>
            <a:off x="4282567" y="2298700"/>
            <a:ext cx="900000" cy="2016300"/>
          </a:xfrm>
          <a:prstGeom prst="ellipse">
            <a:avLst/>
          </a:prstGeom>
          <a:noFill/>
          <a:ln cap="flat" cmpd="sng" w="38100">
            <a:solidFill>
              <a:srgbClr val="28A19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353" name="Google Shape;353;g265ba42d36c_0_94"/>
          <p:cNvPicPr preferRelativeResize="0"/>
          <p:nvPr/>
        </p:nvPicPr>
        <p:blipFill rotWithShape="1">
          <a:blip r:embed="rId6">
            <a:alphaModFix/>
          </a:blip>
          <a:srcRect b="8581" l="8589" r="8581" t="8589"/>
          <a:stretch/>
        </p:blipFill>
        <p:spPr>
          <a:xfrm>
            <a:off x="8077001" y="4568167"/>
            <a:ext cx="1778967" cy="1778967"/>
          </a:xfrm>
          <a:prstGeom prst="rect">
            <a:avLst/>
          </a:prstGeom>
          <a:noFill/>
          <a:ln>
            <a:noFill/>
          </a:ln>
        </p:spPr>
      </p:pic>
      <p:pic>
        <p:nvPicPr>
          <p:cNvPr id="354" name="Google Shape;354;g265ba42d36c_0_94"/>
          <p:cNvPicPr preferRelativeResize="0"/>
          <p:nvPr/>
        </p:nvPicPr>
        <p:blipFill>
          <a:blip r:embed="rId7">
            <a:alphaModFix/>
          </a:blip>
          <a:stretch>
            <a:fillRect/>
          </a:stretch>
        </p:blipFill>
        <p:spPr>
          <a:xfrm>
            <a:off x="11003875" y="51813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