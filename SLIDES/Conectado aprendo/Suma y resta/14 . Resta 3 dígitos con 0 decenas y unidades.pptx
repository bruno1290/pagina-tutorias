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y="6858000" cx="12192000"/>
  <p:notesSz cx="6858000" cy="9144000"/>
  <p:embeddedFontLst>
    <p:embeddedFont>
      <p:font typeface="Patrick Hand"/>
      <p:regular r:id="rId23"/>
    </p:embeddedFont>
    <p:embeddedFont>
      <p:font typeface="Poppins"/>
      <p:regular r:id="rId24"/>
      <p:bold r:id="rId25"/>
      <p:italic r:id="rId26"/>
      <p:boldItalic r:id="rId27"/>
    </p:embeddedFont>
    <p:embeddedFont>
      <p:font typeface="Poppins Light"/>
      <p:regular r:id="rId28"/>
      <p:bold r:id="rId29"/>
      <p:italic r:id="rId30"/>
      <p:boldItalic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2" roundtripDataSignature="AMtx7mjN/uCAfQX1ma35epVzaogQgtJKk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E233AFF-AAD8-4641-85CF-F8D5DC56E261}">
  <a:tblStyle styleId="{5E233AFF-AAD8-4641-85CF-F8D5DC56E261}"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font" Target="fonts/Poppins-regular.fntdata"/><Relationship Id="rId23" Type="http://schemas.openxmlformats.org/officeDocument/2006/relationships/font" Target="fonts/PatrickHand-regular.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Poppins-italic.fntdata"/><Relationship Id="rId25" Type="http://schemas.openxmlformats.org/officeDocument/2006/relationships/font" Target="fonts/Poppins-bold.fntdata"/><Relationship Id="rId28" Type="http://schemas.openxmlformats.org/officeDocument/2006/relationships/font" Target="fonts/PoppinsLight-regular.fntdata"/><Relationship Id="rId27" Type="http://schemas.openxmlformats.org/officeDocument/2006/relationships/font" Target="fonts/Poppins-bold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PoppinsLight-bold.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PoppinsLight-boldItalic.fntdata"/><Relationship Id="rId30" Type="http://schemas.openxmlformats.org/officeDocument/2006/relationships/font" Target="fonts/PoppinsLight-italic.fntdata"/><Relationship Id="rId11" Type="http://schemas.openxmlformats.org/officeDocument/2006/relationships/slide" Target="slides/slide6.xml"/><Relationship Id="rId10" Type="http://schemas.openxmlformats.org/officeDocument/2006/relationships/slide" Target="slides/slide5.xml"/><Relationship Id="rId32" Type="http://customschemas.google.com/relationships/presentationmetadata" Target="meta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343d08233c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3343d08233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343d08233c_0_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3343d08233c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343d08233c_0_10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3343d08233c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343d08233c_0_1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3343d08233c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9" name="Google Shape;129;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31a115d787_0_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331a115d787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23bee108c85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5" name="Google Shape;145;g23bee108c85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23bee108c85_0_1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7" name="Google Shape;157;g23bee108c85_0_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23c06af5924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7" name="Google Shape;227;g23c06af5924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23c06af5924_0_2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0" name="Google Shape;250;g23c06af5924_0_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23bee108c85_0_14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3" name="Google Shape;273;g23bee108c85_0_1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2601a83bd95_0_9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2" name="Google Shape;302;g2601a83bd95_0_9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g23bee108c85_0_22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6" name="Google Shape;376;g23bee108c85_0_2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g2b50dac064d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50" name="Google Shape;450;g2b50dac064d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g2aea9b6464d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59" name="Google Shape;459;g2aea9b6464d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5" name="Shape 515"/>
        <p:cNvGrpSpPr/>
        <p:nvPr/>
      </p:nvGrpSpPr>
      <p:grpSpPr>
        <a:xfrm>
          <a:off x="0" y="0"/>
          <a:ext cx="0" cy="0"/>
          <a:chOff x="0" y="0"/>
          <a:chExt cx="0" cy="0"/>
        </a:xfrm>
      </p:grpSpPr>
      <p:sp>
        <p:nvSpPr>
          <p:cNvPr id="516" name="Google Shape;516;g2b50dac064d_0_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17" name="Google Shape;517;g2b50dac064d_0_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spTree>
      <p:nvGrpSpPr>
        <p:cNvPr id="11" name="Shape 11"/>
        <p:cNvGrpSpPr/>
        <p:nvPr/>
      </p:nvGrpSpPr>
      <p:grpSpPr>
        <a:xfrm>
          <a:off x="0" y="0"/>
          <a:ext cx="0" cy="0"/>
          <a:chOff x="0" y="0"/>
          <a:chExt cx="0" cy="0"/>
        </a:xfrm>
      </p:grpSpPr>
      <p:sp>
        <p:nvSpPr>
          <p:cNvPr id="12" name="Google Shape;12;p1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12"/>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17" name="Shape 17"/>
        <p:cNvGrpSpPr/>
        <p:nvPr/>
      </p:nvGrpSpPr>
      <p:grpSpPr>
        <a:xfrm>
          <a:off x="0" y="0"/>
          <a:ext cx="0" cy="0"/>
          <a:chOff x="0" y="0"/>
          <a:chExt cx="0" cy="0"/>
        </a:xfrm>
      </p:grpSpPr>
      <p:sp>
        <p:nvSpPr>
          <p:cNvPr id="18" name="Google Shape;18;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1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type="secHead">
  <p:cSld name="SECTION_HEADER">
    <p:spTree>
      <p:nvGrpSpPr>
        <p:cNvPr id="23" name="Shape 23"/>
        <p:cNvGrpSpPr/>
        <p:nvPr/>
      </p:nvGrpSpPr>
      <p:grpSpPr>
        <a:xfrm>
          <a:off x="0" y="0"/>
          <a:ext cx="0" cy="0"/>
          <a:chOff x="0" y="0"/>
          <a:chExt cx="0" cy="0"/>
        </a:xfrm>
      </p:grpSpPr>
      <p:sp>
        <p:nvSpPr>
          <p:cNvPr id="24" name="Google Shape;24;p1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1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6" name="Google Shape;26;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29" name="Shape 29"/>
        <p:cNvGrpSpPr/>
        <p:nvPr/>
      </p:nvGrpSpPr>
      <p:grpSpPr>
        <a:xfrm>
          <a:off x="0" y="0"/>
          <a:ext cx="0" cy="0"/>
          <a:chOff x="0" y="0"/>
          <a:chExt cx="0" cy="0"/>
        </a:xfrm>
      </p:grpSpPr>
      <p:sp>
        <p:nvSpPr>
          <p:cNvPr id="30" name="Google Shape;30;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1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1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36" name="Shape 36"/>
        <p:cNvGrpSpPr/>
        <p:nvPr/>
      </p:nvGrpSpPr>
      <p:grpSpPr>
        <a:xfrm>
          <a:off x="0" y="0"/>
          <a:ext cx="0" cy="0"/>
          <a:chOff x="0" y="0"/>
          <a:chExt cx="0" cy="0"/>
        </a:xfrm>
      </p:grpSpPr>
      <p:sp>
        <p:nvSpPr>
          <p:cNvPr id="37" name="Google Shape;37;p1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1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9" name="Google Shape;39;p1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1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1" name="Google Shape;41;p1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el título" type="titleOnly">
  <p:cSld name="TITLE_ONLY">
    <p:spTree>
      <p:nvGrpSpPr>
        <p:cNvPr id="45" name="Shape 45"/>
        <p:cNvGrpSpPr/>
        <p:nvPr/>
      </p:nvGrpSpPr>
      <p:grpSpPr>
        <a:xfrm>
          <a:off x="0" y="0"/>
          <a:ext cx="0" cy="0"/>
          <a:chOff x="0" y="0"/>
          <a:chExt cx="0" cy="0"/>
        </a:xfrm>
      </p:grpSpPr>
      <p:sp>
        <p:nvSpPr>
          <p:cNvPr id="46" name="Google Shape;46;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50" name="Shape 50"/>
        <p:cNvGrpSpPr/>
        <p:nvPr/>
      </p:nvGrpSpPr>
      <p:grpSpPr>
        <a:xfrm>
          <a:off x="0" y="0"/>
          <a:ext cx="0" cy="0"/>
          <a:chOff x="0" y="0"/>
          <a:chExt cx="0" cy="0"/>
        </a:xfrm>
      </p:grpSpPr>
      <p:sp>
        <p:nvSpPr>
          <p:cNvPr id="51" name="Google Shape;51;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54" name="Shape 54"/>
        <p:cNvGrpSpPr/>
        <p:nvPr/>
      </p:nvGrpSpPr>
      <p:grpSpPr>
        <a:xfrm>
          <a:off x="0" y="0"/>
          <a:ext cx="0" cy="0"/>
          <a:chOff x="0" y="0"/>
          <a:chExt cx="0" cy="0"/>
        </a:xfrm>
      </p:grpSpPr>
      <p:sp>
        <p:nvSpPr>
          <p:cNvPr id="55" name="Google Shape;55;p1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1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1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type="picTx">
  <p:cSld name="PICTURE_WITH_CAPTION_TEXT">
    <p:spTree>
      <p:nvGrpSpPr>
        <p:cNvPr id="61" name="Shape 61"/>
        <p:cNvGrpSpPr/>
        <p:nvPr/>
      </p:nvGrpSpPr>
      <p:grpSpPr>
        <a:xfrm>
          <a:off x="0" y="0"/>
          <a:ext cx="0" cy="0"/>
          <a:chOff x="0" y="0"/>
          <a:chExt cx="0" cy="0"/>
        </a:xfrm>
      </p:grpSpPr>
      <p:sp>
        <p:nvSpPr>
          <p:cNvPr id="62" name="Google Shape;62;p2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0"/>
          <p:cNvSpPr/>
          <p:nvPr>
            <p:ph idx="2" type="pic"/>
          </p:nvPr>
        </p:nvSpPr>
        <p:spPr>
          <a:xfrm>
            <a:off x="5183188" y="987425"/>
            <a:ext cx="6172200" cy="4873625"/>
          </a:xfrm>
          <a:prstGeom prst="rect">
            <a:avLst/>
          </a:prstGeom>
          <a:noFill/>
          <a:ln>
            <a:noFill/>
          </a:ln>
        </p:spPr>
      </p:sp>
      <p:sp>
        <p:nvSpPr>
          <p:cNvPr id="64" name="Google Shape;64;p2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68" name="Shape 68"/>
        <p:cNvGrpSpPr/>
        <p:nvPr/>
      </p:nvGrpSpPr>
      <p:grpSpPr>
        <a:xfrm>
          <a:off x="0" y="0"/>
          <a:ext cx="0" cy="0"/>
          <a:chOff x="0" y="0"/>
          <a:chExt cx="0" cy="0"/>
        </a:xfrm>
      </p:grpSpPr>
      <p:sp>
        <p:nvSpPr>
          <p:cNvPr id="69" name="Google Shape;69;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74" name="Shape 74"/>
        <p:cNvGrpSpPr/>
        <p:nvPr/>
      </p:nvGrpSpPr>
      <p:grpSpPr>
        <a:xfrm>
          <a:off x="0" y="0"/>
          <a:ext cx="0" cy="0"/>
          <a:chOff x="0" y="0"/>
          <a:chExt cx="0" cy="0"/>
        </a:xfrm>
      </p:grpSpPr>
      <p:sp>
        <p:nvSpPr>
          <p:cNvPr id="75" name="Google Shape;75;p2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jp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8.jpg"/><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8.jpg"/><Relationship Id="rId4" Type="http://schemas.openxmlformats.org/officeDocument/2006/relationships/hyperlink" Target="https://es.khanacademy.org/" TargetMode="External"/><Relationship Id="rId5" Type="http://schemas.openxmlformats.org/officeDocument/2006/relationships/hyperlink" Target="https://mateslibres.com/" TargetMode="External"/><Relationship Id="rId6" Type="http://schemas.openxmlformats.org/officeDocument/2006/relationships/hyperlink" Target="https://www.cokitos.com/" TargetMode="External"/><Relationship Id="rId7" Type="http://schemas.openxmlformats.org/officeDocument/2006/relationships/hyperlink" Target="http://www.teachy.app" TargetMode="External"/><Relationship Id="rId8"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8.jpg"/><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8.jpg"/><Relationship Id="rId4" Type="http://schemas.openxmlformats.org/officeDocument/2006/relationships/image" Target="../media/image4.png"/><Relationship Id="rId5" Type="http://schemas.openxmlformats.org/officeDocument/2006/relationships/image" Target="../media/image11.png"/><Relationship Id="rId6" Type="http://schemas.openxmlformats.org/officeDocument/2006/relationships/image" Target="../media/image1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8.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8.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8.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8.jpg"/><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8.jpg"/><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5.jpg"/><Relationship Id="rId4" Type="http://schemas.openxmlformats.org/officeDocument/2006/relationships/hyperlink" Target="http://www.youtube.com/watch?v=M2t4kqHx1_I" TargetMode="External"/><Relationship Id="rId5" Type="http://schemas.openxmlformats.org/officeDocument/2006/relationships/image" Target="../media/image20.jpg"/><Relationship Id="rId6"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8.jpg"/><Relationship Id="rId4" Type="http://schemas.openxmlformats.org/officeDocument/2006/relationships/image" Target="../media/image4.png"/><Relationship Id="rId5" Type="http://schemas.openxmlformats.org/officeDocument/2006/relationships/image" Target="../media/image11.png"/><Relationship Id="rId6" Type="http://schemas.openxmlformats.org/officeDocument/2006/relationships/image" Target="../media/image19.png"/><Relationship Id="rId7" Type="http://schemas.openxmlformats.org/officeDocument/2006/relationships/image" Target="../media/image21.png"/><Relationship Id="rId8" Type="http://schemas.openxmlformats.org/officeDocument/2006/relationships/hyperlink" Target="https://forms.gle/TYtCwqga5s5fR9cg7"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5.jpg"/><Relationship Id="rId4" Type="http://schemas.openxmlformats.org/officeDocument/2006/relationships/hyperlink" Target="http://www.youtube.com/watch?v=v09cquIBt7A" TargetMode="External"/><Relationship Id="rId5" Type="http://schemas.openxmlformats.org/officeDocument/2006/relationships/image" Target="../media/image17.jpg"/><Relationship Id="rId6"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pic>
        <p:nvPicPr>
          <p:cNvPr id="84" name="Google Shape;84;p1"/>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id="85" name="Google Shape;85;p1"/>
          <p:cNvPicPr preferRelativeResize="0"/>
          <p:nvPr/>
        </p:nvPicPr>
        <p:blipFill>
          <a:blip r:embed="rId4">
            <a:alphaModFix/>
          </a:blip>
          <a:stretch>
            <a:fillRect/>
          </a:stretch>
        </p:blipFill>
        <p:spPr>
          <a:xfrm>
            <a:off x="11039400" y="5607787"/>
            <a:ext cx="975700" cy="10291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g3343d08233c_0_0"/>
          <p:cNvSpPr/>
          <p:nvPr/>
        </p:nvSpPr>
        <p:spPr>
          <a:xfrm>
            <a:off x="2538175" y="630575"/>
            <a:ext cx="7727100" cy="630300"/>
          </a:xfrm>
          <a:prstGeom prst="roundRect">
            <a:avLst>
              <a:gd fmla="val 16667" name="adj"/>
            </a:avLst>
          </a:prstGeom>
          <a:solidFill>
            <a:srgbClr val="3259A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91" name="Google Shape;91;g3343d08233c_0_0"/>
          <p:cNvSpPr txBox="1"/>
          <p:nvPr/>
        </p:nvSpPr>
        <p:spPr>
          <a:xfrm>
            <a:off x="3518200" y="676623"/>
            <a:ext cx="5757900" cy="630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ES" sz="2800">
                <a:solidFill>
                  <a:schemeClr val="lt1"/>
                </a:solidFill>
                <a:latin typeface="Poppins"/>
                <a:ea typeface="Poppins"/>
                <a:cs typeface="Poppins"/>
                <a:sym typeface="Poppins"/>
              </a:rPr>
              <a:t>PLANIFICACIÓN TUTORÍA</a:t>
            </a:r>
            <a:endParaRPr sz="2800">
              <a:solidFill>
                <a:schemeClr val="lt1"/>
              </a:solidFill>
              <a:latin typeface="Poppins"/>
              <a:ea typeface="Poppins"/>
              <a:cs typeface="Poppins"/>
              <a:sym typeface="Poppins"/>
            </a:endParaRPr>
          </a:p>
        </p:txBody>
      </p:sp>
      <p:sp>
        <p:nvSpPr>
          <p:cNvPr id="92" name="Google Shape;92;g3343d08233c_0_0"/>
          <p:cNvSpPr txBox="1"/>
          <p:nvPr/>
        </p:nvSpPr>
        <p:spPr>
          <a:xfrm>
            <a:off x="786350" y="1673375"/>
            <a:ext cx="10918500" cy="937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ES" sz="1600">
                <a:solidFill>
                  <a:srgbClr val="3259A4"/>
                </a:solidFill>
                <a:latin typeface="Poppins"/>
                <a:ea typeface="Poppins"/>
                <a:cs typeface="Poppins"/>
                <a:sym typeface="Poppins"/>
              </a:rPr>
              <a:t>Propósito</a:t>
            </a:r>
            <a:r>
              <a:rPr b="1" lang="es-ES" sz="1600">
                <a:solidFill>
                  <a:schemeClr val="dk1"/>
                </a:solidFill>
                <a:latin typeface="Poppins"/>
                <a:ea typeface="Poppins"/>
                <a:cs typeface="Poppins"/>
                <a:sym typeface="Poppins"/>
              </a:rPr>
              <a:t>:</a:t>
            </a:r>
            <a:r>
              <a:rPr lang="es-ES" sz="1600">
                <a:solidFill>
                  <a:schemeClr val="dk1"/>
                </a:solidFill>
                <a:latin typeface="Poppins Light"/>
                <a:ea typeface="Poppins Light"/>
                <a:cs typeface="Poppins Light"/>
                <a:sym typeface="Poppins Light"/>
              </a:rPr>
              <a:t> </a:t>
            </a:r>
            <a:r>
              <a:rPr lang="es-ES" sz="1600">
                <a:solidFill>
                  <a:schemeClr val="dk1"/>
                </a:solidFill>
                <a:latin typeface="Poppins Light"/>
                <a:ea typeface="Poppins Light"/>
                <a:cs typeface="Poppins Light"/>
                <a:sym typeface="Poppins Light"/>
              </a:rPr>
              <a:t>Desarrollar la habilidad para resolver restas de tres dígitos cuando no hay decenas ni</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Clr>
                <a:schemeClr val="dk1"/>
              </a:buClr>
              <a:buSzPts val="1100"/>
              <a:buFont typeface="Arial"/>
              <a:buNone/>
            </a:pPr>
            <a:r>
              <a:rPr lang="es-ES" sz="1600">
                <a:solidFill>
                  <a:schemeClr val="dk1"/>
                </a:solidFill>
                <a:latin typeface="Poppins Light"/>
                <a:ea typeface="Poppins Light"/>
                <a:cs typeface="Poppins Light"/>
                <a:sym typeface="Poppins Light"/>
              </a:rPr>
              <a:t>unidades, comprendiendo el proceso de desagrupación.</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p:txBody>
      </p:sp>
      <p:sp>
        <p:nvSpPr>
          <p:cNvPr id="93" name="Google Shape;93;g3343d08233c_0_0"/>
          <p:cNvSpPr txBox="1"/>
          <p:nvPr/>
        </p:nvSpPr>
        <p:spPr>
          <a:xfrm>
            <a:off x="1158250" y="3097300"/>
            <a:ext cx="4698900" cy="3361500"/>
          </a:xfrm>
          <a:prstGeom prst="rect">
            <a:avLst/>
          </a:prstGeom>
          <a:noFill/>
          <a:ln cap="flat" cmpd="sng" w="28575">
            <a:solidFill>
              <a:srgbClr val="3259A4"/>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s-ES" sz="2500">
                <a:solidFill>
                  <a:schemeClr val="dk1"/>
                </a:solidFill>
                <a:latin typeface="Poppins"/>
                <a:ea typeface="Poppins"/>
                <a:cs typeface="Poppins"/>
                <a:sym typeface="Poppins"/>
              </a:rPr>
              <a:t>Objetivos de la Clase</a:t>
            </a:r>
            <a:endParaRPr sz="2500">
              <a:solidFill>
                <a:schemeClr val="dk1"/>
              </a:solidFill>
              <a:latin typeface="Poppins"/>
              <a:ea typeface="Poppins"/>
              <a:cs typeface="Poppins"/>
              <a:sym typeface="Poppins"/>
            </a:endParaRPr>
          </a:p>
          <a:p>
            <a:pPr indent="0" lvl="0" marL="0" rtl="0" algn="ctr">
              <a:spcBef>
                <a:spcPts val="0"/>
              </a:spcBef>
              <a:spcAft>
                <a:spcPts val="0"/>
              </a:spcAft>
              <a:buNone/>
            </a:pPr>
            <a:r>
              <a:t/>
            </a:r>
            <a:endParaRPr sz="25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lang="es-ES" sz="1800">
                <a:solidFill>
                  <a:schemeClr val="dk1"/>
                </a:solidFill>
                <a:latin typeface="Poppins"/>
                <a:ea typeface="Poppins"/>
                <a:cs typeface="Poppins"/>
                <a:sym typeface="Poppins"/>
              </a:rPr>
              <a:t>1. Resolver restas de 3 dígitos cuando no se tienen decenas ni unidades de forma simbólica.</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lang="es-ES" sz="1800">
                <a:solidFill>
                  <a:schemeClr val="dk1"/>
                </a:solidFill>
                <a:latin typeface="Poppins"/>
                <a:ea typeface="Poppins"/>
                <a:cs typeface="Poppins"/>
                <a:sym typeface="Poppins"/>
              </a:rPr>
              <a:t>2. Aprender un procedimiento para restas de 3 dígitos sin decenas ni unidades.</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ctr">
              <a:spcBef>
                <a:spcPts val="0"/>
              </a:spcBef>
              <a:spcAft>
                <a:spcPts val="0"/>
              </a:spcAft>
              <a:buNone/>
            </a:pPr>
            <a:r>
              <a:t/>
            </a:r>
            <a:endParaRPr sz="2800">
              <a:solidFill>
                <a:schemeClr val="dk1"/>
              </a:solidFill>
              <a:latin typeface="Poppins"/>
              <a:ea typeface="Poppins"/>
              <a:cs typeface="Poppins"/>
              <a:sym typeface="Poppins"/>
            </a:endParaRPr>
          </a:p>
        </p:txBody>
      </p:sp>
      <p:sp>
        <p:nvSpPr>
          <p:cNvPr id="94" name="Google Shape;94;g3343d08233c_0_0"/>
          <p:cNvSpPr txBox="1"/>
          <p:nvPr/>
        </p:nvSpPr>
        <p:spPr>
          <a:xfrm>
            <a:off x="6376050" y="3097175"/>
            <a:ext cx="4698900" cy="3361500"/>
          </a:xfrm>
          <a:prstGeom prst="rect">
            <a:avLst/>
          </a:prstGeom>
          <a:noFill/>
          <a:ln cap="flat" cmpd="sng" w="28575">
            <a:solidFill>
              <a:srgbClr val="3259A4"/>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s-ES" sz="2500">
                <a:solidFill>
                  <a:schemeClr val="dk1"/>
                </a:solidFill>
                <a:latin typeface="Poppins"/>
                <a:ea typeface="Poppins"/>
                <a:cs typeface="Poppins"/>
                <a:sym typeface="Poppins"/>
              </a:rPr>
              <a:t>Conceptos Clave</a:t>
            </a:r>
            <a:endParaRPr sz="2500">
              <a:solidFill>
                <a:schemeClr val="dk1"/>
              </a:solidFill>
              <a:latin typeface="Poppins"/>
              <a:ea typeface="Poppins"/>
              <a:cs typeface="Poppins"/>
              <a:sym typeface="Poppins"/>
            </a:endParaRPr>
          </a:p>
          <a:p>
            <a:pPr indent="0" lvl="0" marL="0" rtl="0" algn="ctr">
              <a:spcBef>
                <a:spcPts val="0"/>
              </a:spcBef>
              <a:spcAft>
                <a:spcPts val="0"/>
              </a:spcAft>
              <a:buNone/>
            </a:pPr>
            <a:r>
              <a:t/>
            </a:r>
            <a:endParaRPr sz="2800">
              <a:solidFill>
                <a:schemeClr val="dk1"/>
              </a:solidFill>
              <a:latin typeface="Poppins"/>
              <a:ea typeface="Poppins"/>
              <a:cs typeface="Poppins"/>
              <a:sym typeface="Poppins"/>
            </a:endParaRPr>
          </a:p>
          <a:p>
            <a:pPr indent="0" lvl="0" marL="0" rtl="0" algn="l">
              <a:lnSpc>
                <a:spcPct val="150000"/>
              </a:lnSpc>
              <a:spcBef>
                <a:spcPts val="0"/>
              </a:spcBef>
              <a:spcAft>
                <a:spcPts val="0"/>
              </a:spcAft>
              <a:buClr>
                <a:schemeClr val="dk1"/>
              </a:buClr>
              <a:buSzPts val="1100"/>
              <a:buFont typeface="Arial"/>
              <a:buNone/>
            </a:pPr>
            <a:r>
              <a:rPr lang="es-ES" sz="1800">
                <a:solidFill>
                  <a:schemeClr val="dk1"/>
                </a:solidFill>
                <a:latin typeface="Poppins"/>
                <a:ea typeface="Poppins"/>
                <a:cs typeface="Poppins"/>
                <a:sym typeface="Poppins"/>
              </a:rPr>
              <a:t>1. Resta sin decenas ni unidades.</a:t>
            </a:r>
            <a:endParaRPr sz="1800">
              <a:solidFill>
                <a:schemeClr val="dk1"/>
              </a:solidFill>
              <a:latin typeface="Poppins"/>
              <a:ea typeface="Poppins"/>
              <a:cs typeface="Poppins"/>
              <a:sym typeface="Poppins"/>
            </a:endParaRPr>
          </a:p>
          <a:p>
            <a:pPr indent="0" lvl="0" marL="0" rtl="0" algn="l">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l">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l">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l">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l">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l">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l">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None/>
            </a:pPr>
            <a:r>
              <a:t/>
            </a:r>
            <a:endParaRPr sz="1800">
              <a:solidFill>
                <a:schemeClr val="dk1"/>
              </a:solidFill>
              <a:latin typeface="Poppins"/>
              <a:ea typeface="Poppins"/>
              <a:cs typeface="Poppins"/>
              <a:sym typeface="Poppins"/>
            </a:endParaRPr>
          </a:p>
          <a:p>
            <a:pPr indent="0" lvl="0" marL="0" rtl="0" algn="ctr">
              <a:spcBef>
                <a:spcPts val="0"/>
              </a:spcBef>
              <a:spcAft>
                <a:spcPts val="0"/>
              </a:spcAft>
              <a:buNone/>
            </a:pPr>
            <a:r>
              <a:t/>
            </a:r>
            <a:endParaRPr sz="2800">
              <a:solidFill>
                <a:schemeClr val="dk1"/>
              </a:solidFill>
              <a:latin typeface="Poppins"/>
              <a:ea typeface="Poppins"/>
              <a:cs typeface="Poppins"/>
              <a:sym typeface="Poppins"/>
            </a:endParaRPr>
          </a:p>
        </p:txBody>
      </p:sp>
      <p:sp>
        <p:nvSpPr>
          <p:cNvPr id="95" name="Google Shape;95;g3343d08233c_0_0"/>
          <p:cNvSpPr txBox="1"/>
          <p:nvPr/>
        </p:nvSpPr>
        <p:spPr>
          <a:xfrm>
            <a:off x="197050" y="113775"/>
            <a:ext cx="4564200" cy="43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ES" sz="1800">
                <a:solidFill>
                  <a:schemeClr val="dk1"/>
                </a:solidFill>
                <a:latin typeface="Calibri"/>
                <a:ea typeface="Calibri"/>
                <a:cs typeface="Calibri"/>
                <a:sym typeface="Calibri"/>
              </a:rPr>
              <a:t>IMPORTANTE: Información sólo para tutor/a</a:t>
            </a:r>
            <a:endParaRPr sz="1800">
              <a:solidFill>
                <a:schemeClr val="dk1"/>
              </a:solidFill>
              <a:latin typeface="Calibri"/>
              <a:ea typeface="Calibri"/>
              <a:cs typeface="Calibri"/>
              <a:sym typeface="Calibri"/>
            </a:endParaRPr>
          </a:p>
        </p:txBody>
      </p:sp>
      <p:pic>
        <p:nvPicPr>
          <p:cNvPr id="96" name="Google Shape;96;g3343d08233c_0_0"/>
          <p:cNvPicPr preferRelativeResize="0"/>
          <p:nvPr/>
        </p:nvPicPr>
        <p:blipFill>
          <a:blip r:embed="rId3">
            <a:alphaModFix/>
          </a:blip>
          <a:stretch>
            <a:fillRect/>
          </a:stretch>
        </p:blipFill>
        <p:spPr>
          <a:xfrm>
            <a:off x="10897275" y="277737"/>
            <a:ext cx="975700" cy="10291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g3343d08233c_0_10"/>
          <p:cNvSpPr txBox="1"/>
          <p:nvPr/>
        </p:nvSpPr>
        <p:spPr>
          <a:xfrm>
            <a:off x="786350" y="1597175"/>
            <a:ext cx="10918500" cy="937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ES" sz="1600">
                <a:solidFill>
                  <a:srgbClr val="3259A4"/>
                </a:solidFill>
                <a:latin typeface="Poppins"/>
                <a:ea typeface="Poppins"/>
                <a:cs typeface="Poppins"/>
                <a:sym typeface="Poppins"/>
              </a:rPr>
              <a:t>Consejos para realizar la sesión</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p:txBody>
      </p:sp>
      <p:sp>
        <p:nvSpPr>
          <p:cNvPr id="102" name="Google Shape;102;g3343d08233c_0_10"/>
          <p:cNvSpPr txBox="1"/>
          <p:nvPr/>
        </p:nvSpPr>
        <p:spPr>
          <a:xfrm>
            <a:off x="938750" y="2131575"/>
            <a:ext cx="10402500" cy="9127800"/>
          </a:xfrm>
          <a:prstGeom prst="rect">
            <a:avLst/>
          </a:prstGeom>
          <a:noFill/>
          <a:ln>
            <a:noFill/>
          </a:ln>
        </p:spPr>
        <p:txBody>
          <a:bodyPr anchorCtr="0" anchor="t" bIns="91425" lIns="91425" spcFirstLastPara="1" rIns="91425" wrap="square" tIns="91425">
            <a:spAutoFit/>
          </a:bodyPr>
          <a:lstStyle/>
          <a:p>
            <a:pPr indent="0" lvl="0" marL="0" rtl="0" algn="just">
              <a:lnSpc>
                <a:spcPct val="150000"/>
              </a:lnSpc>
              <a:spcBef>
                <a:spcPts val="0"/>
              </a:spcBef>
              <a:spcAft>
                <a:spcPts val="0"/>
              </a:spcAft>
              <a:buClr>
                <a:schemeClr val="dk1"/>
              </a:buClr>
              <a:buSzPts val="1100"/>
              <a:buFont typeface="Arial"/>
              <a:buNone/>
            </a:pPr>
            <a:r>
              <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lang="es-ES">
                <a:latin typeface="Poppins"/>
                <a:ea typeface="Poppins"/>
                <a:cs typeface="Poppins"/>
                <a:sym typeface="Poppins"/>
              </a:rPr>
              <a:t>Esta sesión está enfocada en un tipo específico de resta de tres dígitos: cuando no hay decenas ni unidades en el minuendo, como en 600 - 248. Guiarás a tu estudiante en el procedimiento de desagrupación, comenzando desde la columna de las centenas para obtener valores en las decenas y luego en las unidades.</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lang="es-ES">
                <a:latin typeface="Poppins"/>
                <a:ea typeface="Poppins"/>
                <a:cs typeface="Poppins"/>
                <a:sym typeface="Poppins"/>
              </a:rPr>
              <a:t>Comienza explicándole a tu estudiante que, en casos como 600 - 248, el minuendo no tiene decenas ni unidades, por lo que es </a:t>
            </a:r>
            <a:r>
              <a:rPr b="1" lang="es-ES">
                <a:latin typeface="Poppins"/>
                <a:ea typeface="Poppins"/>
                <a:cs typeface="Poppins"/>
                <a:sym typeface="Poppins"/>
              </a:rPr>
              <a:t>necesario desagrupar desde la columna de las centenas</a:t>
            </a:r>
            <a:r>
              <a:rPr lang="es-ES">
                <a:latin typeface="Poppins"/>
                <a:ea typeface="Poppins"/>
                <a:cs typeface="Poppins"/>
                <a:sym typeface="Poppins"/>
              </a:rPr>
              <a:t>. Usa el ejemplo visual de la diapositiva 4 mostrar cómo las centenas se convierten en decenas y luego en unidades.</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b="1">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latin typeface="Poppins"/>
              <a:ea typeface="Poppins"/>
              <a:cs typeface="Poppins"/>
              <a:sym typeface="Poppins"/>
            </a:endParaRPr>
          </a:p>
          <a:p>
            <a:pPr indent="0" lvl="0" marL="0" rtl="0" algn="just">
              <a:lnSpc>
                <a:spcPct val="150000"/>
              </a:lnSpc>
              <a:spcBef>
                <a:spcPts val="0"/>
              </a:spcBef>
              <a:spcAft>
                <a:spcPts val="0"/>
              </a:spcAft>
              <a:buNone/>
            </a:pPr>
            <a:r>
              <a:t/>
            </a:r>
            <a:endParaRPr>
              <a:latin typeface="Poppins"/>
              <a:ea typeface="Poppins"/>
              <a:cs typeface="Poppins"/>
              <a:sym typeface="Poppins"/>
            </a:endParaRPr>
          </a:p>
          <a:p>
            <a:pPr indent="0" lvl="0" marL="0" rtl="0" algn="just">
              <a:lnSpc>
                <a:spcPct val="150000"/>
              </a:lnSpc>
              <a:spcBef>
                <a:spcPts val="0"/>
              </a:spcBef>
              <a:spcAft>
                <a:spcPts val="0"/>
              </a:spcAft>
              <a:buNone/>
            </a:pPr>
            <a:r>
              <a:t/>
            </a:r>
            <a:endParaRPr>
              <a:latin typeface="Poppins"/>
              <a:ea typeface="Poppins"/>
              <a:cs typeface="Poppins"/>
              <a:sym typeface="Poppins"/>
            </a:endParaRPr>
          </a:p>
          <a:p>
            <a:pPr indent="0" lvl="0" marL="0" rtl="0" algn="just">
              <a:lnSpc>
                <a:spcPct val="150000"/>
              </a:lnSpc>
              <a:spcBef>
                <a:spcPts val="0"/>
              </a:spcBef>
              <a:spcAft>
                <a:spcPts val="0"/>
              </a:spcAft>
              <a:buNone/>
            </a:pPr>
            <a:r>
              <a:t/>
            </a:r>
            <a:endParaRPr b="1">
              <a:latin typeface="Poppins"/>
              <a:ea typeface="Poppins"/>
              <a:cs typeface="Poppins"/>
              <a:sym typeface="Poppins"/>
            </a:endParaRPr>
          </a:p>
          <a:p>
            <a:pPr indent="0" lvl="0" marL="0" rtl="0" algn="just">
              <a:lnSpc>
                <a:spcPct val="150000"/>
              </a:lnSpc>
              <a:spcBef>
                <a:spcPts val="0"/>
              </a:spcBef>
              <a:spcAft>
                <a:spcPts val="0"/>
              </a:spcAft>
              <a:buNone/>
            </a:pPr>
            <a:r>
              <a:t/>
            </a:r>
            <a:endParaRPr i="1">
              <a:latin typeface="Poppins"/>
              <a:ea typeface="Poppins"/>
              <a:cs typeface="Poppins"/>
              <a:sym typeface="Poppins"/>
            </a:endParaRPr>
          </a:p>
        </p:txBody>
      </p:sp>
      <p:sp>
        <p:nvSpPr>
          <p:cNvPr id="103" name="Google Shape;103;g3343d08233c_0_10"/>
          <p:cNvSpPr txBox="1"/>
          <p:nvPr/>
        </p:nvSpPr>
        <p:spPr>
          <a:xfrm>
            <a:off x="197050" y="113775"/>
            <a:ext cx="4564200" cy="43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ES" sz="1800">
                <a:solidFill>
                  <a:schemeClr val="dk1"/>
                </a:solidFill>
                <a:latin typeface="Calibri"/>
                <a:ea typeface="Calibri"/>
                <a:cs typeface="Calibri"/>
                <a:sym typeface="Calibri"/>
              </a:rPr>
              <a:t>IMPORTANTE: Información sólo para tutor/a</a:t>
            </a:r>
            <a:endParaRPr sz="1800">
              <a:solidFill>
                <a:schemeClr val="dk1"/>
              </a:solidFill>
              <a:latin typeface="Calibri"/>
              <a:ea typeface="Calibri"/>
              <a:cs typeface="Calibri"/>
              <a:sym typeface="Calibri"/>
            </a:endParaRPr>
          </a:p>
        </p:txBody>
      </p:sp>
      <p:sp>
        <p:nvSpPr>
          <p:cNvPr id="104" name="Google Shape;104;g3343d08233c_0_10"/>
          <p:cNvSpPr/>
          <p:nvPr/>
        </p:nvSpPr>
        <p:spPr>
          <a:xfrm>
            <a:off x="2538175" y="630575"/>
            <a:ext cx="7727100" cy="630300"/>
          </a:xfrm>
          <a:prstGeom prst="roundRect">
            <a:avLst>
              <a:gd fmla="val 16667" name="adj"/>
            </a:avLst>
          </a:prstGeom>
          <a:solidFill>
            <a:srgbClr val="3259A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05" name="Google Shape;105;g3343d08233c_0_10"/>
          <p:cNvSpPr txBox="1"/>
          <p:nvPr/>
        </p:nvSpPr>
        <p:spPr>
          <a:xfrm>
            <a:off x="3518200" y="676623"/>
            <a:ext cx="5757900" cy="630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ES" sz="2800">
                <a:solidFill>
                  <a:schemeClr val="lt1"/>
                </a:solidFill>
                <a:latin typeface="Poppins"/>
                <a:ea typeface="Poppins"/>
                <a:cs typeface="Poppins"/>
                <a:sym typeface="Poppins"/>
              </a:rPr>
              <a:t>PLANIFICACIÓN TUTORÍA</a:t>
            </a:r>
            <a:endParaRPr sz="2800">
              <a:solidFill>
                <a:schemeClr val="lt1"/>
              </a:solidFill>
              <a:latin typeface="Poppins"/>
              <a:ea typeface="Poppins"/>
              <a:cs typeface="Poppins"/>
              <a:sym typeface="Poppins"/>
            </a:endParaRPr>
          </a:p>
        </p:txBody>
      </p:sp>
      <p:pic>
        <p:nvPicPr>
          <p:cNvPr id="106" name="Google Shape;106;g3343d08233c_0_10"/>
          <p:cNvPicPr preferRelativeResize="0"/>
          <p:nvPr/>
        </p:nvPicPr>
        <p:blipFill>
          <a:blip r:embed="rId3">
            <a:alphaModFix/>
          </a:blip>
          <a:stretch>
            <a:fillRect/>
          </a:stretch>
        </p:blipFill>
        <p:spPr>
          <a:xfrm>
            <a:off x="10897275" y="277737"/>
            <a:ext cx="975700" cy="10291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g3343d08233c_0_107"/>
          <p:cNvSpPr txBox="1"/>
          <p:nvPr/>
        </p:nvSpPr>
        <p:spPr>
          <a:xfrm>
            <a:off x="786350" y="1597175"/>
            <a:ext cx="10918500" cy="937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ES" sz="1600">
                <a:solidFill>
                  <a:srgbClr val="3259A4"/>
                </a:solidFill>
                <a:latin typeface="Poppins"/>
                <a:ea typeface="Poppins"/>
                <a:cs typeface="Poppins"/>
                <a:sym typeface="Poppins"/>
              </a:rPr>
              <a:t>Consejos para realizar la sesión</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p:txBody>
      </p:sp>
      <p:sp>
        <p:nvSpPr>
          <p:cNvPr id="112" name="Google Shape;112;g3343d08233c_0_107"/>
          <p:cNvSpPr txBox="1"/>
          <p:nvPr/>
        </p:nvSpPr>
        <p:spPr>
          <a:xfrm>
            <a:off x="938750" y="2131575"/>
            <a:ext cx="10402500" cy="8481300"/>
          </a:xfrm>
          <a:prstGeom prst="rect">
            <a:avLst/>
          </a:prstGeom>
          <a:noFill/>
          <a:ln>
            <a:noFill/>
          </a:ln>
        </p:spPr>
        <p:txBody>
          <a:bodyPr anchorCtr="0" anchor="t" bIns="91425" lIns="91425" spcFirstLastPara="1" rIns="91425" wrap="square" tIns="91425">
            <a:spAutoFit/>
          </a:bodyPr>
          <a:lstStyle/>
          <a:p>
            <a:pPr indent="0" lvl="0" marL="0" rtl="0" algn="just">
              <a:lnSpc>
                <a:spcPct val="150000"/>
              </a:lnSpc>
              <a:spcBef>
                <a:spcPts val="0"/>
              </a:spcBef>
              <a:spcAft>
                <a:spcPts val="0"/>
              </a:spcAft>
              <a:buClr>
                <a:schemeClr val="dk1"/>
              </a:buClr>
              <a:buSzPts val="1100"/>
              <a:buFont typeface="Arial"/>
              <a:buNone/>
            </a:pPr>
            <a:r>
              <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lang="es-ES">
                <a:latin typeface="Poppins"/>
                <a:ea typeface="Poppins"/>
                <a:cs typeface="Poppins"/>
                <a:sym typeface="Poppins"/>
              </a:rPr>
              <a:t>Luego de enseñarle el procedimiento matemático para resolver estas restas, asegúrate de que tu </a:t>
            </a:r>
            <a:r>
              <a:rPr b="1" lang="es-ES">
                <a:latin typeface="Poppins"/>
                <a:ea typeface="Poppins"/>
                <a:cs typeface="Poppins"/>
                <a:sym typeface="Poppins"/>
              </a:rPr>
              <a:t>estudiante comprende la lógica detrás de la desagrupación</a:t>
            </a:r>
            <a:r>
              <a:rPr lang="es-ES">
                <a:latin typeface="Poppins"/>
                <a:ea typeface="Poppins"/>
                <a:cs typeface="Poppins"/>
                <a:sym typeface="Poppins"/>
              </a:rPr>
              <a:t>. Explícale que cada paso permite obtener un número mayor en las decenas y unidades para completar la resta.</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lang="es-ES">
                <a:latin typeface="Poppins"/>
                <a:ea typeface="Poppins"/>
                <a:cs typeface="Poppins"/>
                <a:sym typeface="Poppins"/>
              </a:rPr>
              <a:t>Al término de los distintos ejemplos, hazle notar que estos casos muestran que están </a:t>
            </a:r>
            <a:r>
              <a:rPr b="1" lang="es-ES">
                <a:latin typeface="Poppins"/>
                <a:ea typeface="Poppins"/>
                <a:cs typeface="Poppins"/>
                <a:sym typeface="Poppins"/>
              </a:rPr>
              <a:t>expandiendo sus conocimientos </a:t>
            </a:r>
            <a:r>
              <a:rPr lang="es-ES">
                <a:latin typeface="Poppins"/>
                <a:ea typeface="Poppins"/>
                <a:cs typeface="Poppins"/>
                <a:sym typeface="Poppins"/>
              </a:rPr>
              <a:t>usando como base todo lo que han aprendido hasta el momento. De esa forma </a:t>
            </a:r>
            <a:r>
              <a:rPr b="1" lang="es-ES">
                <a:latin typeface="Poppins"/>
                <a:ea typeface="Poppins"/>
                <a:cs typeface="Poppins"/>
                <a:sym typeface="Poppins"/>
              </a:rPr>
              <a:t>destaca lo mucho que es capaz de avanzar </a:t>
            </a:r>
            <a:r>
              <a:rPr lang="es-ES">
                <a:latin typeface="Poppins"/>
                <a:ea typeface="Poppins"/>
                <a:cs typeface="Poppins"/>
                <a:sym typeface="Poppins"/>
              </a:rPr>
              <a:t>y cómo </a:t>
            </a:r>
            <a:r>
              <a:rPr b="1" lang="es-ES">
                <a:latin typeface="Poppins"/>
                <a:ea typeface="Poppins"/>
                <a:cs typeface="Poppins"/>
                <a:sym typeface="Poppins"/>
              </a:rPr>
              <a:t>todos los contenidos se van conectado entre sí.</a:t>
            </a:r>
            <a:endParaRPr b="1">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latin typeface="Poppins"/>
              <a:ea typeface="Poppins"/>
              <a:cs typeface="Poppins"/>
              <a:sym typeface="Poppins"/>
            </a:endParaRPr>
          </a:p>
          <a:p>
            <a:pPr indent="0" lvl="0" marL="0" rtl="0" algn="just">
              <a:lnSpc>
                <a:spcPct val="150000"/>
              </a:lnSpc>
              <a:spcBef>
                <a:spcPts val="0"/>
              </a:spcBef>
              <a:spcAft>
                <a:spcPts val="0"/>
              </a:spcAft>
              <a:buNone/>
            </a:pPr>
            <a:r>
              <a:t/>
            </a:r>
            <a:endParaRPr>
              <a:latin typeface="Poppins"/>
              <a:ea typeface="Poppins"/>
              <a:cs typeface="Poppins"/>
              <a:sym typeface="Poppins"/>
            </a:endParaRPr>
          </a:p>
          <a:p>
            <a:pPr indent="0" lvl="0" marL="0" rtl="0" algn="just">
              <a:lnSpc>
                <a:spcPct val="150000"/>
              </a:lnSpc>
              <a:spcBef>
                <a:spcPts val="0"/>
              </a:spcBef>
              <a:spcAft>
                <a:spcPts val="0"/>
              </a:spcAft>
              <a:buNone/>
            </a:pPr>
            <a:r>
              <a:t/>
            </a:r>
            <a:endParaRPr>
              <a:latin typeface="Poppins"/>
              <a:ea typeface="Poppins"/>
              <a:cs typeface="Poppins"/>
              <a:sym typeface="Poppins"/>
            </a:endParaRPr>
          </a:p>
          <a:p>
            <a:pPr indent="0" lvl="0" marL="0" rtl="0" algn="just">
              <a:lnSpc>
                <a:spcPct val="150000"/>
              </a:lnSpc>
              <a:spcBef>
                <a:spcPts val="0"/>
              </a:spcBef>
              <a:spcAft>
                <a:spcPts val="0"/>
              </a:spcAft>
              <a:buNone/>
            </a:pPr>
            <a:r>
              <a:t/>
            </a:r>
            <a:endParaRPr b="1">
              <a:latin typeface="Poppins"/>
              <a:ea typeface="Poppins"/>
              <a:cs typeface="Poppins"/>
              <a:sym typeface="Poppins"/>
            </a:endParaRPr>
          </a:p>
          <a:p>
            <a:pPr indent="0" lvl="0" marL="0" rtl="0" algn="just">
              <a:lnSpc>
                <a:spcPct val="150000"/>
              </a:lnSpc>
              <a:spcBef>
                <a:spcPts val="0"/>
              </a:spcBef>
              <a:spcAft>
                <a:spcPts val="0"/>
              </a:spcAft>
              <a:buNone/>
            </a:pPr>
            <a:r>
              <a:t/>
            </a:r>
            <a:endParaRPr i="1">
              <a:latin typeface="Poppins"/>
              <a:ea typeface="Poppins"/>
              <a:cs typeface="Poppins"/>
              <a:sym typeface="Poppins"/>
            </a:endParaRPr>
          </a:p>
        </p:txBody>
      </p:sp>
      <p:sp>
        <p:nvSpPr>
          <p:cNvPr id="113" name="Google Shape;113;g3343d08233c_0_107"/>
          <p:cNvSpPr txBox="1"/>
          <p:nvPr/>
        </p:nvSpPr>
        <p:spPr>
          <a:xfrm>
            <a:off x="197050" y="113775"/>
            <a:ext cx="4564200" cy="43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ES" sz="1800">
                <a:solidFill>
                  <a:schemeClr val="dk1"/>
                </a:solidFill>
                <a:latin typeface="Calibri"/>
                <a:ea typeface="Calibri"/>
                <a:cs typeface="Calibri"/>
                <a:sym typeface="Calibri"/>
              </a:rPr>
              <a:t>IMPORTANTE: Información sólo para tutor/a</a:t>
            </a:r>
            <a:endParaRPr sz="1800">
              <a:solidFill>
                <a:schemeClr val="dk1"/>
              </a:solidFill>
              <a:latin typeface="Calibri"/>
              <a:ea typeface="Calibri"/>
              <a:cs typeface="Calibri"/>
              <a:sym typeface="Calibri"/>
            </a:endParaRPr>
          </a:p>
        </p:txBody>
      </p:sp>
      <p:sp>
        <p:nvSpPr>
          <p:cNvPr id="114" name="Google Shape;114;g3343d08233c_0_107"/>
          <p:cNvSpPr/>
          <p:nvPr/>
        </p:nvSpPr>
        <p:spPr>
          <a:xfrm>
            <a:off x="2538175" y="630575"/>
            <a:ext cx="7727100" cy="630300"/>
          </a:xfrm>
          <a:prstGeom prst="roundRect">
            <a:avLst>
              <a:gd fmla="val 16667" name="adj"/>
            </a:avLst>
          </a:prstGeom>
          <a:solidFill>
            <a:srgbClr val="3259A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15" name="Google Shape;115;g3343d08233c_0_107"/>
          <p:cNvSpPr txBox="1"/>
          <p:nvPr/>
        </p:nvSpPr>
        <p:spPr>
          <a:xfrm>
            <a:off x="3518200" y="676623"/>
            <a:ext cx="5757900" cy="630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ES" sz="2800">
                <a:solidFill>
                  <a:schemeClr val="lt1"/>
                </a:solidFill>
                <a:latin typeface="Poppins"/>
                <a:ea typeface="Poppins"/>
                <a:cs typeface="Poppins"/>
                <a:sym typeface="Poppins"/>
              </a:rPr>
              <a:t>PLANIFICACIÓN TUTORÍA</a:t>
            </a:r>
            <a:endParaRPr sz="2800">
              <a:solidFill>
                <a:schemeClr val="lt1"/>
              </a:solidFill>
              <a:latin typeface="Poppins"/>
              <a:ea typeface="Poppins"/>
              <a:cs typeface="Poppins"/>
              <a:sym typeface="Poppins"/>
            </a:endParaRPr>
          </a:p>
        </p:txBody>
      </p:sp>
      <p:pic>
        <p:nvPicPr>
          <p:cNvPr id="116" name="Google Shape;116;g3343d08233c_0_107"/>
          <p:cNvPicPr preferRelativeResize="0"/>
          <p:nvPr/>
        </p:nvPicPr>
        <p:blipFill>
          <a:blip r:embed="rId3">
            <a:alphaModFix/>
          </a:blip>
          <a:stretch>
            <a:fillRect/>
          </a:stretch>
        </p:blipFill>
        <p:spPr>
          <a:xfrm>
            <a:off x="10897275" y="277737"/>
            <a:ext cx="975700" cy="10291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g3343d08233c_0_19"/>
          <p:cNvSpPr txBox="1"/>
          <p:nvPr/>
        </p:nvSpPr>
        <p:spPr>
          <a:xfrm>
            <a:off x="197050" y="113775"/>
            <a:ext cx="4564200" cy="43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ES" sz="1800">
                <a:solidFill>
                  <a:schemeClr val="dk1"/>
                </a:solidFill>
                <a:latin typeface="Calibri"/>
                <a:ea typeface="Calibri"/>
                <a:cs typeface="Calibri"/>
                <a:sym typeface="Calibri"/>
              </a:rPr>
              <a:t>IMPORTANTE: Información sólo para tutor/a</a:t>
            </a:r>
            <a:endParaRPr sz="1800">
              <a:solidFill>
                <a:schemeClr val="dk1"/>
              </a:solidFill>
              <a:latin typeface="Calibri"/>
              <a:ea typeface="Calibri"/>
              <a:cs typeface="Calibri"/>
              <a:sym typeface="Calibri"/>
            </a:endParaRPr>
          </a:p>
        </p:txBody>
      </p:sp>
      <p:sp>
        <p:nvSpPr>
          <p:cNvPr id="122" name="Google Shape;122;g3343d08233c_0_19"/>
          <p:cNvSpPr txBox="1"/>
          <p:nvPr/>
        </p:nvSpPr>
        <p:spPr>
          <a:xfrm>
            <a:off x="380275" y="1624950"/>
            <a:ext cx="11268600" cy="207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ES" sz="2000">
                <a:solidFill>
                  <a:srgbClr val="3259A4"/>
                </a:solidFill>
                <a:latin typeface="Poppins"/>
                <a:ea typeface="Poppins"/>
                <a:cs typeface="Poppins"/>
                <a:sym typeface="Poppins"/>
              </a:rPr>
              <a:t>Para Complementar</a:t>
            </a:r>
            <a:endParaRPr b="1" sz="2000">
              <a:solidFill>
                <a:srgbClr val="3259A4"/>
              </a:solidFill>
              <a:latin typeface="Poppins"/>
              <a:ea typeface="Poppins"/>
              <a:cs typeface="Poppins"/>
              <a:sym typeface="Poppins"/>
            </a:endParaRPr>
          </a:p>
          <a:p>
            <a:pPr indent="0" lvl="0" marL="0" rtl="0" algn="l">
              <a:spcBef>
                <a:spcPts val="0"/>
              </a:spcBef>
              <a:spcAft>
                <a:spcPts val="0"/>
              </a:spcAft>
              <a:buNone/>
            </a:pPr>
            <a:r>
              <a:t/>
            </a:r>
            <a:endParaRPr b="1" sz="2000">
              <a:solidFill>
                <a:srgbClr val="3259A4"/>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lang="es-ES" sz="1800">
                <a:solidFill>
                  <a:schemeClr val="dk1"/>
                </a:solidFill>
                <a:latin typeface="Poppins"/>
                <a:ea typeface="Poppins"/>
                <a:cs typeface="Poppins"/>
                <a:sym typeface="Poppins"/>
              </a:rPr>
              <a:t>Pídele que invente dos ejercicios con una historia detrás para que los resuelva en casa y explique su procedimiento. Un ejemplo podría ser “Tenía $900 y gasté $350 en un dulce”.</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None/>
            </a:pPr>
            <a:r>
              <a:t/>
            </a:r>
            <a:endParaRPr sz="1800">
              <a:solidFill>
                <a:schemeClr val="dk1"/>
              </a:solidFill>
              <a:latin typeface="Poppins"/>
              <a:ea typeface="Poppins"/>
              <a:cs typeface="Poppins"/>
              <a:sym typeface="Poppins"/>
            </a:endParaRPr>
          </a:p>
          <a:p>
            <a:pPr indent="0" lvl="0" marL="0" rtl="0" algn="l">
              <a:spcBef>
                <a:spcPts val="0"/>
              </a:spcBef>
              <a:spcAft>
                <a:spcPts val="0"/>
              </a:spcAft>
              <a:buNone/>
            </a:pPr>
            <a:r>
              <a:t/>
            </a:r>
            <a:endParaRPr sz="2800">
              <a:solidFill>
                <a:schemeClr val="dk1"/>
              </a:solidFill>
              <a:latin typeface="Poppins"/>
              <a:ea typeface="Poppins"/>
              <a:cs typeface="Poppins"/>
              <a:sym typeface="Poppins"/>
            </a:endParaRPr>
          </a:p>
        </p:txBody>
      </p:sp>
      <p:sp>
        <p:nvSpPr>
          <p:cNvPr id="123" name="Google Shape;123;g3343d08233c_0_19"/>
          <p:cNvSpPr txBox="1"/>
          <p:nvPr/>
        </p:nvSpPr>
        <p:spPr>
          <a:xfrm>
            <a:off x="380275" y="4058725"/>
            <a:ext cx="11268600" cy="207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ES" sz="2000">
                <a:solidFill>
                  <a:srgbClr val="3259A4"/>
                </a:solidFill>
                <a:latin typeface="Poppins"/>
                <a:ea typeface="Poppins"/>
                <a:cs typeface="Poppins"/>
                <a:sym typeface="Poppins"/>
              </a:rPr>
              <a:t>Preguntas de Cierre</a:t>
            </a:r>
            <a:endParaRPr b="1" sz="2000">
              <a:solidFill>
                <a:srgbClr val="3259A4"/>
              </a:solidFill>
              <a:latin typeface="Poppins"/>
              <a:ea typeface="Poppins"/>
              <a:cs typeface="Poppins"/>
              <a:sym typeface="Poppins"/>
            </a:endParaRPr>
          </a:p>
          <a:p>
            <a:pPr indent="0" lvl="0" marL="0" rtl="0" algn="l">
              <a:spcBef>
                <a:spcPts val="0"/>
              </a:spcBef>
              <a:spcAft>
                <a:spcPts val="0"/>
              </a:spcAft>
              <a:buNone/>
            </a:pPr>
            <a:r>
              <a:t/>
            </a:r>
            <a:endParaRPr b="1" sz="2000">
              <a:solidFill>
                <a:srgbClr val="3259A4"/>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lang="es-ES" sz="1800">
                <a:solidFill>
                  <a:schemeClr val="dk1"/>
                </a:solidFill>
                <a:latin typeface="Poppins"/>
                <a:ea typeface="Poppins"/>
                <a:cs typeface="Poppins"/>
                <a:sym typeface="Poppins"/>
              </a:rPr>
              <a:t>1. ¿Qué haces si el minuendo no tiene decenas ni unidades?</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lang="es-ES" sz="1800">
                <a:solidFill>
                  <a:schemeClr val="dk1"/>
                </a:solidFill>
                <a:latin typeface="Poppins"/>
                <a:ea typeface="Poppins"/>
                <a:cs typeface="Poppins"/>
                <a:sym typeface="Poppins"/>
              </a:rPr>
              <a:t>2. ¿Cómo desagrupas una centena para obtener decenas y unidades?</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lang="es-ES" sz="1800">
                <a:solidFill>
                  <a:schemeClr val="dk1"/>
                </a:solidFill>
                <a:latin typeface="Poppins"/>
                <a:ea typeface="Poppins"/>
                <a:cs typeface="Poppins"/>
                <a:sym typeface="Poppins"/>
              </a:rPr>
              <a:t>3. ¿Por qué es importante seguir el procedimiento paso a paso en esta</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lang="es-ES" sz="1800">
                <a:solidFill>
                  <a:schemeClr val="dk1"/>
                </a:solidFill>
                <a:latin typeface="Poppins"/>
                <a:ea typeface="Poppins"/>
                <a:cs typeface="Poppins"/>
                <a:sym typeface="Poppins"/>
              </a:rPr>
              <a:t>resta?</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None/>
            </a:pPr>
            <a:r>
              <a:t/>
            </a:r>
            <a:endParaRPr sz="1800">
              <a:solidFill>
                <a:schemeClr val="dk1"/>
              </a:solidFill>
              <a:latin typeface="Poppins"/>
              <a:ea typeface="Poppins"/>
              <a:cs typeface="Poppins"/>
              <a:sym typeface="Poppins"/>
            </a:endParaRPr>
          </a:p>
          <a:p>
            <a:pPr indent="0" lvl="0" marL="0" rtl="0" algn="l">
              <a:spcBef>
                <a:spcPts val="0"/>
              </a:spcBef>
              <a:spcAft>
                <a:spcPts val="0"/>
              </a:spcAft>
              <a:buNone/>
            </a:pPr>
            <a:r>
              <a:t/>
            </a:r>
            <a:endParaRPr sz="2800">
              <a:solidFill>
                <a:schemeClr val="dk1"/>
              </a:solidFill>
              <a:latin typeface="Poppins"/>
              <a:ea typeface="Poppins"/>
              <a:cs typeface="Poppins"/>
              <a:sym typeface="Poppins"/>
            </a:endParaRPr>
          </a:p>
        </p:txBody>
      </p:sp>
      <p:sp>
        <p:nvSpPr>
          <p:cNvPr id="124" name="Google Shape;124;g3343d08233c_0_19"/>
          <p:cNvSpPr/>
          <p:nvPr/>
        </p:nvSpPr>
        <p:spPr>
          <a:xfrm>
            <a:off x="2538175" y="630575"/>
            <a:ext cx="7727100" cy="630300"/>
          </a:xfrm>
          <a:prstGeom prst="roundRect">
            <a:avLst>
              <a:gd fmla="val 16667" name="adj"/>
            </a:avLst>
          </a:prstGeom>
          <a:solidFill>
            <a:srgbClr val="3259A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25" name="Google Shape;125;g3343d08233c_0_19"/>
          <p:cNvSpPr txBox="1"/>
          <p:nvPr/>
        </p:nvSpPr>
        <p:spPr>
          <a:xfrm>
            <a:off x="3518200" y="676623"/>
            <a:ext cx="5757900" cy="630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ES" sz="2800">
                <a:solidFill>
                  <a:schemeClr val="lt1"/>
                </a:solidFill>
                <a:latin typeface="Poppins"/>
                <a:ea typeface="Poppins"/>
                <a:cs typeface="Poppins"/>
                <a:sym typeface="Poppins"/>
              </a:rPr>
              <a:t>PLANIFICACIÓN TUTORÍA</a:t>
            </a:r>
            <a:endParaRPr sz="2800">
              <a:solidFill>
                <a:schemeClr val="lt1"/>
              </a:solidFill>
              <a:latin typeface="Poppins"/>
              <a:ea typeface="Poppins"/>
              <a:cs typeface="Poppins"/>
              <a:sym typeface="Poppins"/>
            </a:endParaRPr>
          </a:p>
        </p:txBody>
      </p:sp>
      <p:pic>
        <p:nvPicPr>
          <p:cNvPr id="126" name="Google Shape;126;g3343d08233c_0_19"/>
          <p:cNvPicPr preferRelativeResize="0"/>
          <p:nvPr/>
        </p:nvPicPr>
        <p:blipFill>
          <a:blip r:embed="rId3">
            <a:alphaModFix/>
          </a:blip>
          <a:stretch>
            <a:fillRect/>
          </a:stretch>
        </p:blipFill>
        <p:spPr>
          <a:xfrm>
            <a:off x="10897275" y="277737"/>
            <a:ext cx="975700" cy="10291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pic>
        <p:nvPicPr>
          <p:cNvPr id="131" name="Google Shape;131;p2"/>
          <p:cNvPicPr preferRelativeResize="0"/>
          <p:nvPr/>
        </p:nvPicPr>
        <p:blipFill rotWithShape="1">
          <a:blip r:embed="rId3">
            <a:alphaModFix/>
          </a:blip>
          <a:srcRect b="0" l="0" r="0" t="0"/>
          <a:stretch/>
        </p:blipFill>
        <p:spPr>
          <a:xfrm>
            <a:off x="1" y="0"/>
            <a:ext cx="12192000" cy="6858003"/>
          </a:xfrm>
          <a:prstGeom prst="rect">
            <a:avLst/>
          </a:prstGeom>
          <a:noFill/>
          <a:ln>
            <a:noFill/>
          </a:ln>
        </p:spPr>
      </p:pic>
      <p:pic>
        <p:nvPicPr>
          <p:cNvPr id="132" name="Google Shape;132;p2"/>
          <p:cNvPicPr preferRelativeResize="0"/>
          <p:nvPr/>
        </p:nvPicPr>
        <p:blipFill>
          <a:blip r:embed="rId4">
            <a:alphaModFix/>
          </a:blip>
          <a:stretch>
            <a:fillRect/>
          </a:stretch>
        </p:blipFill>
        <p:spPr>
          <a:xfrm>
            <a:off x="11039425" y="5216912"/>
            <a:ext cx="975700" cy="10291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g331a115d787_0_5"/>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t/>
            </a:r>
            <a:endParaRPr/>
          </a:p>
        </p:txBody>
      </p:sp>
      <p:sp>
        <p:nvSpPr>
          <p:cNvPr id="138" name="Google Shape;138;g331a115d787_0_5"/>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t/>
            </a:r>
            <a:endParaRPr/>
          </a:p>
        </p:txBody>
      </p:sp>
      <p:pic>
        <p:nvPicPr>
          <p:cNvPr descr="Forma&#10;&#10;Descripción generada automáticamente con confianza media" id="139" name="Google Shape;139;g331a115d787_0_5"/>
          <p:cNvPicPr preferRelativeResize="0"/>
          <p:nvPr>
            <p:ph idx="1" type="body"/>
          </p:nvPr>
        </p:nvPicPr>
        <p:blipFill rotWithShape="1">
          <a:blip r:embed="rId3">
            <a:alphaModFix/>
          </a:blip>
          <a:srcRect b="0" l="0" r="0" t="0"/>
          <a:stretch/>
        </p:blipFill>
        <p:spPr>
          <a:xfrm>
            <a:off x="78750" y="0"/>
            <a:ext cx="12113100" cy="6966600"/>
          </a:xfrm>
          <a:prstGeom prst="rect">
            <a:avLst/>
          </a:prstGeom>
          <a:noFill/>
          <a:ln>
            <a:noFill/>
          </a:ln>
        </p:spPr>
      </p:pic>
      <p:sp>
        <p:nvSpPr>
          <p:cNvPr id="140" name="Google Shape;140;g331a115d787_0_5"/>
          <p:cNvSpPr txBox="1"/>
          <p:nvPr/>
        </p:nvSpPr>
        <p:spPr>
          <a:xfrm>
            <a:off x="1308900" y="528175"/>
            <a:ext cx="9574200" cy="677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ES" sz="3200">
                <a:solidFill>
                  <a:schemeClr val="lt1"/>
                </a:solidFill>
                <a:highlight>
                  <a:srgbClr val="009287"/>
                </a:highlight>
                <a:latin typeface="Patrick Hand"/>
                <a:ea typeface="Patrick Hand"/>
                <a:cs typeface="Patrick Hand"/>
                <a:sym typeface="Patrick Hand"/>
              </a:rPr>
              <a:t> Algunas recomendaciones </a:t>
            </a:r>
            <a:endParaRPr/>
          </a:p>
        </p:txBody>
      </p:sp>
      <p:sp>
        <p:nvSpPr>
          <p:cNvPr id="141" name="Google Shape;141;g331a115d787_0_5"/>
          <p:cNvSpPr txBox="1"/>
          <p:nvPr/>
        </p:nvSpPr>
        <p:spPr>
          <a:xfrm>
            <a:off x="1025025" y="1205275"/>
            <a:ext cx="10515600" cy="4001700"/>
          </a:xfrm>
          <a:prstGeom prst="rect">
            <a:avLst/>
          </a:prstGeom>
          <a:noFill/>
          <a:ln>
            <a:noFill/>
          </a:ln>
        </p:spPr>
        <p:txBody>
          <a:bodyPr anchorCtr="0" anchor="t" bIns="91425" lIns="91425" spcFirstLastPara="1" rIns="91425" wrap="square" tIns="91425">
            <a:spAutoFit/>
          </a:bodyPr>
          <a:lstStyle/>
          <a:p>
            <a:pPr indent="-311150" lvl="0" marL="457200" rtl="0" algn="just">
              <a:spcBef>
                <a:spcPts val="0"/>
              </a:spcBef>
              <a:spcAft>
                <a:spcPts val="0"/>
              </a:spcAft>
              <a:buClr>
                <a:schemeClr val="dk1"/>
              </a:buClr>
              <a:buSzPts val="1300"/>
              <a:buFont typeface="Poppins"/>
              <a:buChar char="●"/>
            </a:pPr>
            <a:r>
              <a:rPr lang="es-ES" sz="1300">
                <a:solidFill>
                  <a:schemeClr val="dk1"/>
                </a:solidFill>
                <a:latin typeface="Poppins"/>
                <a:ea typeface="Poppins"/>
                <a:cs typeface="Poppins"/>
                <a:sym typeface="Poppins"/>
              </a:rPr>
              <a:t>Antes de comenzar recuerda revisar el Planificador de Tutorías que se encuentra en las diapositivas previas. Este planificador te permite organizar el contenido de esta ruta para guiar el desarrollo de cada sesión. </a:t>
            </a:r>
            <a:endParaRPr sz="1300">
              <a:solidFill>
                <a:schemeClr val="dk1"/>
              </a:solidFill>
              <a:latin typeface="Poppins"/>
              <a:ea typeface="Poppins"/>
              <a:cs typeface="Poppins"/>
              <a:sym typeface="Poppins"/>
            </a:endParaRPr>
          </a:p>
          <a:p>
            <a:pPr indent="0" lvl="0" marL="457200" rtl="0" algn="just">
              <a:spcBef>
                <a:spcPts val="0"/>
              </a:spcBef>
              <a:spcAft>
                <a:spcPts val="0"/>
              </a:spcAft>
              <a:buNone/>
            </a:pPr>
            <a:r>
              <a:t/>
            </a:r>
            <a:endParaRPr sz="1300">
              <a:solidFill>
                <a:schemeClr val="dk1"/>
              </a:solidFill>
              <a:latin typeface="Poppins"/>
              <a:ea typeface="Poppins"/>
              <a:cs typeface="Poppins"/>
              <a:sym typeface="Poppins"/>
            </a:endParaRPr>
          </a:p>
          <a:p>
            <a:pPr indent="-311150" lvl="0" marL="457200" rtl="0" algn="just">
              <a:spcBef>
                <a:spcPts val="0"/>
              </a:spcBef>
              <a:spcAft>
                <a:spcPts val="0"/>
              </a:spcAft>
              <a:buClr>
                <a:schemeClr val="dk1"/>
              </a:buClr>
              <a:buSzPts val="1300"/>
              <a:buFont typeface="Poppins"/>
              <a:buChar char="●"/>
            </a:pPr>
            <a:r>
              <a:rPr lang="es-ES" sz="1300">
                <a:solidFill>
                  <a:schemeClr val="dk1"/>
                </a:solidFill>
                <a:latin typeface="Poppins"/>
                <a:ea typeface="Poppins"/>
                <a:cs typeface="Poppins"/>
                <a:sym typeface="Poppins"/>
              </a:rPr>
              <a:t>Ejercicios: Si quieres obtener más ejercicios para practicar con tu alumno te recomendamos las siguientes páginas web:  </a:t>
            </a:r>
            <a:endParaRPr sz="1300">
              <a:solidFill>
                <a:schemeClr val="dk1"/>
              </a:solidFill>
              <a:latin typeface="Poppins"/>
              <a:ea typeface="Poppins"/>
              <a:cs typeface="Poppins"/>
              <a:sym typeface="Poppins"/>
            </a:endParaRPr>
          </a:p>
          <a:p>
            <a:pPr indent="0" lvl="0" marL="457200" rtl="0" algn="just">
              <a:spcBef>
                <a:spcPts val="0"/>
              </a:spcBef>
              <a:spcAft>
                <a:spcPts val="0"/>
              </a:spcAft>
              <a:buNone/>
            </a:pPr>
            <a:r>
              <a:t/>
            </a:r>
            <a:endParaRPr sz="1300">
              <a:solidFill>
                <a:schemeClr val="dk1"/>
              </a:solidFill>
              <a:latin typeface="Poppins"/>
              <a:ea typeface="Poppins"/>
              <a:cs typeface="Poppins"/>
              <a:sym typeface="Poppins"/>
            </a:endParaRPr>
          </a:p>
          <a:p>
            <a:pPr indent="-311150" lvl="0" marL="457200" rtl="0" algn="just">
              <a:spcBef>
                <a:spcPts val="0"/>
              </a:spcBef>
              <a:spcAft>
                <a:spcPts val="0"/>
              </a:spcAft>
              <a:buClr>
                <a:schemeClr val="dk1"/>
              </a:buClr>
              <a:buSzPts val="1300"/>
              <a:buFont typeface="Poppins"/>
              <a:buChar char="-"/>
            </a:pPr>
            <a:r>
              <a:rPr lang="es-ES" sz="1300">
                <a:solidFill>
                  <a:schemeClr val="dk1"/>
                </a:solidFill>
                <a:latin typeface="Poppins"/>
                <a:ea typeface="Poppins"/>
                <a:cs typeface="Poppins"/>
                <a:sym typeface="Poppins"/>
              </a:rPr>
              <a:t>Khan Academy : </a:t>
            </a:r>
            <a:r>
              <a:rPr lang="es-ES" sz="1300" u="sng">
                <a:solidFill>
                  <a:srgbClr val="0097A7"/>
                </a:solidFill>
                <a:latin typeface="Poppins"/>
                <a:ea typeface="Poppins"/>
                <a:cs typeface="Poppins"/>
                <a:sym typeface="Poppins"/>
                <a:hlinkClick r:id="rId4">
                  <a:extLst>
                    <a:ext uri="{A12FA001-AC4F-418D-AE19-62706E023703}">
                      <ahyp:hlinkClr val="tx"/>
                    </a:ext>
                  </a:extLst>
                </a:hlinkClick>
              </a:rPr>
              <a:t>https://es.khanacademy.org/</a:t>
            </a:r>
            <a:r>
              <a:rPr lang="es-ES" sz="1300">
                <a:solidFill>
                  <a:schemeClr val="dk1"/>
                </a:solidFill>
                <a:latin typeface="Poppins"/>
                <a:ea typeface="Poppins"/>
                <a:cs typeface="Poppins"/>
                <a:sym typeface="Poppins"/>
              </a:rPr>
              <a:t> : Pagina gratuita. Es una página fácil de manejar y de buscar. Contiene numerosos ejercicios, videos y evaluaciones.  </a:t>
            </a:r>
            <a:endParaRPr sz="1300">
              <a:solidFill>
                <a:schemeClr val="dk1"/>
              </a:solidFill>
              <a:latin typeface="Poppins"/>
              <a:ea typeface="Poppins"/>
              <a:cs typeface="Poppins"/>
              <a:sym typeface="Poppins"/>
            </a:endParaRPr>
          </a:p>
          <a:p>
            <a:pPr indent="0" lvl="0" marL="457200" rtl="0" algn="just">
              <a:spcBef>
                <a:spcPts val="0"/>
              </a:spcBef>
              <a:spcAft>
                <a:spcPts val="0"/>
              </a:spcAft>
              <a:buNone/>
            </a:pPr>
            <a:r>
              <a:t/>
            </a:r>
            <a:endParaRPr sz="1300">
              <a:solidFill>
                <a:schemeClr val="dk1"/>
              </a:solidFill>
              <a:latin typeface="Poppins"/>
              <a:ea typeface="Poppins"/>
              <a:cs typeface="Poppins"/>
              <a:sym typeface="Poppins"/>
            </a:endParaRPr>
          </a:p>
          <a:p>
            <a:pPr indent="-311150" lvl="0" marL="457200" rtl="0" algn="just">
              <a:lnSpc>
                <a:spcPct val="115000"/>
              </a:lnSpc>
              <a:spcBef>
                <a:spcPts val="0"/>
              </a:spcBef>
              <a:spcAft>
                <a:spcPts val="0"/>
              </a:spcAft>
              <a:buClr>
                <a:schemeClr val="dk1"/>
              </a:buClr>
              <a:buSzPts val="1300"/>
              <a:buChar char="-"/>
            </a:pPr>
            <a:r>
              <a:rPr lang="es-ES" sz="1300">
                <a:solidFill>
                  <a:schemeClr val="dk1"/>
                </a:solidFill>
                <a:latin typeface="Poppins"/>
                <a:ea typeface="Poppins"/>
                <a:cs typeface="Poppins"/>
                <a:sym typeface="Poppins"/>
              </a:rPr>
              <a:t>Matematicas libre: </a:t>
            </a:r>
            <a:r>
              <a:rPr lang="es-ES" sz="1300" u="sng">
                <a:solidFill>
                  <a:srgbClr val="0097A7"/>
                </a:solidFill>
                <a:latin typeface="Poppins"/>
                <a:ea typeface="Poppins"/>
                <a:cs typeface="Poppins"/>
                <a:sym typeface="Poppins"/>
                <a:hlinkClick r:id="rId5">
                  <a:extLst>
                    <a:ext uri="{A12FA001-AC4F-418D-AE19-62706E023703}">
                      <ahyp:hlinkClr val="tx"/>
                    </a:ext>
                  </a:extLst>
                </a:hlinkClick>
              </a:rPr>
              <a:t>https://mateslibres.com/</a:t>
            </a:r>
            <a:r>
              <a:rPr lang="es-ES" sz="1300">
                <a:solidFill>
                  <a:schemeClr val="dk1"/>
                </a:solidFill>
                <a:latin typeface="Poppins"/>
                <a:ea typeface="Poppins"/>
                <a:cs typeface="Poppins"/>
                <a:sym typeface="Poppins"/>
              </a:rPr>
              <a:t> : Pagina gratuita , con ejercicios variados. </a:t>
            </a:r>
            <a:endParaRPr sz="1300">
              <a:solidFill>
                <a:schemeClr val="dk1"/>
              </a:solidFill>
              <a:latin typeface="Poppins"/>
              <a:ea typeface="Poppins"/>
              <a:cs typeface="Poppins"/>
              <a:sym typeface="Poppins"/>
            </a:endParaRPr>
          </a:p>
          <a:p>
            <a:pPr indent="-311150" lvl="0" marL="457200" rtl="0" algn="just">
              <a:lnSpc>
                <a:spcPct val="115000"/>
              </a:lnSpc>
              <a:spcBef>
                <a:spcPts val="0"/>
              </a:spcBef>
              <a:spcAft>
                <a:spcPts val="0"/>
              </a:spcAft>
              <a:buClr>
                <a:schemeClr val="dk1"/>
              </a:buClr>
              <a:buSzPts val="1300"/>
              <a:buChar char="-"/>
            </a:pPr>
            <a:r>
              <a:rPr lang="es-ES" sz="1300">
                <a:solidFill>
                  <a:schemeClr val="dk1"/>
                </a:solidFill>
                <a:latin typeface="Poppins"/>
                <a:ea typeface="Poppins"/>
                <a:cs typeface="Poppins"/>
                <a:sym typeface="Poppins"/>
              </a:rPr>
              <a:t>Cokitos:  </a:t>
            </a:r>
            <a:r>
              <a:rPr lang="es-ES" sz="1300" u="sng">
                <a:solidFill>
                  <a:srgbClr val="0097A7"/>
                </a:solidFill>
                <a:latin typeface="Poppins"/>
                <a:ea typeface="Poppins"/>
                <a:cs typeface="Poppins"/>
                <a:sym typeface="Poppins"/>
                <a:hlinkClick r:id="rId6">
                  <a:extLst>
                    <a:ext uri="{A12FA001-AC4F-418D-AE19-62706E023703}">
                      <ahyp:hlinkClr val="tx"/>
                    </a:ext>
                  </a:extLst>
                </a:hlinkClick>
              </a:rPr>
              <a:t>https://www.cokitos.com/</a:t>
            </a:r>
            <a:r>
              <a:rPr lang="es-ES" sz="1300">
                <a:solidFill>
                  <a:schemeClr val="dk1"/>
                </a:solidFill>
                <a:latin typeface="Poppins"/>
                <a:ea typeface="Poppins"/>
                <a:cs typeface="Poppins"/>
                <a:sym typeface="Poppins"/>
              </a:rPr>
              <a:t> : Página con juegos educativos. Orientación a diversos contenidos, pero muy útil en matemáticas. No requiere inscribirse. Abundante publicidad.  </a:t>
            </a:r>
            <a:endParaRPr sz="1300">
              <a:solidFill>
                <a:schemeClr val="dk1"/>
              </a:solidFill>
              <a:latin typeface="Poppins"/>
              <a:ea typeface="Poppins"/>
              <a:cs typeface="Poppins"/>
              <a:sym typeface="Poppins"/>
            </a:endParaRPr>
          </a:p>
          <a:p>
            <a:pPr indent="-311150" lvl="0" marL="457200" rtl="0" algn="just">
              <a:lnSpc>
                <a:spcPct val="115000"/>
              </a:lnSpc>
              <a:spcBef>
                <a:spcPts val="0"/>
              </a:spcBef>
              <a:spcAft>
                <a:spcPts val="0"/>
              </a:spcAft>
              <a:buClr>
                <a:schemeClr val="dk1"/>
              </a:buClr>
              <a:buSzPts val="1300"/>
              <a:buFont typeface="Poppins"/>
              <a:buChar char="-"/>
            </a:pPr>
            <a:r>
              <a:rPr lang="es-ES" sz="1300">
                <a:solidFill>
                  <a:schemeClr val="dk1"/>
                </a:solidFill>
                <a:latin typeface="Poppins"/>
                <a:ea typeface="Poppins"/>
                <a:cs typeface="Poppins"/>
                <a:sym typeface="Poppins"/>
              </a:rPr>
              <a:t>Teachy: </a:t>
            </a:r>
            <a:r>
              <a:rPr lang="es-ES" sz="1300" u="sng">
                <a:solidFill>
                  <a:srgbClr val="0097A7"/>
                </a:solidFill>
                <a:latin typeface="Poppins"/>
                <a:ea typeface="Poppins"/>
                <a:cs typeface="Poppins"/>
                <a:sym typeface="Poppins"/>
                <a:hlinkClick r:id="rId7">
                  <a:extLst>
                    <a:ext uri="{A12FA001-AC4F-418D-AE19-62706E023703}">
                      <ahyp:hlinkClr val="tx"/>
                    </a:ext>
                  </a:extLst>
                </a:hlinkClick>
              </a:rPr>
              <a:t>www.Teachy.app</a:t>
            </a:r>
            <a:r>
              <a:rPr lang="es-ES" sz="1300">
                <a:solidFill>
                  <a:schemeClr val="dk1"/>
                </a:solidFill>
                <a:latin typeface="Poppins"/>
                <a:ea typeface="Poppins"/>
                <a:cs typeface="Poppins"/>
                <a:sym typeface="Poppins"/>
              </a:rPr>
              <a:t> : Pagina de inteligencia artificial, muy buena para crear ejercicios y juegos. Requiere inscribirse. En la opción herramientas de IA encontrarás variado contenido para crear y utilizar en tu sesión. </a:t>
            </a:r>
            <a:endParaRPr sz="1300">
              <a:solidFill>
                <a:schemeClr val="dk1"/>
              </a:solidFill>
              <a:latin typeface="Poppins"/>
              <a:ea typeface="Poppins"/>
              <a:cs typeface="Poppins"/>
              <a:sym typeface="Poppins"/>
            </a:endParaRPr>
          </a:p>
          <a:p>
            <a:pPr indent="0" lvl="0" marL="457200" rtl="0" algn="just">
              <a:lnSpc>
                <a:spcPct val="115000"/>
              </a:lnSpc>
              <a:spcBef>
                <a:spcPts val="800"/>
              </a:spcBef>
              <a:spcAft>
                <a:spcPts val="0"/>
              </a:spcAft>
              <a:buNone/>
            </a:pPr>
            <a:r>
              <a:t/>
            </a:r>
            <a:endParaRPr sz="1300">
              <a:solidFill>
                <a:schemeClr val="dk1"/>
              </a:solidFill>
              <a:latin typeface="Poppins"/>
              <a:ea typeface="Poppins"/>
              <a:cs typeface="Poppins"/>
              <a:sym typeface="Poppins"/>
            </a:endParaRPr>
          </a:p>
          <a:p>
            <a:pPr indent="0" lvl="0" marL="457200" rtl="0" algn="just">
              <a:lnSpc>
                <a:spcPct val="115000"/>
              </a:lnSpc>
              <a:spcBef>
                <a:spcPts val="800"/>
              </a:spcBef>
              <a:spcAft>
                <a:spcPts val="800"/>
              </a:spcAft>
              <a:buNone/>
            </a:pPr>
            <a:r>
              <a:rPr b="1" lang="es-ES" sz="1300">
                <a:solidFill>
                  <a:schemeClr val="dk1"/>
                </a:solidFill>
                <a:latin typeface="Poppins"/>
                <a:ea typeface="Poppins"/>
                <a:cs typeface="Poppins"/>
                <a:sym typeface="Poppins"/>
              </a:rPr>
              <a:t>Importante: </a:t>
            </a:r>
            <a:r>
              <a:rPr lang="es-ES" sz="1300">
                <a:solidFill>
                  <a:schemeClr val="dk1"/>
                </a:solidFill>
                <a:latin typeface="Poppins"/>
                <a:ea typeface="Poppins"/>
                <a:cs typeface="Poppins"/>
                <a:sym typeface="Poppins"/>
              </a:rPr>
              <a:t>Te recomendamos  mirar estas páginas antes de la tutoría, para que puedas buscar y familiarizarte con la página web.</a:t>
            </a:r>
            <a:endParaRPr/>
          </a:p>
        </p:txBody>
      </p:sp>
      <p:pic>
        <p:nvPicPr>
          <p:cNvPr id="142" name="Google Shape;142;g331a115d787_0_5"/>
          <p:cNvPicPr preferRelativeResize="0"/>
          <p:nvPr/>
        </p:nvPicPr>
        <p:blipFill>
          <a:blip r:embed="rId8">
            <a:alphaModFix/>
          </a:blip>
          <a:stretch>
            <a:fillRect/>
          </a:stretch>
        </p:blipFill>
        <p:spPr>
          <a:xfrm>
            <a:off x="11039425" y="5216912"/>
            <a:ext cx="975700" cy="10291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g23bee108c85_0_0"/>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t/>
            </a:r>
            <a:endParaRPr/>
          </a:p>
        </p:txBody>
      </p:sp>
      <p:sp>
        <p:nvSpPr>
          <p:cNvPr id="148" name="Google Shape;148;g23bee108c85_0_0"/>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1000"/>
              </a:spcBef>
              <a:spcAft>
                <a:spcPts val="0"/>
              </a:spcAft>
              <a:buSzPts val="1800"/>
              <a:buNone/>
            </a:pPr>
            <a:r>
              <a:t/>
            </a:r>
            <a:endParaRPr/>
          </a:p>
        </p:txBody>
      </p:sp>
      <p:pic>
        <p:nvPicPr>
          <p:cNvPr descr="Forma&#10;&#10;Descripción generada automáticamente con confianza media" id="149" name="Google Shape;149;g23bee108c85_0_0"/>
          <p:cNvPicPr preferRelativeResize="0"/>
          <p:nvPr>
            <p:ph idx="1" type="body"/>
          </p:nvPr>
        </p:nvPicPr>
        <p:blipFill rotWithShape="1">
          <a:blip r:embed="rId3">
            <a:alphaModFix/>
          </a:blip>
          <a:srcRect b="0" l="0" r="0" t="0"/>
          <a:stretch/>
        </p:blipFill>
        <p:spPr>
          <a:xfrm>
            <a:off x="-3532" y="0"/>
            <a:ext cx="12192000" cy="6858000"/>
          </a:xfrm>
          <a:prstGeom prst="rect">
            <a:avLst/>
          </a:prstGeom>
          <a:noFill/>
          <a:ln>
            <a:noFill/>
          </a:ln>
        </p:spPr>
      </p:pic>
      <p:sp>
        <p:nvSpPr>
          <p:cNvPr id="150" name="Google Shape;150;g23bee108c85_0_0"/>
          <p:cNvSpPr txBox="1"/>
          <p:nvPr/>
        </p:nvSpPr>
        <p:spPr>
          <a:xfrm>
            <a:off x="99225" y="319975"/>
            <a:ext cx="12089400" cy="1416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000"/>
              <a:buFont typeface="Arial"/>
              <a:buNone/>
            </a:pPr>
            <a:r>
              <a:rPr b="0" i="0" lang="es-ES" sz="4000" u="none" cap="none" strike="noStrike">
                <a:solidFill>
                  <a:schemeClr val="dk1"/>
                </a:solidFill>
                <a:latin typeface="Patrick Hand"/>
                <a:ea typeface="Patrick Hand"/>
                <a:cs typeface="Patrick Hand"/>
                <a:sym typeface="Patrick Hand"/>
              </a:rPr>
              <a:t>¿Cómo se resuelve una resta en la cual el minuendo tiene 0 decenas y 0 unidades?</a:t>
            </a:r>
            <a:endParaRPr b="0" i="0" sz="2400" u="none" cap="none" strike="noStrike">
              <a:solidFill>
                <a:srgbClr val="000000"/>
              </a:solidFill>
              <a:latin typeface="Arial"/>
              <a:ea typeface="Arial"/>
              <a:cs typeface="Arial"/>
              <a:sym typeface="Arial"/>
            </a:endParaRPr>
          </a:p>
        </p:txBody>
      </p:sp>
      <p:sp>
        <p:nvSpPr>
          <p:cNvPr id="151" name="Google Shape;151;g23bee108c85_0_0"/>
          <p:cNvSpPr txBox="1"/>
          <p:nvPr/>
        </p:nvSpPr>
        <p:spPr>
          <a:xfrm>
            <a:off x="259000" y="1690825"/>
            <a:ext cx="11218500" cy="20934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3100"/>
              <a:buFont typeface="Arial"/>
              <a:buNone/>
            </a:pPr>
            <a:r>
              <a:rPr b="0" i="0" lang="es-ES" sz="3100" u="none" cap="none" strike="noStrike">
                <a:solidFill>
                  <a:schemeClr val="dk1"/>
                </a:solidFill>
                <a:latin typeface="Patrick Hand"/>
                <a:ea typeface="Patrick Hand"/>
                <a:cs typeface="Patrick Hand"/>
                <a:sym typeface="Patrick Hand"/>
              </a:rPr>
              <a:t>Recordemos que cuando las unidades o decenas del minuendo son menores que las del sustraendo, debemos desagrupar decenas o centenas dependiendo de lo que necesitemos en la resta. </a:t>
            </a:r>
            <a:endParaRPr b="0" i="0" sz="3100" u="none" cap="none" strike="noStrike">
              <a:solidFill>
                <a:schemeClr val="dk1"/>
              </a:solidFill>
              <a:latin typeface="Patrick Hand"/>
              <a:ea typeface="Patrick Hand"/>
              <a:cs typeface="Patrick Hand"/>
              <a:sym typeface="Patrick Hand"/>
            </a:endParaRPr>
          </a:p>
          <a:p>
            <a:pPr indent="0" lvl="0" marL="0" marR="0" rtl="0" algn="just">
              <a:lnSpc>
                <a:spcPct val="100000"/>
              </a:lnSpc>
              <a:spcBef>
                <a:spcPts val="0"/>
              </a:spcBef>
              <a:spcAft>
                <a:spcPts val="0"/>
              </a:spcAft>
              <a:buClr>
                <a:srgbClr val="000000"/>
              </a:buClr>
              <a:buSzPts val="3100"/>
              <a:buFont typeface="Arial"/>
              <a:buNone/>
            </a:pPr>
            <a:r>
              <a:rPr b="0" i="0" lang="es-ES" sz="3100" u="none" cap="none" strike="noStrike">
                <a:solidFill>
                  <a:schemeClr val="dk1"/>
                </a:solidFill>
                <a:latin typeface="Patrick Hand"/>
                <a:ea typeface="Patrick Hand"/>
                <a:cs typeface="Patrick Hand"/>
                <a:sym typeface="Patrick Hand"/>
              </a:rPr>
              <a:t>Pero ¿Qué sucede cuando se presenta una resta como la siguiente?</a:t>
            </a:r>
            <a:endParaRPr b="0" i="0" sz="3100" u="none" cap="none" strike="noStrike">
              <a:solidFill>
                <a:schemeClr val="dk1"/>
              </a:solidFill>
              <a:latin typeface="Patrick Hand"/>
              <a:ea typeface="Patrick Hand"/>
              <a:cs typeface="Patrick Hand"/>
              <a:sym typeface="Patrick Hand"/>
            </a:endParaRPr>
          </a:p>
        </p:txBody>
      </p:sp>
      <p:sp>
        <p:nvSpPr>
          <p:cNvPr id="152" name="Google Shape;152;g23bee108c85_0_0"/>
          <p:cNvSpPr txBox="1"/>
          <p:nvPr/>
        </p:nvSpPr>
        <p:spPr>
          <a:xfrm>
            <a:off x="4368250" y="3784225"/>
            <a:ext cx="2187600" cy="1616100"/>
          </a:xfrm>
          <a:prstGeom prst="rect">
            <a:avLst/>
          </a:prstGeom>
          <a:noFill/>
          <a:ln cap="flat" cmpd="sng" w="19050">
            <a:solidFill>
              <a:srgbClr val="009287"/>
            </a:solidFill>
            <a:prstDash val="solid"/>
            <a:round/>
            <a:headEnd len="sm" w="sm" type="none"/>
            <a:tailEnd len="sm" w="sm" type="none"/>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3100"/>
              <a:buFont typeface="Arial"/>
              <a:buNone/>
            </a:pPr>
            <a:r>
              <a:rPr b="0" i="0" lang="es-ES" sz="3100" u="none" cap="none" strike="noStrike">
                <a:solidFill>
                  <a:schemeClr val="dk1"/>
                </a:solidFill>
                <a:latin typeface="Patrick Hand"/>
                <a:ea typeface="Patrick Hand"/>
                <a:cs typeface="Patrick Hand"/>
                <a:sym typeface="Patrick Hand"/>
              </a:rPr>
              <a:t>    C   D   U</a:t>
            </a:r>
            <a:endParaRPr b="0" i="0" sz="3100" u="none" cap="none" strike="noStrike">
              <a:solidFill>
                <a:schemeClr val="dk1"/>
              </a:solidFill>
              <a:latin typeface="Patrick Hand"/>
              <a:ea typeface="Patrick Hand"/>
              <a:cs typeface="Patrick Hand"/>
              <a:sym typeface="Patrick Hand"/>
            </a:endParaRPr>
          </a:p>
          <a:p>
            <a:pPr indent="0" lvl="0" marL="0" marR="0" rtl="0" algn="just">
              <a:lnSpc>
                <a:spcPct val="100000"/>
              </a:lnSpc>
              <a:spcBef>
                <a:spcPts val="0"/>
              </a:spcBef>
              <a:spcAft>
                <a:spcPts val="0"/>
              </a:spcAft>
              <a:buClr>
                <a:srgbClr val="000000"/>
              </a:buClr>
              <a:buSzPts val="3100"/>
              <a:buFont typeface="Arial"/>
              <a:buNone/>
            </a:pPr>
            <a:r>
              <a:rPr b="0" i="0" lang="es-ES" sz="3100" u="none" cap="none" strike="noStrike">
                <a:solidFill>
                  <a:schemeClr val="dk1"/>
                </a:solidFill>
                <a:latin typeface="Patrick Hand"/>
                <a:ea typeface="Patrick Hand"/>
                <a:cs typeface="Patrick Hand"/>
                <a:sym typeface="Patrick Hand"/>
              </a:rPr>
              <a:t>     4  0   0</a:t>
            </a:r>
            <a:endParaRPr b="0" i="0" sz="3100" u="none" cap="none" strike="noStrike">
              <a:solidFill>
                <a:schemeClr val="dk1"/>
              </a:solidFill>
              <a:latin typeface="Patrick Hand"/>
              <a:ea typeface="Patrick Hand"/>
              <a:cs typeface="Patrick Hand"/>
              <a:sym typeface="Patrick Hand"/>
            </a:endParaRPr>
          </a:p>
          <a:p>
            <a:pPr indent="-425450" lvl="0" marL="457200" marR="0" rtl="0" algn="just">
              <a:lnSpc>
                <a:spcPct val="100000"/>
              </a:lnSpc>
              <a:spcBef>
                <a:spcPts val="0"/>
              </a:spcBef>
              <a:spcAft>
                <a:spcPts val="0"/>
              </a:spcAft>
              <a:buClr>
                <a:schemeClr val="dk1"/>
              </a:buClr>
              <a:buSzPts val="3100"/>
              <a:buFont typeface="Patrick Hand"/>
              <a:buChar char="-"/>
            </a:pPr>
            <a:r>
              <a:rPr b="0" i="0" lang="es-ES" sz="3100" u="none" cap="none" strike="noStrike">
                <a:solidFill>
                  <a:schemeClr val="dk1"/>
                </a:solidFill>
                <a:latin typeface="Patrick Hand"/>
                <a:ea typeface="Patrick Hand"/>
                <a:cs typeface="Patrick Hand"/>
                <a:sym typeface="Patrick Hand"/>
              </a:rPr>
              <a:t>1  7   5</a:t>
            </a:r>
            <a:endParaRPr b="0" i="0" sz="3100" u="none" cap="none" strike="noStrike">
              <a:solidFill>
                <a:schemeClr val="dk1"/>
              </a:solidFill>
              <a:latin typeface="Patrick Hand"/>
              <a:ea typeface="Patrick Hand"/>
              <a:cs typeface="Patrick Hand"/>
              <a:sym typeface="Patrick Hand"/>
            </a:endParaRPr>
          </a:p>
        </p:txBody>
      </p:sp>
      <p:cxnSp>
        <p:nvCxnSpPr>
          <p:cNvPr id="153" name="Google Shape;153;g23bee108c85_0_0"/>
          <p:cNvCxnSpPr>
            <a:stCxn id="152" idx="2"/>
          </p:cNvCxnSpPr>
          <p:nvPr/>
        </p:nvCxnSpPr>
        <p:spPr>
          <a:xfrm>
            <a:off x="5462050" y="5400325"/>
            <a:ext cx="27900" cy="995700"/>
          </a:xfrm>
          <a:prstGeom prst="straightConnector1">
            <a:avLst/>
          </a:prstGeom>
          <a:noFill/>
          <a:ln cap="flat" cmpd="sng" w="28575">
            <a:solidFill>
              <a:srgbClr val="009287"/>
            </a:solidFill>
            <a:prstDash val="solid"/>
            <a:round/>
            <a:headEnd len="sm" w="sm" type="none"/>
            <a:tailEnd len="med" w="med" type="triangle"/>
          </a:ln>
        </p:spPr>
      </p:cxnSp>
      <p:pic>
        <p:nvPicPr>
          <p:cNvPr id="154" name="Google Shape;154;g23bee108c85_0_0"/>
          <p:cNvPicPr preferRelativeResize="0"/>
          <p:nvPr/>
        </p:nvPicPr>
        <p:blipFill>
          <a:blip r:embed="rId4">
            <a:alphaModFix/>
          </a:blip>
          <a:stretch>
            <a:fillRect/>
          </a:stretch>
        </p:blipFill>
        <p:spPr>
          <a:xfrm>
            <a:off x="11039425" y="5216912"/>
            <a:ext cx="975700" cy="10291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pic>
        <p:nvPicPr>
          <p:cNvPr descr="Forma&#10;&#10;Descripción generada automáticamente con confianza media" id="159" name="Google Shape;159;g23bee108c85_0_18"/>
          <p:cNvPicPr preferRelativeResize="0"/>
          <p:nvPr>
            <p:ph idx="1" type="body"/>
          </p:nvPr>
        </p:nvPicPr>
        <p:blipFill rotWithShape="1">
          <a:blip r:embed="rId3">
            <a:alphaModFix/>
          </a:blip>
          <a:srcRect b="0" l="0" r="0" t="0"/>
          <a:stretch/>
        </p:blipFill>
        <p:spPr>
          <a:xfrm>
            <a:off x="27793" y="0"/>
            <a:ext cx="12192000" cy="6858000"/>
          </a:xfrm>
          <a:prstGeom prst="rect">
            <a:avLst/>
          </a:prstGeom>
          <a:noFill/>
          <a:ln>
            <a:noFill/>
          </a:ln>
        </p:spPr>
      </p:pic>
      <p:sp>
        <p:nvSpPr>
          <p:cNvPr id="160" name="Google Shape;160;g23bee108c85_0_18"/>
          <p:cNvSpPr txBox="1"/>
          <p:nvPr/>
        </p:nvSpPr>
        <p:spPr>
          <a:xfrm>
            <a:off x="6028625" y="322500"/>
            <a:ext cx="7384800" cy="692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000"/>
              <a:buFont typeface="Arial"/>
              <a:buNone/>
            </a:pPr>
            <a:r>
              <a:rPr b="0" i="0" lang="es-ES" sz="3300" u="none" cap="none" strike="noStrike">
                <a:solidFill>
                  <a:schemeClr val="dk1"/>
                </a:solidFill>
                <a:latin typeface="Patrick Hand"/>
                <a:ea typeface="Patrick Hand"/>
                <a:cs typeface="Patrick Hand"/>
                <a:sym typeface="Patrick Hand"/>
              </a:rPr>
              <a:t> C                     D                       U</a:t>
            </a:r>
            <a:endParaRPr b="0" i="0" sz="700" u="none" cap="none" strike="noStrike">
              <a:solidFill>
                <a:srgbClr val="000000"/>
              </a:solidFill>
              <a:latin typeface="Arial"/>
              <a:ea typeface="Arial"/>
              <a:cs typeface="Arial"/>
              <a:sym typeface="Arial"/>
            </a:endParaRPr>
          </a:p>
        </p:txBody>
      </p:sp>
      <p:pic>
        <p:nvPicPr>
          <p:cNvPr id="161" name="Google Shape;161;g23bee108c85_0_18"/>
          <p:cNvPicPr preferRelativeResize="0"/>
          <p:nvPr/>
        </p:nvPicPr>
        <p:blipFill rotWithShape="1">
          <a:blip r:embed="rId4">
            <a:alphaModFix/>
          </a:blip>
          <a:srcRect b="0" l="0" r="0" t="0"/>
          <a:stretch/>
        </p:blipFill>
        <p:spPr>
          <a:xfrm>
            <a:off x="10262357" y="5326060"/>
            <a:ext cx="461702" cy="352082"/>
          </a:xfrm>
          <a:prstGeom prst="rect">
            <a:avLst/>
          </a:prstGeom>
          <a:noFill/>
          <a:ln>
            <a:noFill/>
          </a:ln>
        </p:spPr>
      </p:pic>
      <p:pic>
        <p:nvPicPr>
          <p:cNvPr id="162" name="Google Shape;162;g23bee108c85_0_18"/>
          <p:cNvPicPr preferRelativeResize="0"/>
          <p:nvPr/>
        </p:nvPicPr>
        <p:blipFill rotWithShape="1">
          <a:blip r:embed="rId4">
            <a:alphaModFix/>
          </a:blip>
          <a:srcRect b="0" l="0" r="0" t="0"/>
          <a:stretch/>
        </p:blipFill>
        <p:spPr>
          <a:xfrm>
            <a:off x="10567272" y="5379740"/>
            <a:ext cx="461702" cy="352082"/>
          </a:xfrm>
          <a:prstGeom prst="rect">
            <a:avLst/>
          </a:prstGeom>
          <a:noFill/>
          <a:ln>
            <a:noFill/>
          </a:ln>
        </p:spPr>
      </p:pic>
      <p:pic>
        <p:nvPicPr>
          <p:cNvPr id="163" name="Google Shape;163;g23bee108c85_0_18"/>
          <p:cNvPicPr preferRelativeResize="0"/>
          <p:nvPr/>
        </p:nvPicPr>
        <p:blipFill rotWithShape="1">
          <a:blip r:embed="rId4">
            <a:alphaModFix/>
          </a:blip>
          <a:srcRect b="0" l="0" r="0" t="0"/>
          <a:stretch/>
        </p:blipFill>
        <p:spPr>
          <a:xfrm>
            <a:off x="10567157" y="5704213"/>
            <a:ext cx="461702" cy="352082"/>
          </a:xfrm>
          <a:prstGeom prst="rect">
            <a:avLst/>
          </a:prstGeom>
          <a:noFill/>
          <a:ln>
            <a:noFill/>
          </a:ln>
        </p:spPr>
      </p:pic>
      <p:pic>
        <p:nvPicPr>
          <p:cNvPr id="164" name="Google Shape;164;g23bee108c85_0_18"/>
          <p:cNvPicPr preferRelativeResize="0"/>
          <p:nvPr/>
        </p:nvPicPr>
        <p:blipFill rotWithShape="1">
          <a:blip r:embed="rId4">
            <a:alphaModFix/>
          </a:blip>
          <a:srcRect b="0" l="0" r="0" t="0"/>
          <a:stretch/>
        </p:blipFill>
        <p:spPr>
          <a:xfrm>
            <a:off x="11261248" y="5487238"/>
            <a:ext cx="461702" cy="352082"/>
          </a:xfrm>
          <a:prstGeom prst="rect">
            <a:avLst/>
          </a:prstGeom>
          <a:noFill/>
          <a:ln>
            <a:noFill/>
          </a:ln>
        </p:spPr>
      </p:pic>
      <p:pic>
        <p:nvPicPr>
          <p:cNvPr id="165" name="Google Shape;165;g23bee108c85_0_18"/>
          <p:cNvPicPr preferRelativeResize="0"/>
          <p:nvPr/>
        </p:nvPicPr>
        <p:blipFill rotWithShape="1">
          <a:blip r:embed="rId4">
            <a:alphaModFix/>
          </a:blip>
          <a:srcRect b="0" l="0" r="0" t="0"/>
          <a:stretch/>
        </p:blipFill>
        <p:spPr>
          <a:xfrm>
            <a:off x="11251404" y="5135176"/>
            <a:ext cx="461702" cy="352082"/>
          </a:xfrm>
          <a:prstGeom prst="rect">
            <a:avLst/>
          </a:prstGeom>
          <a:noFill/>
          <a:ln>
            <a:noFill/>
          </a:ln>
        </p:spPr>
      </p:pic>
      <p:pic>
        <p:nvPicPr>
          <p:cNvPr id="166" name="Google Shape;166;g23bee108c85_0_18"/>
          <p:cNvPicPr preferRelativeResize="0"/>
          <p:nvPr/>
        </p:nvPicPr>
        <p:blipFill rotWithShape="1">
          <a:blip r:embed="rId4">
            <a:alphaModFix/>
          </a:blip>
          <a:srcRect b="0" l="0" r="0" t="0"/>
          <a:stretch/>
        </p:blipFill>
        <p:spPr>
          <a:xfrm>
            <a:off x="10980466" y="5744815"/>
            <a:ext cx="461702" cy="352082"/>
          </a:xfrm>
          <a:prstGeom prst="rect">
            <a:avLst/>
          </a:prstGeom>
          <a:noFill/>
          <a:ln>
            <a:noFill/>
          </a:ln>
        </p:spPr>
      </p:pic>
      <p:pic>
        <p:nvPicPr>
          <p:cNvPr id="167" name="Google Shape;167;g23bee108c85_0_18"/>
          <p:cNvPicPr preferRelativeResize="0"/>
          <p:nvPr/>
        </p:nvPicPr>
        <p:blipFill rotWithShape="1">
          <a:blip r:embed="rId4">
            <a:alphaModFix/>
          </a:blip>
          <a:srcRect b="0" l="0" r="0" t="0"/>
          <a:stretch/>
        </p:blipFill>
        <p:spPr>
          <a:xfrm>
            <a:off x="10919298" y="5397846"/>
            <a:ext cx="461702" cy="352082"/>
          </a:xfrm>
          <a:prstGeom prst="rect">
            <a:avLst/>
          </a:prstGeom>
          <a:noFill/>
          <a:ln>
            <a:noFill/>
          </a:ln>
        </p:spPr>
      </p:pic>
      <p:pic>
        <p:nvPicPr>
          <p:cNvPr id="168" name="Google Shape;168;g23bee108c85_0_18"/>
          <p:cNvPicPr preferRelativeResize="0"/>
          <p:nvPr/>
        </p:nvPicPr>
        <p:blipFill rotWithShape="1">
          <a:blip r:embed="rId4">
            <a:alphaModFix/>
          </a:blip>
          <a:srcRect b="0" l="0" r="0" t="0"/>
          <a:stretch/>
        </p:blipFill>
        <p:spPr>
          <a:xfrm>
            <a:off x="10875740" y="5058972"/>
            <a:ext cx="461702" cy="352082"/>
          </a:xfrm>
          <a:prstGeom prst="rect">
            <a:avLst/>
          </a:prstGeom>
          <a:noFill/>
          <a:ln>
            <a:noFill/>
          </a:ln>
        </p:spPr>
      </p:pic>
      <p:pic>
        <p:nvPicPr>
          <p:cNvPr id="169" name="Google Shape;169;g23bee108c85_0_18"/>
          <p:cNvPicPr preferRelativeResize="0"/>
          <p:nvPr/>
        </p:nvPicPr>
        <p:blipFill rotWithShape="1">
          <a:blip r:embed="rId4">
            <a:alphaModFix/>
          </a:blip>
          <a:srcRect b="0" l="0" r="0" t="0"/>
          <a:stretch/>
        </p:blipFill>
        <p:spPr>
          <a:xfrm>
            <a:off x="10517797" y="5058969"/>
            <a:ext cx="461702" cy="352082"/>
          </a:xfrm>
          <a:prstGeom prst="rect">
            <a:avLst/>
          </a:prstGeom>
          <a:noFill/>
          <a:ln>
            <a:noFill/>
          </a:ln>
        </p:spPr>
      </p:pic>
      <p:pic>
        <p:nvPicPr>
          <p:cNvPr id="170" name="Google Shape;170;g23bee108c85_0_18"/>
          <p:cNvPicPr preferRelativeResize="0"/>
          <p:nvPr/>
        </p:nvPicPr>
        <p:blipFill rotWithShape="1">
          <a:blip r:embed="rId4">
            <a:alphaModFix/>
          </a:blip>
          <a:srcRect b="0" l="0" r="0" t="0"/>
          <a:stretch/>
        </p:blipFill>
        <p:spPr>
          <a:xfrm>
            <a:off x="10235860" y="5014665"/>
            <a:ext cx="461702" cy="352082"/>
          </a:xfrm>
          <a:prstGeom prst="rect">
            <a:avLst/>
          </a:prstGeom>
          <a:noFill/>
          <a:ln>
            <a:noFill/>
          </a:ln>
        </p:spPr>
      </p:pic>
      <p:pic>
        <p:nvPicPr>
          <p:cNvPr id="171" name="Google Shape;171;g23bee108c85_0_18"/>
          <p:cNvPicPr preferRelativeResize="0"/>
          <p:nvPr/>
        </p:nvPicPr>
        <p:blipFill rotWithShape="1">
          <a:blip r:embed="rId5">
            <a:alphaModFix/>
          </a:blip>
          <a:srcRect b="0" l="0" r="0" t="0"/>
          <a:stretch/>
        </p:blipFill>
        <p:spPr>
          <a:xfrm>
            <a:off x="6821675" y="1142302"/>
            <a:ext cx="671999" cy="785088"/>
          </a:xfrm>
          <a:prstGeom prst="rect">
            <a:avLst/>
          </a:prstGeom>
          <a:noFill/>
          <a:ln>
            <a:noFill/>
          </a:ln>
        </p:spPr>
      </p:pic>
      <p:pic>
        <p:nvPicPr>
          <p:cNvPr id="172" name="Google Shape;172;g23bee108c85_0_18"/>
          <p:cNvPicPr preferRelativeResize="0"/>
          <p:nvPr/>
        </p:nvPicPr>
        <p:blipFill rotWithShape="1">
          <a:blip r:embed="rId5">
            <a:alphaModFix/>
          </a:blip>
          <a:srcRect b="0" l="0" r="0" t="0"/>
          <a:stretch/>
        </p:blipFill>
        <p:spPr>
          <a:xfrm>
            <a:off x="6015875" y="1142300"/>
            <a:ext cx="672009" cy="785099"/>
          </a:xfrm>
          <a:prstGeom prst="rect">
            <a:avLst/>
          </a:prstGeom>
          <a:noFill/>
          <a:ln>
            <a:noFill/>
          </a:ln>
        </p:spPr>
      </p:pic>
      <p:pic>
        <p:nvPicPr>
          <p:cNvPr id="173" name="Google Shape;173;g23bee108c85_0_18"/>
          <p:cNvPicPr preferRelativeResize="0"/>
          <p:nvPr/>
        </p:nvPicPr>
        <p:blipFill rotWithShape="1">
          <a:blip r:embed="rId6">
            <a:alphaModFix/>
          </a:blip>
          <a:srcRect b="0" l="0" r="0" t="0"/>
          <a:stretch/>
        </p:blipFill>
        <p:spPr>
          <a:xfrm>
            <a:off x="8480598" y="2974038"/>
            <a:ext cx="129948" cy="1408212"/>
          </a:xfrm>
          <a:prstGeom prst="rect">
            <a:avLst/>
          </a:prstGeom>
          <a:noFill/>
          <a:ln>
            <a:noFill/>
          </a:ln>
        </p:spPr>
      </p:pic>
      <p:pic>
        <p:nvPicPr>
          <p:cNvPr id="174" name="Google Shape;174;g23bee108c85_0_18"/>
          <p:cNvPicPr preferRelativeResize="0"/>
          <p:nvPr/>
        </p:nvPicPr>
        <p:blipFill rotWithShape="1">
          <a:blip r:embed="rId6">
            <a:alphaModFix/>
          </a:blip>
          <a:srcRect b="0" l="0" r="0" t="0"/>
          <a:stretch/>
        </p:blipFill>
        <p:spPr>
          <a:xfrm>
            <a:off x="8658741" y="2949503"/>
            <a:ext cx="129956" cy="1408286"/>
          </a:xfrm>
          <a:prstGeom prst="rect">
            <a:avLst/>
          </a:prstGeom>
          <a:noFill/>
          <a:ln>
            <a:noFill/>
          </a:ln>
        </p:spPr>
      </p:pic>
      <p:pic>
        <p:nvPicPr>
          <p:cNvPr id="175" name="Google Shape;175;g23bee108c85_0_18"/>
          <p:cNvPicPr preferRelativeResize="0"/>
          <p:nvPr/>
        </p:nvPicPr>
        <p:blipFill rotWithShape="1">
          <a:blip r:embed="rId6">
            <a:alphaModFix/>
          </a:blip>
          <a:srcRect b="0" l="0" r="0" t="0"/>
          <a:stretch/>
        </p:blipFill>
        <p:spPr>
          <a:xfrm>
            <a:off x="8116972" y="2949539"/>
            <a:ext cx="129948" cy="1408212"/>
          </a:xfrm>
          <a:prstGeom prst="rect">
            <a:avLst/>
          </a:prstGeom>
          <a:noFill/>
          <a:ln>
            <a:noFill/>
          </a:ln>
        </p:spPr>
      </p:pic>
      <p:pic>
        <p:nvPicPr>
          <p:cNvPr id="176" name="Google Shape;176;g23bee108c85_0_18"/>
          <p:cNvPicPr preferRelativeResize="0"/>
          <p:nvPr/>
        </p:nvPicPr>
        <p:blipFill rotWithShape="1">
          <a:blip r:embed="rId6">
            <a:alphaModFix/>
          </a:blip>
          <a:srcRect b="0" l="0" r="0" t="0"/>
          <a:stretch/>
        </p:blipFill>
        <p:spPr>
          <a:xfrm>
            <a:off x="8298204" y="2949502"/>
            <a:ext cx="129956" cy="1408286"/>
          </a:xfrm>
          <a:prstGeom prst="rect">
            <a:avLst/>
          </a:prstGeom>
          <a:noFill/>
          <a:ln>
            <a:noFill/>
          </a:ln>
        </p:spPr>
      </p:pic>
      <p:pic>
        <p:nvPicPr>
          <p:cNvPr id="177" name="Google Shape;177;g23bee108c85_0_18"/>
          <p:cNvPicPr preferRelativeResize="0"/>
          <p:nvPr/>
        </p:nvPicPr>
        <p:blipFill rotWithShape="1">
          <a:blip r:embed="rId6">
            <a:alphaModFix/>
          </a:blip>
          <a:srcRect b="0" l="0" r="0" t="0"/>
          <a:stretch/>
        </p:blipFill>
        <p:spPr>
          <a:xfrm>
            <a:off x="7916896" y="2949547"/>
            <a:ext cx="129948" cy="1408212"/>
          </a:xfrm>
          <a:prstGeom prst="rect">
            <a:avLst/>
          </a:prstGeom>
          <a:noFill/>
          <a:ln>
            <a:noFill/>
          </a:ln>
        </p:spPr>
      </p:pic>
      <p:pic>
        <p:nvPicPr>
          <p:cNvPr id="178" name="Google Shape;178;g23bee108c85_0_18"/>
          <p:cNvPicPr preferRelativeResize="0"/>
          <p:nvPr/>
        </p:nvPicPr>
        <p:blipFill rotWithShape="1">
          <a:blip r:embed="rId6">
            <a:alphaModFix/>
          </a:blip>
          <a:srcRect b="0" l="0" r="0" t="0"/>
          <a:stretch/>
        </p:blipFill>
        <p:spPr>
          <a:xfrm>
            <a:off x="9396333" y="2949543"/>
            <a:ext cx="129948" cy="1408212"/>
          </a:xfrm>
          <a:prstGeom prst="rect">
            <a:avLst/>
          </a:prstGeom>
          <a:noFill/>
          <a:ln>
            <a:noFill/>
          </a:ln>
        </p:spPr>
      </p:pic>
      <p:pic>
        <p:nvPicPr>
          <p:cNvPr id="179" name="Google Shape;179;g23bee108c85_0_18"/>
          <p:cNvPicPr preferRelativeResize="0"/>
          <p:nvPr/>
        </p:nvPicPr>
        <p:blipFill rotWithShape="1">
          <a:blip r:embed="rId6">
            <a:alphaModFix/>
          </a:blip>
          <a:srcRect b="0" l="0" r="0" t="0"/>
          <a:stretch/>
        </p:blipFill>
        <p:spPr>
          <a:xfrm>
            <a:off x="9564289" y="2974006"/>
            <a:ext cx="129956" cy="1408286"/>
          </a:xfrm>
          <a:prstGeom prst="rect">
            <a:avLst/>
          </a:prstGeom>
          <a:noFill/>
          <a:ln>
            <a:noFill/>
          </a:ln>
        </p:spPr>
      </p:pic>
      <p:pic>
        <p:nvPicPr>
          <p:cNvPr id="180" name="Google Shape;180;g23bee108c85_0_18"/>
          <p:cNvPicPr preferRelativeResize="0"/>
          <p:nvPr/>
        </p:nvPicPr>
        <p:blipFill rotWithShape="1">
          <a:blip r:embed="rId6">
            <a:alphaModFix/>
          </a:blip>
          <a:srcRect b="0" l="0" r="0" t="0"/>
          <a:stretch/>
        </p:blipFill>
        <p:spPr>
          <a:xfrm>
            <a:off x="9031858" y="2949539"/>
            <a:ext cx="129948" cy="1408212"/>
          </a:xfrm>
          <a:prstGeom prst="rect">
            <a:avLst/>
          </a:prstGeom>
          <a:noFill/>
          <a:ln>
            <a:noFill/>
          </a:ln>
        </p:spPr>
      </p:pic>
      <p:pic>
        <p:nvPicPr>
          <p:cNvPr id="181" name="Google Shape;181;g23bee108c85_0_18"/>
          <p:cNvPicPr preferRelativeResize="0"/>
          <p:nvPr/>
        </p:nvPicPr>
        <p:blipFill rotWithShape="1">
          <a:blip r:embed="rId6">
            <a:alphaModFix/>
          </a:blip>
          <a:srcRect b="0" l="0" r="0" t="0"/>
          <a:stretch/>
        </p:blipFill>
        <p:spPr>
          <a:xfrm>
            <a:off x="9217358" y="2974039"/>
            <a:ext cx="129948" cy="1408212"/>
          </a:xfrm>
          <a:prstGeom prst="rect">
            <a:avLst/>
          </a:prstGeom>
          <a:noFill/>
          <a:ln>
            <a:noFill/>
          </a:ln>
        </p:spPr>
      </p:pic>
      <p:pic>
        <p:nvPicPr>
          <p:cNvPr id="182" name="Google Shape;182;g23bee108c85_0_18"/>
          <p:cNvPicPr preferRelativeResize="0"/>
          <p:nvPr/>
        </p:nvPicPr>
        <p:blipFill rotWithShape="1">
          <a:blip r:embed="rId6">
            <a:alphaModFix/>
          </a:blip>
          <a:srcRect b="0" l="0" r="0" t="0"/>
          <a:stretch/>
        </p:blipFill>
        <p:spPr>
          <a:xfrm>
            <a:off x="8845846" y="2949539"/>
            <a:ext cx="129948" cy="1408212"/>
          </a:xfrm>
          <a:prstGeom prst="rect">
            <a:avLst/>
          </a:prstGeom>
          <a:noFill/>
          <a:ln>
            <a:noFill/>
          </a:ln>
        </p:spPr>
      </p:pic>
      <p:pic>
        <p:nvPicPr>
          <p:cNvPr id="183" name="Google Shape;183;g23bee108c85_0_18"/>
          <p:cNvPicPr preferRelativeResize="0"/>
          <p:nvPr/>
        </p:nvPicPr>
        <p:blipFill rotWithShape="1">
          <a:blip r:embed="rId5">
            <a:alphaModFix/>
          </a:blip>
          <a:srcRect b="0" l="0" r="0" t="0"/>
          <a:stretch/>
        </p:blipFill>
        <p:spPr>
          <a:xfrm>
            <a:off x="6009925" y="1974613"/>
            <a:ext cx="672009" cy="785099"/>
          </a:xfrm>
          <a:prstGeom prst="rect">
            <a:avLst/>
          </a:prstGeom>
          <a:noFill/>
          <a:ln>
            <a:noFill/>
          </a:ln>
        </p:spPr>
      </p:pic>
      <p:pic>
        <p:nvPicPr>
          <p:cNvPr id="184" name="Google Shape;184;g23bee108c85_0_18"/>
          <p:cNvPicPr preferRelativeResize="0"/>
          <p:nvPr/>
        </p:nvPicPr>
        <p:blipFill rotWithShape="1">
          <a:blip r:embed="rId5">
            <a:alphaModFix/>
          </a:blip>
          <a:srcRect b="0" l="0" r="0" t="0"/>
          <a:stretch/>
        </p:blipFill>
        <p:spPr>
          <a:xfrm>
            <a:off x="6821675" y="1974613"/>
            <a:ext cx="672009" cy="785099"/>
          </a:xfrm>
          <a:prstGeom prst="rect">
            <a:avLst/>
          </a:prstGeom>
          <a:noFill/>
          <a:ln>
            <a:noFill/>
          </a:ln>
        </p:spPr>
      </p:pic>
      <p:pic>
        <p:nvPicPr>
          <p:cNvPr id="185" name="Google Shape;185;g23bee108c85_0_18"/>
          <p:cNvPicPr preferRelativeResize="0"/>
          <p:nvPr/>
        </p:nvPicPr>
        <p:blipFill rotWithShape="1">
          <a:blip r:embed="rId5">
            <a:alphaModFix/>
          </a:blip>
          <a:srcRect b="0" l="0" r="0" t="0"/>
          <a:stretch/>
        </p:blipFill>
        <p:spPr>
          <a:xfrm>
            <a:off x="6006500" y="2949550"/>
            <a:ext cx="672009" cy="785099"/>
          </a:xfrm>
          <a:prstGeom prst="rect">
            <a:avLst/>
          </a:prstGeom>
          <a:noFill/>
          <a:ln>
            <a:noFill/>
          </a:ln>
        </p:spPr>
      </p:pic>
      <p:pic>
        <p:nvPicPr>
          <p:cNvPr id="186" name="Google Shape;186;g23bee108c85_0_18"/>
          <p:cNvPicPr preferRelativeResize="0"/>
          <p:nvPr/>
        </p:nvPicPr>
        <p:blipFill rotWithShape="1">
          <a:blip r:embed="rId5">
            <a:alphaModFix/>
          </a:blip>
          <a:srcRect b="0" l="0" r="0" t="0"/>
          <a:stretch/>
        </p:blipFill>
        <p:spPr>
          <a:xfrm>
            <a:off x="6000550" y="3781863"/>
            <a:ext cx="672009" cy="785099"/>
          </a:xfrm>
          <a:prstGeom prst="rect">
            <a:avLst/>
          </a:prstGeom>
          <a:noFill/>
          <a:ln>
            <a:noFill/>
          </a:ln>
        </p:spPr>
      </p:pic>
      <p:pic>
        <p:nvPicPr>
          <p:cNvPr id="187" name="Google Shape;187;g23bee108c85_0_18"/>
          <p:cNvPicPr preferRelativeResize="0"/>
          <p:nvPr/>
        </p:nvPicPr>
        <p:blipFill rotWithShape="1">
          <a:blip r:embed="rId5">
            <a:alphaModFix/>
          </a:blip>
          <a:srcRect b="0" l="0" r="0" t="0"/>
          <a:stretch/>
        </p:blipFill>
        <p:spPr>
          <a:xfrm>
            <a:off x="6812300" y="3781863"/>
            <a:ext cx="672009" cy="785099"/>
          </a:xfrm>
          <a:prstGeom prst="rect">
            <a:avLst/>
          </a:prstGeom>
          <a:noFill/>
          <a:ln>
            <a:noFill/>
          </a:ln>
        </p:spPr>
      </p:pic>
      <p:pic>
        <p:nvPicPr>
          <p:cNvPr id="188" name="Google Shape;188;g23bee108c85_0_18"/>
          <p:cNvPicPr preferRelativeResize="0"/>
          <p:nvPr/>
        </p:nvPicPr>
        <p:blipFill rotWithShape="1">
          <a:blip r:embed="rId5">
            <a:alphaModFix/>
          </a:blip>
          <a:srcRect b="0" l="0" r="0" t="0"/>
          <a:stretch/>
        </p:blipFill>
        <p:spPr>
          <a:xfrm>
            <a:off x="6006500" y="4702150"/>
            <a:ext cx="672009" cy="785099"/>
          </a:xfrm>
          <a:prstGeom prst="rect">
            <a:avLst/>
          </a:prstGeom>
          <a:noFill/>
          <a:ln>
            <a:noFill/>
          </a:ln>
        </p:spPr>
      </p:pic>
      <p:pic>
        <p:nvPicPr>
          <p:cNvPr id="189" name="Google Shape;189;g23bee108c85_0_18"/>
          <p:cNvPicPr preferRelativeResize="0"/>
          <p:nvPr/>
        </p:nvPicPr>
        <p:blipFill rotWithShape="1">
          <a:blip r:embed="rId5">
            <a:alphaModFix/>
          </a:blip>
          <a:srcRect b="0" l="0" r="0" t="0"/>
          <a:stretch/>
        </p:blipFill>
        <p:spPr>
          <a:xfrm>
            <a:off x="6000550" y="5534463"/>
            <a:ext cx="672009" cy="785099"/>
          </a:xfrm>
          <a:prstGeom prst="rect">
            <a:avLst/>
          </a:prstGeom>
          <a:noFill/>
          <a:ln>
            <a:noFill/>
          </a:ln>
        </p:spPr>
      </p:pic>
      <p:pic>
        <p:nvPicPr>
          <p:cNvPr id="190" name="Google Shape;190;g23bee108c85_0_18"/>
          <p:cNvPicPr preferRelativeResize="0"/>
          <p:nvPr/>
        </p:nvPicPr>
        <p:blipFill rotWithShape="1">
          <a:blip r:embed="rId5">
            <a:alphaModFix/>
          </a:blip>
          <a:srcRect b="0" l="0" r="0" t="0"/>
          <a:stretch/>
        </p:blipFill>
        <p:spPr>
          <a:xfrm>
            <a:off x="6812300" y="5534463"/>
            <a:ext cx="672009" cy="785099"/>
          </a:xfrm>
          <a:prstGeom prst="rect">
            <a:avLst/>
          </a:prstGeom>
          <a:noFill/>
          <a:ln>
            <a:noFill/>
          </a:ln>
        </p:spPr>
      </p:pic>
      <p:pic>
        <p:nvPicPr>
          <p:cNvPr id="191" name="Google Shape;191;g23bee108c85_0_18"/>
          <p:cNvPicPr preferRelativeResize="0"/>
          <p:nvPr/>
        </p:nvPicPr>
        <p:blipFill rotWithShape="1">
          <a:blip r:embed="rId6">
            <a:alphaModFix/>
          </a:blip>
          <a:srcRect b="0" l="0" r="0" t="0"/>
          <a:stretch/>
        </p:blipFill>
        <p:spPr>
          <a:xfrm>
            <a:off x="8480598" y="4879039"/>
            <a:ext cx="129948" cy="1408212"/>
          </a:xfrm>
          <a:prstGeom prst="rect">
            <a:avLst/>
          </a:prstGeom>
          <a:noFill/>
          <a:ln>
            <a:noFill/>
          </a:ln>
        </p:spPr>
      </p:pic>
      <p:pic>
        <p:nvPicPr>
          <p:cNvPr id="192" name="Google Shape;192;g23bee108c85_0_18"/>
          <p:cNvPicPr preferRelativeResize="0"/>
          <p:nvPr/>
        </p:nvPicPr>
        <p:blipFill rotWithShape="1">
          <a:blip r:embed="rId6">
            <a:alphaModFix/>
          </a:blip>
          <a:srcRect b="0" l="0" r="0" t="0"/>
          <a:stretch/>
        </p:blipFill>
        <p:spPr>
          <a:xfrm>
            <a:off x="8658741" y="4854503"/>
            <a:ext cx="129956" cy="1408286"/>
          </a:xfrm>
          <a:prstGeom prst="rect">
            <a:avLst/>
          </a:prstGeom>
          <a:noFill/>
          <a:ln>
            <a:noFill/>
          </a:ln>
        </p:spPr>
      </p:pic>
      <p:pic>
        <p:nvPicPr>
          <p:cNvPr id="193" name="Google Shape;193;g23bee108c85_0_18"/>
          <p:cNvPicPr preferRelativeResize="0"/>
          <p:nvPr/>
        </p:nvPicPr>
        <p:blipFill rotWithShape="1">
          <a:blip r:embed="rId6">
            <a:alphaModFix/>
          </a:blip>
          <a:srcRect b="0" l="0" r="0" t="0"/>
          <a:stretch/>
        </p:blipFill>
        <p:spPr>
          <a:xfrm>
            <a:off x="8116972" y="4854539"/>
            <a:ext cx="129948" cy="1408212"/>
          </a:xfrm>
          <a:prstGeom prst="rect">
            <a:avLst/>
          </a:prstGeom>
          <a:noFill/>
          <a:ln>
            <a:noFill/>
          </a:ln>
        </p:spPr>
      </p:pic>
      <p:pic>
        <p:nvPicPr>
          <p:cNvPr id="194" name="Google Shape;194;g23bee108c85_0_18"/>
          <p:cNvPicPr preferRelativeResize="0"/>
          <p:nvPr/>
        </p:nvPicPr>
        <p:blipFill rotWithShape="1">
          <a:blip r:embed="rId6">
            <a:alphaModFix/>
          </a:blip>
          <a:srcRect b="0" l="0" r="0" t="0"/>
          <a:stretch/>
        </p:blipFill>
        <p:spPr>
          <a:xfrm>
            <a:off x="8298204" y="4854502"/>
            <a:ext cx="129956" cy="1408286"/>
          </a:xfrm>
          <a:prstGeom prst="rect">
            <a:avLst/>
          </a:prstGeom>
          <a:noFill/>
          <a:ln>
            <a:noFill/>
          </a:ln>
        </p:spPr>
      </p:pic>
      <p:pic>
        <p:nvPicPr>
          <p:cNvPr id="195" name="Google Shape;195;g23bee108c85_0_18"/>
          <p:cNvPicPr preferRelativeResize="0"/>
          <p:nvPr/>
        </p:nvPicPr>
        <p:blipFill rotWithShape="1">
          <a:blip r:embed="rId6">
            <a:alphaModFix/>
          </a:blip>
          <a:srcRect b="0" l="0" r="0" t="0"/>
          <a:stretch/>
        </p:blipFill>
        <p:spPr>
          <a:xfrm>
            <a:off x="7916896" y="4854547"/>
            <a:ext cx="129948" cy="1408212"/>
          </a:xfrm>
          <a:prstGeom prst="rect">
            <a:avLst/>
          </a:prstGeom>
          <a:noFill/>
          <a:ln>
            <a:noFill/>
          </a:ln>
        </p:spPr>
      </p:pic>
      <p:pic>
        <p:nvPicPr>
          <p:cNvPr id="196" name="Google Shape;196;g23bee108c85_0_18"/>
          <p:cNvPicPr preferRelativeResize="0"/>
          <p:nvPr/>
        </p:nvPicPr>
        <p:blipFill rotWithShape="1">
          <a:blip r:embed="rId6">
            <a:alphaModFix/>
          </a:blip>
          <a:srcRect b="0" l="0" r="0" t="0"/>
          <a:stretch/>
        </p:blipFill>
        <p:spPr>
          <a:xfrm>
            <a:off x="9396333" y="4854543"/>
            <a:ext cx="129948" cy="1408212"/>
          </a:xfrm>
          <a:prstGeom prst="rect">
            <a:avLst/>
          </a:prstGeom>
          <a:noFill/>
          <a:ln>
            <a:noFill/>
          </a:ln>
        </p:spPr>
      </p:pic>
      <p:pic>
        <p:nvPicPr>
          <p:cNvPr id="197" name="Google Shape;197;g23bee108c85_0_18"/>
          <p:cNvPicPr preferRelativeResize="0"/>
          <p:nvPr/>
        </p:nvPicPr>
        <p:blipFill rotWithShape="1">
          <a:blip r:embed="rId6">
            <a:alphaModFix/>
          </a:blip>
          <a:srcRect b="0" l="0" r="0" t="0"/>
          <a:stretch/>
        </p:blipFill>
        <p:spPr>
          <a:xfrm>
            <a:off x="9031858" y="4854539"/>
            <a:ext cx="129948" cy="1408212"/>
          </a:xfrm>
          <a:prstGeom prst="rect">
            <a:avLst/>
          </a:prstGeom>
          <a:noFill/>
          <a:ln>
            <a:noFill/>
          </a:ln>
        </p:spPr>
      </p:pic>
      <p:pic>
        <p:nvPicPr>
          <p:cNvPr id="198" name="Google Shape;198;g23bee108c85_0_18"/>
          <p:cNvPicPr preferRelativeResize="0"/>
          <p:nvPr/>
        </p:nvPicPr>
        <p:blipFill rotWithShape="1">
          <a:blip r:embed="rId6">
            <a:alphaModFix/>
          </a:blip>
          <a:srcRect b="0" l="0" r="0" t="0"/>
          <a:stretch/>
        </p:blipFill>
        <p:spPr>
          <a:xfrm>
            <a:off x="9217358" y="4879039"/>
            <a:ext cx="129948" cy="1408212"/>
          </a:xfrm>
          <a:prstGeom prst="rect">
            <a:avLst/>
          </a:prstGeom>
          <a:noFill/>
          <a:ln>
            <a:noFill/>
          </a:ln>
        </p:spPr>
      </p:pic>
      <p:pic>
        <p:nvPicPr>
          <p:cNvPr id="199" name="Google Shape;199;g23bee108c85_0_18"/>
          <p:cNvPicPr preferRelativeResize="0"/>
          <p:nvPr/>
        </p:nvPicPr>
        <p:blipFill rotWithShape="1">
          <a:blip r:embed="rId6">
            <a:alphaModFix/>
          </a:blip>
          <a:srcRect b="0" l="0" r="0" t="0"/>
          <a:stretch/>
        </p:blipFill>
        <p:spPr>
          <a:xfrm>
            <a:off x="8845846" y="4854539"/>
            <a:ext cx="129948" cy="1408212"/>
          </a:xfrm>
          <a:prstGeom prst="rect">
            <a:avLst/>
          </a:prstGeom>
          <a:noFill/>
          <a:ln>
            <a:noFill/>
          </a:ln>
        </p:spPr>
      </p:pic>
      <p:graphicFrame>
        <p:nvGraphicFramePr>
          <p:cNvPr id="200" name="Google Shape;200;g23bee108c85_0_18"/>
          <p:cNvGraphicFramePr/>
          <p:nvPr/>
        </p:nvGraphicFramePr>
        <p:xfrm>
          <a:off x="5544463" y="465475"/>
          <a:ext cx="3000000" cy="3000000"/>
        </p:xfrm>
        <a:graphic>
          <a:graphicData uri="http://schemas.openxmlformats.org/drawingml/2006/table">
            <a:tbl>
              <a:tblPr>
                <a:noFill/>
                <a:tableStyleId>{5E233AFF-AAD8-4641-85CF-F8D5DC56E261}</a:tableStyleId>
              </a:tblPr>
              <a:tblGrid>
                <a:gridCol w="2123775"/>
                <a:gridCol w="2227750"/>
                <a:gridCol w="2175775"/>
              </a:tblGrid>
              <a:tr h="471250">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28575">
                      <a:solidFill>
                        <a:srgbClr val="009287"/>
                      </a:solidFill>
                      <a:prstDash val="solid"/>
                      <a:round/>
                      <a:headEnd len="sm" w="sm" type="none"/>
                      <a:tailEnd len="sm" w="sm" type="none"/>
                    </a:lnL>
                    <a:lnR cap="flat" cmpd="sng" w="28575">
                      <a:solidFill>
                        <a:srgbClr val="009287"/>
                      </a:solidFill>
                      <a:prstDash val="solid"/>
                      <a:round/>
                      <a:headEnd len="sm" w="sm" type="none"/>
                      <a:tailEnd len="sm" w="sm" type="none"/>
                    </a:lnR>
                    <a:lnT cap="flat" cmpd="sng" w="28575">
                      <a:solidFill>
                        <a:srgbClr val="009287"/>
                      </a:solidFill>
                      <a:prstDash val="solid"/>
                      <a:round/>
                      <a:headEnd len="sm" w="sm" type="none"/>
                      <a:tailEnd len="sm" w="sm" type="none"/>
                    </a:lnT>
                    <a:lnB cap="flat" cmpd="sng" w="28575">
                      <a:solidFill>
                        <a:srgbClr val="009287"/>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28575">
                      <a:solidFill>
                        <a:srgbClr val="009287"/>
                      </a:solidFill>
                      <a:prstDash val="solid"/>
                      <a:round/>
                      <a:headEnd len="sm" w="sm" type="none"/>
                      <a:tailEnd len="sm" w="sm" type="none"/>
                    </a:lnL>
                    <a:lnR cap="flat" cmpd="sng" w="28575">
                      <a:solidFill>
                        <a:srgbClr val="009287"/>
                      </a:solidFill>
                      <a:prstDash val="solid"/>
                      <a:round/>
                      <a:headEnd len="sm" w="sm" type="none"/>
                      <a:tailEnd len="sm" w="sm" type="none"/>
                    </a:lnR>
                    <a:lnT cap="flat" cmpd="sng" w="28575">
                      <a:solidFill>
                        <a:srgbClr val="009287"/>
                      </a:solidFill>
                      <a:prstDash val="solid"/>
                      <a:round/>
                      <a:headEnd len="sm" w="sm" type="none"/>
                      <a:tailEnd len="sm" w="sm" type="none"/>
                    </a:lnT>
                    <a:lnB cap="flat" cmpd="sng" w="28575">
                      <a:solidFill>
                        <a:srgbClr val="009287"/>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28575">
                      <a:solidFill>
                        <a:srgbClr val="009287"/>
                      </a:solidFill>
                      <a:prstDash val="solid"/>
                      <a:round/>
                      <a:headEnd len="sm" w="sm" type="none"/>
                      <a:tailEnd len="sm" w="sm" type="none"/>
                    </a:lnL>
                    <a:lnR cap="flat" cmpd="sng" w="28575">
                      <a:solidFill>
                        <a:srgbClr val="009287"/>
                      </a:solidFill>
                      <a:prstDash val="solid"/>
                      <a:round/>
                      <a:headEnd len="sm" w="sm" type="none"/>
                      <a:tailEnd len="sm" w="sm" type="none"/>
                    </a:lnR>
                    <a:lnT cap="flat" cmpd="sng" w="28575">
                      <a:solidFill>
                        <a:srgbClr val="009287"/>
                      </a:solidFill>
                      <a:prstDash val="solid"/>
                      <a:round/>
                      <a:headEnd len="sm" w="sm" type="none"/>
                      <a:tailEnd len="sm" w="sm" type="none"/>
                    </a:lnT>
                    <a:lnB cap="flat" cmpd="sng" w="28575">
                      <a:solidFill>
                        <a:srgbClr val="009287"/>
                      </a:solidFill>
                      <a:prstDash val="solid"/>
                      <a:round/>
                      <a:headEnd len="sm" w="sm" type="none"/>
                      <a:tailEnd len="sm" w="sm" type="none"/>
                    </a:lnB>
                  </a:tcPr>
                </a:tc>
              </a:tr>
              <a:tr h="1068900">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28575">
                      <a:solidFill>
                        <a:srgbClr val="009287"/>
                      </a:solidFill>
                      <a:prstDash val="solid"/>
                      <a:round/>
                      <a:headEnd len="sm" w="sm" type="none"/>
                      <a:tailEnd len="sm" w="sm" type="none"/>
                    </a:lnL>
                    <a:lnR cap="flat" cmpd="sng" w="28575">
                      <a:solidFill>
                        <a:srgbClr val="009287"/>
                      </a:solidFill>
                      <a:prstDash val="solid"/>
                      <a:round/>
                      <a:headEnd len="sm" w="sm" type="none"/>
                      <a:tailEnd len="sm" w="sm" type="none"/>
                    </a:lnR>
                    <a:lnT cap="flat" cmpd="sng" w="28575">
                      <a:solidFill>
                        <a:srgbClr val="009287"/>
                      </a:solidFill>
                      <a:prstDash val="solid"/>
                      <a:round/>
                      <a:headEnd len="sm" w="sm" type="none"/>
                      <a:tailEnd len="sm" w="sm" type="none"/>
                    </a:lnT>
                    <a:lnB cap="flat" cmpd="sng" w="28575">
                      <a:solidFill>
                        <a:srgbClr val="009287"/>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28575">
                      <a:solidFill>
                        <a:srgbClr val="009287"/>
                      </a:solidFill>
                      <a:prstDash val="solid"/>
                      <a:round/>
                      <a:headEnd len="sm" w="sm" type="none"/>
                      <a:tailEnd len="sm" w="sm" type="none"/>
                    </a:lnL>
                    <a:lnR cap="flat" cmpd="sng" w="28575">
                      <a:solidFill>
                        <a:srgbClr val="009287"/>
                      </a:solidFill>
                      <a:prstDash val="solid"/>
                      <a:round/>
                      <a:headEnd len="sm" w="sm" type="none"/>
                      <a:tailEnd len="sm" w="sm" type="none"/>
                    </a:lnR>
                    <a:lnT cap="flat" cmpd="sng" w="28575">
                      <a:solidFill>
                        <a:srgbClr val="009287"/>
                      </a:solidFill>
                      <a:prstDash val="solid"/>
                      <a:round/>
                      <a:headEnd len="sm" w="sm" type="none"/>
                      <a:tailEnd len="sm" w="sm" type="none"/>
                    </a:lnT>
                    <a:lnB cap="flat" cmpd="sng" w="28575">
                      <a:solidFill>
                        <a:srgbClr val="009287"/>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28575">
                      <a:solidFill>
                        <a:srgbClr val="009287"/>
                      </a:solidFill>
                      <a:prstDash val="solid"/>
                      <a:round/>
                      <a:headEnd len="sm" w="sm" type="none"/>
                      <a:tailEnd len="sm" w="sm" type="none"/>
                    </a:lnL>
                    <a:lnR cap="flat" cmpd="sng" w="28575">
                      <a:solidFill>
                        <a:srgbClr val="009287"/>
                      </a:solidFill>
                      <a:prstDash val="solid"/>
                      <a:round/>
                      <a:headEnd len="sm" w="sm" type="none"/>
                      <a:tailEnd len="sm" w="sm" type="none"/>
                    </a:lnR>
                    <a:lnT cap="flat" cmpd="sng" w="28575">
                      <a:solidFill>
                        <a:srgbClr val="009287"/>
                      </a:solidFill>
                      <a:prstDash val="solid"/>
                      <a:round/>
                      <a:headEnd len="sm" w="sm" type="none"/>
                      <a:tailEnd len="sm" w="sm" type="none"/>
                    </a:lnT>
                    <a:lnB cap="flat" cmpd="sng" w="28575">
                      <a:solidFill>
                        <a:srgbClr val="009287"/>
                      </a:solidFill>
                      <a:prstDash val="solid"/>
                      <a:round/>
                      <a:headEnd len="sm" w="sm" type="none"/>
                      <a:tailEnd len="sm" w="sm" type="none"/>
                    </a:lnB>
                  </a:tcPr>
                </a:tc>
              </a:tr>
              <a:tr h="1068900">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28575">
                      <a:solidFill>
                        <a:srgbClr val="009287"/>
                      </a:solidFill>
                      <a:prstDash val="solid"/>
                      <a:round/>
                      <a:headEnd len="sm" w="sm" type="none"/>
                      <a:tailEnd len="sm" w="sm" type="none"/>
                    </a:lnL>
                    <a:lnR cap="flat" cmpd="sng" w="28575">
                      <a:solidFill>
                        <a:srgbClr val="009287"/>
                      </a:solidFill>
                      <a:prstDash val="solid"/>
                      <a:round/>
                      <a:headEnd len="sm" w="sm" type="none"/>
                      <a:tailEnd len="sm" w="sm" type="none"/>
                    </a:lnR>
                    <a:lnT cap="flat" cmpd="sng" w="28575">
                      <a:solidFill>
                        <a:srgbClr val="009287"/>
                      </a:solidFill>
                      <a:prstDash val="solid"/>
                      <a:round/>
                      <a:headEnd len="sm" w="sm" type="none"/>
                      <a:tailEnd len="sm" w="sm" type="none"/>
                    </a:lnT>
                    <a:lnB cap="flat" cmpd="sng" w="28575">
                      <a:solidFill>
                        <a:srgbClr val="009287"/>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28575">
                      <a:solidFill>
                        <a:srgbClr val="009287"/>
                      </a:solidFill>
                      <a:prstDash val="solid"/>
                      <a:round/>
                      <a:headEnd len="sm" w="sm" type="none"/>
                      <a:tailEnd len="sm" w="sm" type="none"/>
                    </a:lnL>
                    <a:lnR cap="flat" cmpd="sng" w="28575">
                      <a:solidFill>
                        <a:srgbClr val="009287"/>
                      </a:solidFill>
                      <a:prstDash val="solid"/>
                      <a:round/>
                      <a:headEnd len="sm" w="sm" type="none"/>
                      <a:tailEnd len="sm" w="sm" type="none"/>
                    </a:lnR>
                    <a:lnT cap="flat" cmpd="sng" w="28575">
                      <a:solidFill>
                        <a:srgbClr val="009287"/>
                      </a:solidFill>
                      <a:prstDash val="solid"/>
                      <a:round/>
                      <a:headEnd len="sm" w="sm" type="none"/>
                      <a:tailEnd len="sm" w="sm" type="none"/>
                    </a:lnT>
                    <a:lnB cap="flat" cmpd="sng" w="28575">
                      <a:solidFill>
                        <a:srgbClr val="009287"/>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28575">
                      <a:solidFill>
                        <a:srgbClr val="009287"/>
                      </a:solidFill>
                      <a:prstDash val="solid"/>
                      <a:round/>
                      <a:headEnd len="sm" w="sm" type="none"/>
                      <a:tailEnd len="sm" w="sm" type="none"/>
                    </a:lnL>
                    <a:lnR cap="flat" cmpd="sng" w="28575">
                      <a:solidFill>
                        <a:srgbClr val="009287"/>
                      </a:solidFill>
                      <a:prstDash val="solid"/>
                      <a:round/>
                      <a:headEnd len="sm" w="sm" type="none"/>
                      <a:tailEnd len="sm" w="sm" type="none"/>
                    </a:lnR>
                    <a:lnT cap="flat" cmpd="sng" w="28575">
                      <a:solidFill>
                        <a:srgbClr val="009287"/>
                      </a:solidFill>
                      <a:prstDash val="solid"/>
                      <a:round/>
                      <a:headEnd len="sm" w="sm" type="none"/>
                      <a:tailEnd len="sm" w="sm" type="none"/>
                    </a:lnT>
                    <a:lnB cap="flat" cmpd="sng" w="28575">
                      <a:solidFill>
                        <a:srgbClr val="009287"/>
                      </a:solidFill>
                      <a:prstDash val="solid"/>
                      <a:round/>
                      <a:headEnd len="sm" w="sm" type="none"/>
                      <a:tailEnd len="sm" w="sm" type="none"/>
                    </a:lnB>
                  </a:tcPr>
                </a:tc>
              </a:tr>
              <a:tr h="1068900">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28575">
                      <a:solidFill>
                        <a:srgbClr val="009287"/>
                      </a:solidFill>
                      <a:prstDash val="solid"/>
                      <a:round/>
                      <a:headEnd len="sm" w="sm" type="none"/>
                      <a:tailEnd len="sm" w="sm" type="none"/>
                    </a:lnL>
                    <a:lnR cap="flat" cmpd="sng" w="28575">
                      <a:solidFill>
                        <a:srgbClr val="009287"/>
                      </a:solidFill>
                      <a:prstDash val="solid"/>
                      <a:round/>
                      <a:headEnd len="sm" w="sm" type="none"/>
                      <a:tailEnd len="sm" w="sm" type="none"/>
                    </a:lnR>
                    <a:lnT cap="flat" cmpd="sng" w="28575">
                      <a:solidFill>
                        <a:srgbClr val="009287"/>
                      </a:solidFill>
                      <a:prstDash val="solid"/>
                      <a:round/>
                      <a:headEnd len="sm" w="sm" type="none"/>
                      <a:tailEnd len="sm" w="sm" type="none"/>
                    </a:lnT>
                    <a:lnB cap="flat" cmpd="sng" w="28575">
                      <a:solidFill>
                        <a:srgbClr val="009287"/>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28575">
                      <a:solidFill>
                        <a:srgbClr val="009287"/>
                      </a:solidFill>
                      <a:prstDash val="solid"/>
                      <a:round/>
                      <a:headEnd len="sm" w="sm" type="none"/>
                      <a:tailEnd len="sm" w="sm" type="none"/>
                    </a:lnL>
                    <a:lnR cap="flat" cmpd="sng" w="28575">
                      <a:solidFill>
                        <a:srgbClr val="009287"/>
                      </a:solidFill>
                      <a:prstDash val="solid"/>
                      <a:round/>
                      <a:headEnd len="sm" w="sm" type="none"/>
                      <a:tailEnd len="sm" w="sm" type="none"/>
                    </a:lnR>
                    <a:lnT cap="flat" cmpd="sng" w="28575">
                      <a:solidFill>
                        <a:srgbClr val="009287"/>
                      </a:solidFill>
                      <a:prstDash val="solid"/>
                      <a:round/>
                      <a:headEnd len="sm" w="sm" type="none"/>
                      <a:tailEnd len="sm" w="sm" type="none"/>
                    </a:lnT>
                    <a:lnB cap="flat" cmpd="sng" w="28575">
                      <a:solidFill>
                        <a:srgbClr val="009287"/>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28575">
                      <a:solidFill>
                        <a:srgbClr val="009287"/>
                      </a:solidFill>
                      <a:prstDash val="solid"/>
                      <a:round/>
                      <a:headEnd len="sm" w="sm" type="none"/>
                      <a:tailEnd len="sm" w="sm" type="none"/>
                    </a:lnL>
                    <a:lnR cap="flat" cmpd="sng" w="28575">
                      <a:solidFill>
                        <a:srgbClr val="009287"/>
                      </a:solidFill>
                      <a:prstDash val="solid"/>
                      <a:round/>
                      <a:headEnd len="sm" w="sm" type="none"/>
                      <a:tailEnd len="sm" w="sm" type="none"/>
                    </a:lnR>
                    <a:lnT cap="flat" cmpd="sng" w="28575">
                      <a:solidFill>
                        <a:srgbClr val="009287"/>
                      </a:solidFill>
                      <a:prstDash val="solid"/>
                      <a:round/>
                      <a:headEnd len="sm" w="sm" type="none"/>
                      <a:tailEnd len="sm" w="sm" type="none"/>
                    </a:lnT>
                    <a:lnB cap="flat" cmpd="sng" w="28575">
                      <a:solidFill>
                        <a:srgbClr val="009287"/>
                      </a:solidFill>
                      <a:prstDash val="solid"/>
                      <a:round/>
                      <a:headEnd len="sm" w="sm" type="none"/>
                      <a:tailEnd len="sm" w="sm" type="none"/>
                    </a:lnB>
                  </a:tcPr>
                </a:tc>
              </a:tr>
            </a:tbl>
          </a:graphicData>
        </a:graphic>
      </p:graphicFrame>
      <p:sp>
        <p:nvSpPr>
          <p:cNvPr id="201" name="Google Shape;201;g23bee108c85_0_18"/>
          <p:cNvSpPr txBox="1"/>
          <p:nvPr/>
        </p:nvSpPr>
        <p:spPr>
          <a:xfrm>
            <a:off x="506550" y="251125"/>
            <a:ext cx="4248000" cy="7080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4000"/>
              <a:buFont typeface="Arial"/>
              <a:buNone/>
            </a:pPr>
            <a:r>
              <a:rPr b="1" i="0" lang="es-ES" sz="3400" u="none" cap="none" strike="noStrike">
                <a:solidFill>
                  <a:schemeClr val="dk1"/>
                </a:solidFill>
                <a:latin typeface="Patrick Hand"/>
                <a:ea typeface="Patrick Hand"/>
                <a:cs typeface="Patrick Hand"/>
                <a:sym typeface="Patrick Hand"/>
              </a:rPr>
              <a:t>Resta con 0</a:t>
            </a:r>
            <a:endParaRPr b="1" i="0" sz="1800" u="none" cap="none" strike="noStrike">
              <a:solidFill>
                <a:srgbClr val="000000"/>
              </a:solidFill>
              <a:latin typeface="Arial"/>
              <a:ea typeface="Arial"/>
              <a:cs typeface="Arial"/>
              <a:sym typeface="Arial"/>
            </a:endParaRPr>
          </a:p>
        </p:txBody>
      </p:sp>
      <p:sp>
        <p:nvSpPr>
          <p:cNvPr id="202" name="Google Shape;202;g23bee108c85_0_18"/>
          <p:cNvSpPr txBox="1"/>
          <p:nvPr/>
        </p:nvSpPr>
        <p:spPr>
          <a:xfrm>
            <a:off x="1384850" y="2439425"/>
            <a:ext cx="2250600" cy="3263100"/>
          </a:xfrm>
          <a:prstGeom prst="rect">
            <a:avLst/>
          </a:prstGeom>
          <a:noFill/>
          <a:ln cap="flat" cmpd="sng" w="9525">
            <a:solidFill>
              <a:srgbClr val="009287"/>
            </a:solidFill>
            <a:prstDash val="solid"/>
            <a:round/>
            <a:headEnd len="sm" w="sm" type="none"/>
            <a:tailEnd len="sm" w="sm" type="none"/>
          </a:ln>
        </p:spPr>
        <p:txBody>
          <a:bodyPr anchorCtr="0" anchor="t" bIns="91425" lIns="91425" spcFirstLastPara="1" rIns="91425" wrap="square" tIns="91425">
            <a:spAutoFit/>
          </a:bodyPr>
          <a:lstStyle/>
          <a:p>
            <a:pPr indent="457200" lvl="0" marL="0" marR="0" rtl="0" algn="l">
              <a:lnSpc>
                <a:spcPct val="100000"/>
              </a:lnSpc>
              <a:spcBef>
                <a:spcPts val="0"/>
              </a:spcBef>
              <a:spcAft>
                <a:spcPts val="0"/>
              </a:spcAft>
              <a:buClr>
                <a:srgbClr val="000000"/>
              </a:buClr>
              <a:buSzPts val="4000"/>
              <a:buFont typeface="Arial"/>
              <a:buNone/>
            </a:pPr>
            <a:r>
              <a:t/>
            </a:r>
            <a:endParaRPr b="0" i="0" sz="4000" u="none" cap="none" strike="noStrike">
              <a:solidFill>
                <a:schemeClr val="dk1"/>
              </a:solidFill>
              <a:latin typeface="Patrick Hand"/>
              <a:ea typeface="Patrick Hand"/>
              <a:cs typeface="Patrick Hand"/>
              <a:sym typeface="Patrick Hand"/>
            </a:endParaRPr>
          </a:p>
          <a:p>
            <a:pPr indent="457200" lvl="0" marL="0" marR="0" rtl="0" algn="l">
              <a:lnSpc>
                <a:spcPct val="100000"/>
              </a:lnSpc>
              <a:spcBef>
                <a:spcPts val="0"/>
              </a:spcBef>
              <a:spcAft>
                <a:spcPts val="0"/>
              </a:spcAft>
              <a:buClr>
                <a:srgbClr val="000000"/>
              </a:buClr>
              <a:buSzPts val="4000"/>
              <a:buFont typeface="Arial"/>
              <a:buNone/>
            </a:pPr>
            <a:r>
              <a:t/>
            </a:r>
            <a:endParaRPr b="0" i="0" sz="4000" u="none" cap="none" strike="noStrike">
              <a:solidFill>
                <a:schemeClr val="dk1"/>
              </a:solidFill>
              <a:latin typeface="Patrick Hand"/>
              <a:ea typeface="Patrick Hand"/>
              <a:cs typeface="Patrick Hand"/>
              <a:sym typeface="Patrick Hand"/>
            </a:endParaRPr>
          </a:p>
          <a:p>
            <a:pPr indent="457200" lvl="0" marL="0" marR="0" rtl="0" algn="l">
              <a:lnSpc>
                <a:spcPct val="100000"/>
              </a:lnSpc>
              <a:spcBef>
                <a:spcPts val="0"/>
              </a:spcBef>
              <a:spcAft>
                <a:spcPts val="0"/>
              </a:spcAft>
              <a:buClr>
                <a:srgbClr val="000000"/>
              </a:buClr>
              <a:buSzPts val="4000"/>
              <a:buFont typeface="Arial"/>
              <a:buNone/>
            </a:pPr>
            <a:r>
              <a:rPr b="0" i="0" lang="es-ES" sz="4000" u="none" cap="none" strike="noStrike">
                <a:solidFill>
                  <a:schemeClr val="dk1"/>
                </a:solidFill>
                <a:latin typeface="Patrick Hand"/>
                <a:ea typeface="Patrick Hand"/>
                <a:cs typeface="Patrick Hand"/>
                <a:sym typeface="Patrick Hand"/>
              </a:rPr>
              <a:t>4   0  0</a:t>
            </a:r>
            <a:endParaRPr b="0" i="0" sz="40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4000"/>
              <a:buFont typeface="Arial"/>
              <a:buNone/>
            </a:pPr>
            <a:r>
              <a:rPr b="0" i="0" lang="es-ES" sz="4000" u="none" cap="none" strike="noStrike">
                <a:solidFill>
                  <a:schemeClr val="dk1"/>
                </a:solidFill>
                <a:latin typeface="Patrick Hand"/>
                <a:ea typeface="Patrick Hand"/>
                <a:cs typeface="Patrick Hand"/>
                <a:sym typeface="Patrick Hand"/>
              </a:rPr>
              <a:t>-   1  7  5</a:t>
            </a:r>
            <a:endParaRPr b="0" i="0" sz="40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4000"/>
              <a:buFont typeface="Arial"/>
              <a:buNone/>
            </a:pPr>
            <a:r>
              <a:rPr b="0" i="0" lang="es-ES" sz="4000" u="none" cap="none" strike="noStrike">
                <a:solidFill>
                  <a:schemeClr val="dk1"/>
                </a:solidFill>
                <a:latin typeface="Patrick Hand"/>
                <a:ea typeface="Patrick Hand"/>
                <a:cs typeface="Patrick Hand"/>
                <a:sym typeface="Patrick Hand"/>
              </a:rPr>
              <a:t>     2  2  5</a:t>
            </a:r>
            <a:endParaRPr b="0" i="0" sz="4000" u="none" cap="none" strike="noStrike">
              <a:solidFill>
                <a:schemeClr val="dk1"/>
              </a:solidFill>
              <a:latin typeface="Patrick Hand"/>
              <a:ea typeface="Patrick Hand"/>
              <a:cs typeface="Patrick Hand"/>
              <a:sym typeface="Patrick Hand"/>
            </a:endParaRPr>
          </a:p>
        </p:txBody>
      </p:sp>
      <p:cxnSp>
        <p:nvCxnSpPr>
          <p:cNvPr id="203" name="Google Shape;203;g23bee108c85_0_18"/>
          <p:cNvCxnSpPr/>
          <p:nvPr/>
        </p:nvCxnSpPr>
        <p:spPr>
          <a:xfrm flipH="1">
            <a:off x="1963625" y="5003463"/>
            <a:ext cx="1456800" cy="17700"/>
          </a:xfrm>
          <a:prstGeom prst="straightConnector1">
            <a:avLst/>
          </a:prstGeom>
          <a:noFill/>
          <a:ln cap="flat" cmpd="sng" w="9525">
            <a:solidFill>
              <a:srgbClr val="009287"/>
            </a:solidFill>
            <a:prstDash val="solid"/>
            <a:round/>
            <a:headEnd len="sm" w="sm" type="none"/>
            <a:tailEnd len="sm" w="sm" type="none"/>
          </a:ln>
        </p:spPr>
      </p:cxnSp>
      <p:sp>
        <p:nvSpPr>
          <p:cNvPr id="204" name="Google Shape;204;g23bee108c85_0_18"/>
          <p:cNvSpPr txBox="1"/>
          <p:nvPr/>
        </p:nvSpPr>
        <p:spPr>
          <a:xfrm>
            <a:off x="1752200" y="1792263"/>
            <a:ext cx="3000000" cy="785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000"/>
              <a:buFont typeface="Arial"/>
              <a:buNone/>
            </a:pPr>
            <a:r>
              <a:rPr b="0" i="0" lang="es-ES" sz="3900" u="none" cap="none" strike="noStrike">
                <a:solidFill>
                  <a:schemeClr val="dk1"/>
                </a:solidFill>
                <a:latin typeface="Patrick Hand"/>
                <a:ea typeface="Patrick Hand"/>
                <a:cs typeface="Patrick Hand"/>
                <a:sym typeface="Patrick Hand"/>
              </a:rPr>
              <a:t>C  D   U</a:t>
            </a:r>
            <a:endParaRPr b="0" i="0" sz="1300" u="none" cap="none" strike="noStrike">
              <a:solidFill>
                <a:srgbClr val="000000"/>
              </a:solidFill>
              <a:latin typeface="Arial"/>
              <a:ea typeface="Arial"/>
              <a:cs typeface="Arial"/>
              <a:sym typeface="Arial"/>
            </a:endParaRPr>
          </a:p>
        </p:txBody>
      </p:sp>
      <p:sp>
        <p:nvSpPr>
          <p:cNvPr id="205" name="Google Shape;205;g23bee108c85_0_18"/>
          <p:cNvSpPr txBox="1"/>
          <p:nvPr/>
        </p:nvSpPr>
        <p:spPr>
          <a:xfrm>
            <a:off x="1828400" y="1060088"/>
            <a:ext cx="3000000" cy="631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900"/>
              <a:buFont typeface="Arial"/>
              <a:buNone/>
            </a:pPr>
            <a:r>
              <a:rPr b="1" i="0" lang="es-ES" sz="2900" u="sng" cap="none" strike="noStrike">
                <a:solidFill>
                  <a:srgbClr val="000000"/>
                </a:solidFill>
                <a:latin typeface="Patrick Hand"/>
                <a:ea typeface="Patrick Hand"/>
                <a:cs typeface="Patrick Hand"/>
                <a:sym typeface="Patrick Hand"/>
              </a:rPr>
              <a:t>Simbólicamente</a:t>
            </a:r>
            <a:endParaRPr b="1" i="0" sz="1400" u="sng" cap="none" strike="noStrike">
              <a:solidFill>
                <a:srgbClr val="000000"/>
              </a:solidFill>
              <a:latin typeface="Arial"/>
              <a:ea typeface="Arial"/>
              <a:cs typeface="Arial"/>
              <a:sym typeface="Arial"/>
            </a:endParaRPr>
          </a:p>
        </p:txBody>
      </p:sp>
      <p:sp>
        <p:nvSpPr>
          <p:cNvPr id="206" name="Google Shape;206;g23bee108c85_0_18"/>
          <p:cNvSpPr/>
          <p:nvPr/>
        </p:nvSpPr>
        <p:spPr>
          <a:xfrm>
            <a:off x="2871900" y="3338200"/>
            <a:ext cx="469800" cy="462000"/>
          </a:xfrm>
          <a:prstGeom prst="rect">
            <a:avLst/>
          </a:prstGeom>
          <a:solidFill>
            <a:schemeClr val="lt2"/>
          </a:solid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700"/>
              <a:buFont typeface="Arial"/>
              <a:buNone/>
            </a:pPr>
            <a:r>
              <a:rPr b="0" i="0" lang="es-ES" sz="2700" u="none" cap="none" strike="noStrike">
                <a:solidFill>
                  <a:srgbClr val="000000"/>
                </a:solidFill>
                <a:latin typeface="Patrick Hand"/>
                <a:ea typeface="Patrick Hand"/>
                <a:cs typeface="Patrick Hand"/>
                <a:sym typeface="Patrick Hand"/>
              </a:rPr>
              <a:t>10</a:t>
            </a:r>
            <a:endParaRPr b="0" i="0" sz="2700" u="none" cap="none" strike="noStrike">
              <a:solidFill>
                <a:srgbClr val="000000"/>
              </a:solidFill>
              <a:latin typeface="Patrick Hand"/>
              <a:ea typeface="Patrick Hand"/>
              <a:cs typeface="Patrick Hand"/>
              <a:sym typeface="Patrick Hand"/>
            </a:endParaRPr>
          </a:p>
        </p:txBody>
      </p:sp>
      <p:sp>
        <p:nvSpPr>
          <p:cNvPr id="207" name="Google Shape;207;g23bee108c85_0_18"/>
          <p:cNvSpPr/>
          <p:nvPr/>
        </p:nvSpPr>
        <p:spPr>
          <a:xfrm>
            <a:off x="2275250" y="3338200"/>
            <a:ext cx="469800" cy="462000"/>
          </a:xfrm>
          <a:prstGeom prst="rect">
            <a:avLst/>
          </a:prstGeom>
          <a:solidFill>
            <a:schemeClr val="lt2"/>
          </a:solid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700"/>
              <a:buFont typeface="Arial"/>
              <a:buNone/>
            </a:pPr>
            <a:r>
              <a:rPr b="0" i="0" lang="es-ES" sz="2700" u="none" cap="none" strike="noStrike">
                <a:solidFill>
                  <a:srgbClr val="000000"/>
                </a:solidFill>
                <a:latin typeface="Patrick Hand"/>
                <a:ea typeface="Patrick Hand"/>
                <a:cs typeface="Patrick Hand"/>
                <a:sym typeface="Patrick Hand"/>
              </a:rPr>
              <a:t>10</a:t>
            </a:r>
            <a:endParaRPr b="0" i="0" sz="2700" u="none" cap="none" strike="noStrike">
              <a:solidFill>
                <a:srgbClr val="000000"/>
              </a:solidFill>
              <a:latin typeface="Patrick Hand"/>
              <a:ea typeface="Patrick Hand"/>
              <a:cs typeface="Patrick Hand"/>
              <a:sym typeface="Patrick Hand"/>
            </a:endParaRPr>
          </a:p>
        </p:txBody>
      </p:sp>
      <p:sp>
        <p:nvSpPr>
          <p:cNvPr id="208" name="Google Shape;208;g23bee108c85_0_18"/>
          <p:cNvSpPr/>
          <p:nvPr/>
        </p:nvSpPr>
        <p:spPr>
          <a:xfrm>
            <a:off x="2275250" y="2726788"/>
            <a:ext cx="469800" cy="462000"/>
          </a:xfrm>
          <a:prstGeom prst="rect">
            <a:avLst/>
          </a:prstGeom>
          <a:solidFill>
            <a:schemeClr val="lt2"/>
          </a:solid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700"/>
              <a:buFont typeface="Arial"/>
              <a:buNone/>
            </a:pPr>
            <a:r>
              <a:rPr b="0" i="0" lang="es-ES" sz="2700" u="none" cap="none" strike="noStrike">
                <a:solidFill>
                  <a:srgbClr val="000000"/>
                </a:solidFill>
                <a:latin typeface="Patrick Hand"/>
                <a:ea typeface="Patrick Hand"/>
                <a:cs typeface="Patrick Hand"/>
                <a:sym typeface="Patrick Hand"/>
              </a:rPr>
              <a:t>9</a:t>
            </a:r>
            <a:endParaRPr b="0" i="0" sz="2700" u="none" cap="none" strike="noStrike">
              <a:solidFill>
                <a:srgbClr val="000000"/>
              </a:solidFill>
              <a:latin typeface="Patrick Hand"/>
              <a:ea typeface="Patrick Hand"/>
              <a:cs typeface="Patrick Hand"/>
              <a:sym typeface="Patrick Hand"/>
            </a:endParaRPr>
          </a:p>
        </p:txBody>
      </p:sp>
      <p:sp>
        <p:nvSpPr>
          <p:cNvPr id="209" name="Google Shape;209;g23bee108c85_0_18"/>
          <p:cNvSpPr/>
          <p:nvPr/>
        </p:nvSpPr>
        <p:spPr>
          <a:xfrm>
            <a:off x="1741850" y="3336388"/>
            <a:ext cx="469800" cy="462000"/>
          </a:xfrm>
          <a:prstGeom prst="rect">
            <a:avLst/>
          </a:prstGeom>
          <a:solidFill>
            <a:schemeClr val="lt2"/>
          </a:solid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700"/>
              <a:buFont typeface="Arial"/>
              <a:buNone/>
            </a:pPr>
            <a:r>
              <a:rPr b="0" i="0" lang="es-ES" sz="2700" u="none" cap="none" strike="noStrike">
                <a:solidFill>
                  <a:srgbClr val="000000"/>
                </a:solidFill>
                <a:latin typeface="Patrick Hand"/>
                <a:ea typeface="Patrick Hand"/>
                <a:cs typeface="Patrick Hand"/>
                <a:sym typeface="Patrick Hand"/>
              </a:rPr>
              <a:t>3</a:t>
            </a:r>
            <a:endParaRPr b="0" i="0" sz="2700" u="none" cap="none" strike="noStrike">
              <a:solidFill>
                <a:srgbClr val="000000"/>
              </a:solidFill>
              <a:latin typeface="Patrick Hand"/>
              <a:ea typeface="Patrick Hand"/>
              <a:cs typeface="Patrick Hand"/>
              <a:sym typeface="Patrick Hand"/>
            </a:endParaRPr>
          </a:p>
        </p:txBody>
      </p:sp>
      <p:cxnSp>
        <p:nvCxnSpPr>
          <p:cNvPr id="210" name="Google Shape;210;g23bee108c85_0_18"/>
          <p:cNvCxnSpPr/>
          <p:nvPr/>
        </p:nvCxnSpPr>
        <p:spPr>
          <a:xfrm>
            <a:off x="1817750" y="3773175"/>
            <a:ext cx="462000" cy="639600"/>
          </a:xfrm>
          <a:prstGeom prst="straightConnector1">
            <a:avLst/>
          </a:prstGeom>
          <a:noFill/>
          <a:ln cap="flat" cmpd="sng" w="28575">
            <a:solidFill>
              <a:srgbClr val="009287"/>
            </a:solidFill>
            <a:prstDash val="solid"/>
            <a:round/>
            <a:headEnd len="sm" w="sm" type="none"/>
            <a:tailEnd len="sm" w="sm" type="none"/>
          </a:ln>
        </p:spPr>
      </p:cxnSp>
      <p:cxnSp>
        <p:nvCxnSpPr>
          <p:cNvPr id="211" name="Google Shape;211;g23bee108c85_0_18"/>
          <p:cNvCxnSpPr/>
          <p:nvPr/>
        </p:nvCxnSpPr>
        <p:spPr>
          <a:xfrm>
            <a:off x="2351150" y="3773175"/>
            <a:ext cx="462000" cy="639600"/>
          </a:xfrm>
          <a:prstGeom prst="straightConnector1">
            <a:avLst/>
          </a:prstGeom>
          <a:noFill/>
          <a:ln cap="flat" cmpd="sng" w="28575">
            <a:solidFill>
              <a:srgbClr val="009287"/>
            </a:solidFill>
            <a:prstDash val="solid"/>
            <a:round/>
            <a:headEnd len="sm" w="sm" type="none"/>
            <a:tailEnd len="sm" w="sm" type="none"/>
          </a:ln>
        </p:spPr>
      </p:cxnSp>
      <p:cxnSp>
        <p:nvCxnSpPr>
          <p:cNvPr id="212" name="Google Shape;212;g23bee108c85_0_18"/>
          <p:cNvCxnSpPr/>
          <p:nvPr/>
        </p:nvCxnSpPr>
        <p:spPr>
          <a:xfrm>
            <a:off x="2198750" y="3239775"/>
            <a:ext cx="462000" cy="639600"/>
          </a:xfrm>
          <a:prstGeom prst="straightConnector1">
            <a:avLst/>
          </a:prstGeom>
          <a:noFill/>
          <a:ln cap="flat" cmpd="sng" w="28575">
            <a:solidFill>
              <a:srgbClr val="009287"/>
            </a:solidFill>
            <a:prstDash val="solid"/>
            <a:round/>
            <a:headEnd len="sm" w="sm" type="none"/>
            <a:tailEnd len="sm" w="sm" type="none"/>
          </a:ln>
        </p:spPr>
      </p:cxnSp>
      <p:cxnSp>
        <p:nvCxnSpPr>
          <p:cNvPr id="213" name="Google Shape;213;g23bee108c85_0_18"/>
          <p:cNvCxnSpPr/>
          <p:nvPr/>
        </p:nvCxnSpPr>
        <p:spPr>
          <a:xfrm>
            <a:off x="2884550" y="3773175"/>
            <a:ext cx="462000" cy="639600"/>
          </a:xfrm>
          <a:prstGeom prst="straightConnector1">
            <a:avLst/>
          </a:prstGeom>
          <a:noFill/>
          <a:ln cap="flat" cmpd="sng" w="28575">
            <a:solidFill>
              <a:srgbClr val="009287"/>
            </a:solidFill>
            <a:prstDash val="solid"/>
            <a:round/>
            <a:headEnd len="sm" w="sm" type="none"/>
            <a:tailEnd len="sm" w="sm" type="none"/>
          </a:ln>
        </p:spPr>
      </p:cxnSp>
      <p:sp>
        <p:nvSpPr>
          <p:cNvPr id="214" name="Google Shape;214;g23bee108c85_0_18"/>
          <p:cNvSpPr/>
          <p:nvPr/>
        </p:nvSpPr>
        <p:spPr>
          <a:xfrm>
            <a:off x="6728500" y="1030475"/>
            <a:ext cx="863700" cy="1002300"/>
          </a:xfrm>
          <a:prstGeom prst="ellipse">
            <a:avLst/>
          </a:prstGeom>
          <a:noFill/>
          <a:ln cap="flat" cmpd="sng" w="2857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215" name="Google Shape;215;g23bee108c85_0_18"/>
          <p:cNvCxnSpPr>
            <a:stCxn id="214" idx="6"/>
          </p:cNvCxnSpPr>
          <p:nvPr/>
        </p:nvCxnSpPr>
        <p:spPr>
          <a:xfrm>
            <a:off x="7592200" y="1531625"/>
            <a:ext cx="705000" cy="14100"/>
          </a:xfrm>
          <a:prstGeom prst="straightConnector1">
            <a:avLst/>
          </a:prstGeom>
          <a:noFill/>
          <a:ln cap="flat" cmpd="sng" w="28575">
            <a:solidFill>
              <a:srgbClr val="009287"/>
            </a:solidFill>
            <a:prstDash val="solid"/>
            <a:round/>
            <a:headEnd len="sm" w="sm" type="none"/>
            <a:tailEnd len="med" w="med" type="triangle"/>
          </a:ln>
        </p:spPr>
      </p:cxnSp>
      <p:sp>
        <p:nvSpPr>
          <p:cNvPr id="216" name="Google Shape;216;g23bee108c85_0_18"/>
          <p:cNvSpPr/>
          <p:nvPr/>
        </p:nvSpPr>
        <p:spPr>
          <a:xfrm>
            <a:off x="9450075" y="2759700"/>
            <a:ext cx="346500" cy="1807200"/>
          </a:xfrm>
          <a:prstGeom prst="ellipse">
            <a:avLst/>
          </a:prstGeom>
          <a:noFill/>
          <a:ln cap="flat" cmpd="sng" w="2857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217" name="Google Shape;217;g23bee108c85_0_18"/>
          <p:cNvCxnSpPr/>
          <p:nvPr/>
        </p:nvCxnSpPr>
        <p:spPr>
          <a:xfrm>
            <a:off x="9802000" y="3589025"/>
            <a:ext cx="705000" cy="14100"/>
          </a:xfrm>
          <a:prstGeom prst="straightConnector1">
            <a:avLst/>
          </a:prstGeom>
          <a:noFill/>
          <a:ln cap="flat" cmpd="sng" w="28575">
            <a:solidFill>
              <a:srgbClr val="009287"/>
            </a:solidFill>
            <a:prstDash val="solid"/>
            <a:round/>
            <a:headEnd len="sm" w="sm" type="none"/>
            <a:tailEnd len="med" w="med" type="triangle"/>
          </a:ln>
        </p:spPr>
      </p:cxnSp>
      <p:cxnSp>
        <p:nvCxnSpPr>
          <p:cNvPr id="218" name="Google Shape;218;g23bee108c85_0_18"/>
          <p:cNvCxnSpPr/>
          <p:nvPr/>
        </p:nvCxnSpPr>
        <p:spPr>
          <a:xfrm>
            <a:off x="6786925" y="5507725"/>
            <a:ext cx="870600" cy="852600"/>
          </a:xfrm>
          <a:prstGeom prst="straightConnector1">
            <a:avLst/>
          </a:prstGeom>
          <a:noFill/>
          <a:ln cap="flat" cmpd="sng" w="38100">
            <a:solidFill>
              <a:srgbClr val="009287"/>
            </a:solidFill>
            <a:prstDash val="solid"/>
            <a:round/>
            <a:headEnd len="sm" w="sm" type="none"/>
            <a:tailEnd len="sm" w="sm" type="none"/>
          </a:ln>
        </p:spPr>
      </p:cxnSp>
      <p:cxnSp>
        <p:nvCxnSpPr>
          <p:cNvPr id="219" name="Google Shape;219;g23bee108c85_0_18"/>
          <p:cNvCxnSpPr/>
          <p:nvPr/>
        </p:nvCxnSpPr>
        <p:spPr>
          <a:xfrm>
            <a:off x="7905632" y="4854451"/>
            <a:ext cx="1300500" cy="1432800"/>
          </a:xfrm>
          <a:prstGeom prst="straightConnector1">
            <a:avLst/>
          </a:prstGeom>
          <a:noFill/>
          <a:ln cap="flat" cmpd="sng" w="38100">
            <a:solidFill>
              <a:srgbClr val="009287"/>
            </a:solidFill>
            <a:prstDash val="solid"/>
            <a:round/>
            <a:headEnd len="sm" w="sm" type="none"/>
            <a:tailEnd len="sm" w="sm" type="none"/>
          </a:ln>
        </p:spPr>
      </p:cxnSp>
      <p:cxnSp>
        <p:nvCxnSpPr>
          <p:cNvPr id="220" name="Google Shape;220;g23bee108c85_0_18"/>
          <p:cNvCxnSpPr/>
          <p:nvPr/>
        </p:nvCxnSpPr>
        <p:spPr>
          <a:xfrm>
            <a:off x="10311911" y="5114565"/>
            <a:ext cx="231000" cy="204900"/>
          </a:xfrm>
          <a:prstGeom prst="straightConnector1">
            <a:avLst/>
          </a:prstGeom>
          <a:noFill/>
          <a:ln cap="flat" cmpd="sng" w="38100">
            <a:solidFill>
              <a:schemeClr val="dk1"/>
            </a:solidFill>
            <a:prstDash val="solid"/>
            <a:round/>
            <a:headEnd len="sm" w="sm" type="none"/>
            <a:tailEnd len="sm" w="sm" type="none"/>
          </a:ln>
        </p:spPr>
      </p:cxnSp>
      <p:cxnSp>
        <p:nvCxnSpPr>
          <p:cNvPr id="221" name="Google Shape;221;g23bee108c85_0_18"/>
          <p:cNvCxnSpPr/>
          <p:nvPr/>
        </p:nvCxnSpPr>
        <p:spPr>
          <a:xfrm>
            <a:off x="10616711" y="5419365"/>
            <a:ext cx="231000" cy="204900"/>
          </a:xfrm>
          <a:prstGeom prst="straightConnector1">
            <a:avLst/>
          </a:prstGeom>
          <a:noFill/>
          <a:ln cap="flat" cmpd="sng" w="38100">
            <a:solidFill>
              <a:schemeClr val="dk1"/>
            </a:solidFill>
            <a:prstDash val="solid"/>
            <a:round/>
            <a:headEnd len="sm" w="sm" type="none"/>
            <a:tailEnd len="sm" w="sm" type="none"/>
          </a:ln>
        </p:spPr>
      </p:cxnSp>
      <p:cxnSp>
        <p:nvCxnSpPr>
          <p:cNvPr id="222" name="Google Shape;222;g23bee108c85_0_18"/>
          <p:cNvCxnSpPr/>
          <p:nvPr/>
        </p:nvCxnSpPr>
        <p:spPr>
          <a:xfrm>
            <a:off x="10311911" y="5419365"/>
            <a:ext cx="231000" cy="204900"/>
          </a:xfrm>
          <a:prstGeom prst="straightConnector1">
            <a:avLst/>
          </a:prstGeom>
          <a:noFill/>
          <a:ln cap="flat" cmpd="sng" w="38100">
            <a:solidFill>
              <a:schemeClr val="dk1"/>
            </a:solidFill>
            <a:prstDash val="solid"/>
            <a:round/>
            <a:headEnd len="sm" w="sm" type="none"/>
            <a:tailEnd len="sm" w="sm" type="none"/>
          </a:ln>
        </p:spPr>
      </p:cxnSp>
      <p:cxnSp>
        <p:nvCxnSpPr>
          <p:cNvPr id="223" name="Google Shape;223;g23bee108c85_0_18"/>
          <p:cNvCxnSpPr/>
          <p:nvPr/>
        </p:nvCxnSpPr>
        <p:spPr>
          <a:xfrm>
            <a:off x="10616711" y="5114565"/>
            <a:ext cx="231000" cy="204900"/>
          </a:xfrm>
          <a:prstGeom prst="straightConnector1">
            <a:avLst/>
          </a:prstGeom>
          <a:noFill/>
          <a:ln cap="flat" cmpd="sng" w="38100">
            <a:solidFill>
              <a:schemeClr val="dk1"/>
            </a:solidFill>
            <a:prstDash val="solid"/>
            <a:round/>
            <a:headEnd len="sm" w="sm" type="none"/>
            <a:tailEnd len="sm" w="sm" type="none"/>
          </a:ln>
        </p:spPr>
      </p:cxnSp>
      <p:cxnSp>
        <p:nvCxnSpPr>
          <p:cNvPr id="224" name="Google Shape;224;g23bee108c85_0_18"/>
          <p:cNvCxnSpPr/>
          <p:nvPr/>
        </p:nvCxnSpPr>
        <p:spPr>
          <a:xfrm>
            <a:off x="10692911" y="5800365"/>
            <a:ext cx="231000" cy="204900"/>
          </a:xfrm>
          <a:prstGeom prst="straightConnector1">
            <a:avLst/>
          </a:prstGeom>
          <a:noFill/>
          <a:ln cap="flat" cmpd="sng" w="38100">
            <a:solidFill>
              <a:schemeClr val="dk1"/>
            </a:solidFill>
            <a:prstDash val="solid"/>
            <a:round/>
            <a:headEnd len="sm" w="sm" type="none"/>
            <a:tailEnd len="sm" w="sm" type="none"/>
          </a:ln>
        </p:spPr>
      </p:cxn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pic>
        <p:nvPicPr>
          <p:cNvPr descr="Forma&#10;&#10;Descripción generada automáticamente con confianza media" id="229" name="Google Shape;229;g23c06af5924_0_0"/>
          <p:cNvPicPr preferRelativeResize="0"/>
          <p:nvPr>
            <p:ph idx="1" type="body"/>
          </p:nvPr>
        </p:nvPicPr>
        <p:blipFill rotWithShape="1">
          <a:blip r:embed="rId3">
            <a:alphaModFix/>
          </a:blip>
          <a:srcRect b="0" l="0" r="0" t="0"/>
          <a:stretch/>
        </p:blipFill>
        <p:spPr>
          <a:xfrm>
            <a:off x="7518" y="-21825"/>
            <a:ext cx="12192000" cy="6858000"/>
          </a:xfrm>
          <a:prstGeom prst="rect">
            <a:avLst/>
          </a:prstGeom>
          <a:noFill/>
          <a:ln>
            <a:noFill/>
          </a:ln>
        </p:spPr>
      </p:pic>
      <p:sp>
        <p:nvSpPr>
          <p:cNvPr id="230" name="Google Shape;230;g23c06af5924_0_0"/>
          <p:cNvSpPr txBox="1"/>
          <p:nvPr/>
        </p:nvSpPr>
        <p:spPr>
          <a:xfrm>
            <a:off x="4087625" y="968675"/>
            <a:ext cx="8100300" cy="1077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900"/>
              <a:buFont typeface="Arial"/>
              <a:buNone/>
            </a:pPr>
            <a:r>
              <a:rPr b="0" i="0" lang="es-ES" sz="2900" u="none" cap="none" strike="noStrike">
                <a:solidFill>
                  <a:schemeClr val="dk1"/>
                </a:solidFill>
                <a:latin typeface="Patrick Hand"/>
                <a:ea typeface="Patrick Hand"/>
                <a:cs typeface="Patrick Hand"/>
                <a:sym typeface="Patrick Hand"/>
              </a:rPr>
              <a:t>Comienzo restando las U. En este caso 0 - 5. No puedo restarlo por lo tanto tendré que desagrupar una decena. </a:t>
            </a:r>
            <a:endParaRPr b="0" i="0" sz="2900" u="none" cap="none" strike="noStrike">
              <a:solidFill>
                <a:schemeClr val="dk1"/>
              </a:solidFill>
              <a:latin typeface="Patrick Hand"/>
              <a:ea typeface="Patrick Hand"/>
              <a:cs typeface="Patrick Hand"/>
              <a:sym typeface="Patrick Hand"/>
            </a:endParaRPr>
          </a:p>
        </p:txBody>
      </p:sp>
      <p:sp>
        <p:nvSpPr>
          <p:cNvPr id="231" name="Google Shape;231;g23c06af5924_0_0"/>
          <p:cNvSpPr txBox="1"/>
          <p:nvPr/>
        </p:nvSpPr>
        <p:spPr>
          <a:xfrm>
            <a:off x="4087625" y="2630475"/>
            <a:ext cx="8005500" cy="1970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900"/>
              <a:buFont typeface="Arial"/>
              <a:buNone/>
            </a:pPr>
            <a:r>
              <a:rPr b="0" i="0" lang="es-ES" sz="2900" u="none" cap="none" strike="noStrike">
                <a:solidFill>
                  <a:schemeClr val="dk1"/>
                </a:solidFill>
                <a:latin typeface="Patrick Hand"/>
                <a:ea typeface="Patrick Hand"/>
                <a:cs typeface="Patrick Hand"/>
                <a:sym typeface="Patrick Hand"/>
              </a:rPr>
              <a:t>Las decenas son 0, por lo tanto tendré que desagrupar primer la centena. Al desagrupar la centena, las decenas se transforman en 10 y las centenas en 3. (desagrupamos una)</a:t>
            </a:r>
            <a:endParaRPr b="0" i="0" sz="2900" u="none" cap="none" strike="noStrike">
              <a:solidFill>
                <a:schemeClr val="dk1"/>
              </a:solidFill>
              <a:latin typeface="Patrick Hand"/>
              <a:ea typeface="Patrick Hand"/>
              <a:cs typeface="Patrick Hand"/>
              <a:sym typeface="Patrick Hand"/>
            </a:endParaRPr>
          </a:p>
        </p:txBody>
      </p:sp>
      <p:sp>
        <p:nvSpPr>
          <p:cNvPr id="232" name="Google Shape;232;g23c06af5924_0_0"/>
          <p:cNvSpPr txBox="1"/>
          <p:nvPr/>
        </p:nvSpPr>
        <p:spPr>
          <a:xfrm>
            <a:off x="4113700" y="5046275"/>
            <a:ext cx="8005500" cy="1077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900"/>
              <a:buFont typeface="Arial"/>
              <a:buNone/>
            </a:pPr>
            <a:r>
              <a:rPr b="0" i="0" lang="es-ES" sz="2900" u="none" cap="none" strike="noStrike">
                <a:solidFill>
                  <a:schemeClr val="dk1"/>
                </a:solidFill>
                <a:latin typeface="Patrick Hand"/>
                <a:ea typeface="Patrick Hand"/>
                <a:cs typeface="Patrick Hand"/>
                <a:sym typeface="Patrick Hand"/>
              </a:rPr>
              <a:t>Luego para poder restar las unidades tendré que desagrupar una decena. Las D quedarán 9 y las U 10. </a:t>
            </a:r>
            <a:endParaRPr b="0" i="0" sz="2900" u="none" cap="none" strike="noStrike">
              <a:solidFill>
                <a:schemeClr val="dk1"/>
              </a:solidFill>
              <a:latin typeface="Patrick Hand"/>
              <a:ea typeface="Patrick Hand"/>
              <a:cs typeface="Patrick Hand"/>
              <a:sym typeface="Patrick Hand"/>
            </a:endParaRPr>
          </a:p>
        </p:txBody>
      </p:sp>
      <p:sp>
        <p:nvSpPr>
          <p:cNvPr id="233" name="Google Shape;233;g23c06af5924_0_0"/>
          <p:cNvSpPr/>
          <p:nvPr/>
        </p:nvSpPr>
        <p:spPr>
          <a:xfrm>
            <a:off x="3478025" y="1196325"/>
            <a:ext cx="613800" cy="532800"/>
          </a:xfrm>
          <a:prstGeom prst="ellipse">
            <a:avLst/>
          </a:prstGeom>
          <a:solidFill>
            <a:srgbClr val="00928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s-ES" sz="3000" u="none" cap="none" strike="noStrike">
                <a:solidFill>
                  <a:srgbClr val="000000"/>
                </a:solidFill>
                <a:latin typeface="Patrick Hand"/>
                <a:ea typeface="Patrick Hand"/>
                <a:cs typeface="Patrick Hand"/>
                <a:sym typeface="Patrick Hand"/>
              </a:rPr>
              <a:t>1</a:t>
            </a:r>
            <a:endParaRPr b="0" i="0" sz="3000" u="none" cap="none" strike="noStrike">
              <a:solidFill>
                <a:srgbClr val="000000"/>
              </a:solidFill>
              <a:latin typeface="Patrick Hand"/>
              <a:ea typeface="Patrick Hand"/>
              <a:cs typeface="Patrick Hand"/>
              <a:sym typeface="Patrick Hand"/>
            </a:endParaRPr>
          </a:p>
        </p:txBody>
      </p:sp>
      <p:sp>
        <p:nvSpPr>
          <p:cNvPr id="234" name="Google Shape;234;g23c06af5924_0_0"/>
          <p:cNvSpPr/>
          <p:nvPr/>
        </p:nvSpPr>
        <p:spPr>
          <a:xfrm>
            <a:off x="3478025" y="2909725"/>
            <a:ext cx="613800" cy="532800"/>
          </a:xfrm>
          <a:prstGeom prst="ellipse">
            <a:avLst/>
          </a:prstGeom>
          <a:solidFill>
            <a:srgbClr val="00928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s-ES" sz="3000" u="none" cap="none" strike="noStrike">
                <a:solidFill>
                  <a:srgbClr val="000000"/>
                </a:solidFill>
                <a:latin typeface="Patrick Hand"/>
                <a:ea typeface="Patrick Hand"/>
                <a:cs typeface="Patrick Hand"/>
                <a:sym typeface="Patrick Hand"/>
              </a:rPr>
              <a:t>2</a:t>
            </a:r>
            <a:endParaRPr b="0" i="0" sz="3000" u="none" cap="none" strike="noStrike">
              <a:solidFill>
                <a:srgbClr val="000000"/>
              </a:solidFill>
              <a:latin typeface="Patrick Hand"/>
              <a:ea typeface="Patrick Hand"/>
              <a:cs typeface="Patrick Hand"/>
              <a:sym typeface="Patrick Hand"/>
            </a:endParaRPr>
          </a:p>
        </p:txBody>
      </p:sp>
      <p:sp>
        <p:nvSpPr>
          <p:cNvPr id="235" name="Google Shape;235;g23c06af5924_0_0"/>
          <p:cNvSpPr/>
          <p:nvPr/>
        </p:nvSpPr>
        <p:spPr>
          <a:xfrm>
            <a:off x="3478025" y="5366063"/>
            <a:ext cx="613800" cy="532800"/>
          </a:xfrm>
          <a:prstGeom prst="ellipse">
            <a:avLst/>
          </a:prstGeom>
          <a:solidFill>
            <a:srgbClr val="00928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s-ES" sz="3000" u="none" cap="none" strike="noStrike">
                <a:solidFill>
                  <a:srgbClr val="000000"/>
                </a:solidFill>
                <a:latin typeface="Patrick Hand"/>
                <a:ea typeface="Patrick Hand"/>
                <a:cs typeface="Patrick Hand"/>
                <a:sym typeface="Patrick Hand"/>
              </a:rPr>
              <a:t>3</a:t>
            </a:r>
            <a:endParaRPr b="0" i="0" sz="3000" u="none" cap="none" strike="noStrike">
              <a:solidFill>
                <a:srgbClr val="000000"/>
              </a:solidFill>
              <a:latin typeface="Patrick Hand"/>
              <a:ea typeface="Patrick Hand"/>
              <a:cs typeface="Patrick Hand"/>
              <a:sym typeface="Patrick Hand"/>
            </a:endParaRPr>
          </a:p>
        </p:txBody>
      </p:sp>
      <p:sp>
        <p:nvSpPr>
          <p:cNvPr id="236" name="Google Shape;236;g23c06af5924_0_0"/>
          <p:cNvSpPr txBox="1"/>
          <p:nvPr/>
        </p:nvSpPr>
        <p:spPr>
          <a:xfrm>
            <a:off x="394250" y="1906025"/>
            <a:ext cx="2250600" cy="3263100"/>
          </a:xfrm>
          <a:prstGeom prst="rect">
            <a:avLst/>
          </a:prstGeom>
          <a:noFill/>
          <a:ln cap="flat" cmpd="sng" w="9525">
            <a:solidFill>
              <a:srgbClr val="009287"/>
            </a:solidFill>
            <a:prstDash val="solid"/>
            <a:round/>
            <a:headEnd len="sm" w="sm" type="none"/>
            <a:tailEnd len="sm" w="sm" type="none"/>
          </a:ln>
        </p:spPr>
        <p:txBody>
          <a:bodyPr anchorCtr="0" anchor="t" bIns="91425" lIns="91425" spcFirstLastPara="1" rIns="91425" wrap="square" tIns="91425">
            <a:spAutoFit/>
          </a:bodyPr>
          <a:lstStyle/>
          <a:p>
            <a:pPr indent="457200" lvl="0" marL="0" marR="0" rtl="0" algn="l">
              <a:lnSpc>
                <a:spcPct val="100000"/>
              </a:lnSpc>
              <a:spcBef>
                <a:spcPts val="0"/>
              </a:spcBef>
              <a:spcAft>
                <a:spcPts val="0"/>
              </a:spcAft>
              <a:buClr>
                <a:srgbClr val="000000"/>
              </a:buClr>
              <a:buSzPts val="4000"/>
              <a:buFont typeface="Arial"/>
              <a:buNone/>
            </a:pPr>
            <a:r>
              <a:t/>
            </a:r>
            <a:endParaRPr b="0" i="0" sz="4000" u="none" cap="none" strike="noStrike">
              <a:solidFill>
                <a:schemeClr val="dk1"/>
              </a:solidFill>
              <a:latin typeface="Patrick Hand"/>
              <a:ea typeface="Patrick Hand"/>
              <a:cs typeface="Patrick Hand"/>
              <a:sym typeface="Patrick Hand"/>
            </a:endParaRPr>
          </a:p>
          <a:p>
            <a:pPr indent="457200" lvl="0" marL="0" marR="0" rtl="0" algn="l">
              <a:lnSpc>
                <a:spcPct val="100000"/>
              </a:lnSpc>
              <a:spcBef>
                <a:spcPts val="0"/>
              </a:spcBef>
              <a:spcAft>
                <a:spcPts val="0"/>
              </a:spcAft>
              <a:buClr>
                <a:srgbClr val="000000"/>
              </a:buClr>
              <a:buSzPts val="4000"/>
              <a:buFont typeface="Arial"/>
              <a:buNone/>
            </a:pPr>
            <a:r>
              <a:t/>
            </a:r>
            <a:endParaRPr b="0" i="0" sz="4000" u="none" cap="none" strike="noStrike">
              <a:solidFill>
                <a:schemeClr val="dk1"/>
              </a:solidFill>
              <a:latin typeface="Patrick Hand"/>
              <a:ea typeface="Patrick Hand"/>
              <a:cs typeface="Patrick Hand"/>
              <a:sym typeface="Patrick Hand"/>
            </a:endParaRPr>
          </a:p>
          <a:p>
            <a:pPr indent="457200" lvl="0" marL="0" marR="0" rtl="0" algn="l">
              <a:lnSpc>
                <a:spcPct val="100000"/>
              </a:lnSpc>
              <a:spcBef>
                <a:spcPts val="0"/>
              </a:spcBef>
              <a:spcAft>
                <a:spcPts val="0"/>
              </a:spcAft>
              <a:buClr>
                <a:srgbClr val="000000"/>
              </a:buClr>
              <a:buSzPts val="4000"/>
              <a:buFont typeface="Arial"/>
              <a:buNone/>
            </a:pPr>
            <a:r>
              <a:rPr b="0" i="0" lang="es-ES" sz="4000" u="none" cap="none" strike="noStrike">
                <a:solidFill>
                  <a:schemeClr val="dk1"/>
                </a:solidFill>
                <a:latin typeface="Patrick Hand"/>
                <a:ea typeface="Patrick Hand"/>
                <a:cs typeface="Patrick Hand"/>
                <a:sym typeface="Patrick Hand"/>
              </a:rPr>
              <a:t>4   0  0</a:t>
            </a:r>
            <a:endParaRPr b="0" i="0" sz="40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4000"/>
              <a:buFont typeface="Arial"/>
              <a:buNone/>
            </a:pPr>
            <a:r>
              <a:rPr b="0" i="0" lang="es-ES" sz="4000" u="none" cap="none" strike="noStrike">
                <a:solidFill>
                  <a:schemeClr val="dk1"/>
                </a:solidFill>
                <a:latin typeface="Patrick Hand"/>
                <a:ea typeface="Patrick Hand"/>
                <a:cs typeface="Patrick Hand"/>
                <a:sym typeface="Patrick Hand"/>
              </a:rPr>
              <a:t>-   1  7  5</a:t>
            </a:r>
            <a:endParaRPr b="0" i="0" sz="40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4000"/>
              <a:buFont typeface="Arial"/>
              <a:buNone/>
            </a:pPr>
            <a:r>
              <a:t/>
            </a:r>
            <a:endParaRPr b="0" i="0" sz="4000" u="none" cap="none" strike="noStrike">
              <a:solidFill>
                <a:schemeClr val="dk1"/>
              </a:solidFill>
              <a:latin typeface="Patrick Hand"/>
              <a:ea typeface="Patrick Hand"/>
              <a:cs typeface="Patrick Hand"/>
              <a:sym typeface="Patrick Hand"/>
            </a:endParaRPr>
          </a:p>
        </p:txBody>
      </p:sp>
      <p:cxnSp>
        <p:nvCxnSpPr>
          <p:cNvPr id="237" name="Google Shape;237;g23c06af5924_0_0"/>
          <p:cNvCxnSpPr/>
          <p:nvPr/>
        </p:nvCxnSpPr>
        <p:spPr>
          <a:xfrm flipH="1">
            <a:off x="973025" y="4470063"/>
            <a:ext cx="1456800" cy="17700"/>
          </a:xfrm>
          <a:prstGeom prst="straightConnector1">
            <a:avLst/>
          </a:prstGeom>
          <a:noFill/>
          <a:ln cap="flat" cmpd="sng" w="9525">
            <a:solidFill>
              <a:srgbClr val="009287"/>
            </a:solidFill>
            <a:prstDash val="solid"/>
            <a:round/>
            <a:headEnd len="sm" w="sm" type="none"/>
            <a:tailEnd len="sm" w="sm" type="none"/>
          </a:ln>
        </p:spPr>
      </p:cxnSp>
      <p:sp>
        <p:nvSpPr>
          <p:cNvPr id="238" name="Google Shape;238;g23c06af5924_0_0"/>
          <p:cNvSpPr txBox="1"/>
          <p:nvPr/>
        </p:nvSpPr>
        <p:spPr>
          <a:xfrm>
            <a:off x="761600" y="1258863"/>
            <a:ext cx="3000000" cy="785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000"/>
              <a:buFont typeface="Arial"/>
              <a:buNone/>
            </a:pPr>
            <a:r>
              <a:rPr b="0" i="0" lang="es-ES" sz="3900" u="none" cap="none" strike="noStrike">
                <a:solidFill>
                  <a:schemeClr val="dk1"/>
                </a:solidFill>
                <a:latin typeface="Patrick Hand"/>
                <a:ea typeface="Patrick Hand"/>
                <a:cs typeface="Patrick Hand"/>
                <a:sym typeface="Patrick Hand"/>
              </a:rPr>
              <a:t>C  D   U</a:t>
            </a:r>
            <a:endParaRPr b="0" i="0" sz="1300" u="none" cap="none" strike="noStrike">
              <a:solidFill>
                <a:srgbClr val="000000"/>
              </a:solidFill>
              <a:latin typeface="Arial"/>
              <a:ea typeface="Arial"/>
              <a:cs typeface="Arial"/>
              <a:sym typeface="Arial"/>
            </a:endParaRPr>
          </a:p>
        </p:txBody>
      </p:sp>
      <p:sp>
        <p:nvSpPr>
          <p:cNvPr id="239" name="Google Shape;239;g23c06af5924_0_0"/>
          <p:cNvSpPr/>
          <p:nvPr/>
        </p:nvSpPr>
        <p:spPr>
          <a:xfrm>
            <a:off x="1881300" y="2804800"/>
            <a:ext cx="469800" cy="462000"/>
          </a:xfrm>
          <a:prstGeom prst="rect">
            <a:avLst/>
          </a:prstGeom>
          <a:solidFill>
            <a:schemeClr val="lt2"/>
          </a:solid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700"/>
              <a:buFont typeface="Arial"/>
              <a:buNone/>
            </a:pPr>
            <a:r>
              <a:rPr b="0" i="0" lang="es-ES" sz="2700" u="none" cap="none" strike="noStrike">
                <a:solidFill>
                  <a:srgbClr val="000000"/>
                </a:solidFill>
                <a:latin typeface="Patrick Hand"/>
                <a:ea typeface="Patrick Hand"/>
                <a:cs typeface="Patrick Hand"/>
                <a:sym typeface="Patrick Hand"/>
              </a:rPr>
              <a:t>10</a:t>
            </a:r>
            <a:endParaRPr b="0" i="0" sz="2700" u="none" cap="none" strike="noStrike">
              <a:solidFill>
                <a:srgbClr val="000000"/>
              </a:solidFill>
              <a:latin typeface="Patrick Hand"/>
              <a:ea typeface="Patrick Hand"/>
              <a:cs typeface="Patrick Hand"/>
              <a:sym typeface="Patrick Hand"/>
            </a:endParaRPr>
          </a:p>
        </p:txBody>
      </p:sp>
      <p:sp>
        <p:nvSpPr>
          <p:cNvPr id="240" name="Google Shape;240;g23c06af5924_0_0"/>
          <p:cNvSpPr/>
          <p:nvPr/>
        </p:nvSpPr>
        <p:spPr>
          <a:xfrm>
            <a:off x="1284650" y="2804800"/>
            <a:ext cx="469800" cy="462000"/>
          </a:xfrm>
          <a:prstGeom prst="rect">
            <a:avLst/>
          </a:prstGeom>
          <a:solidFill>
            <a:schemeClr val="lt2"/>
          </a:solid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700"/>
              <a:buFont typeface="Arial"/>
              <a:buNone/>
            </a:pPr>
            <a:r>
              <a:rPr b="0" i="0" lang="es-ES" sz="2700" u="none" cap="none" strike="noStrike">
                <a:solidFill>
                  <a:srgbClr val="000000"/>
                </a:solidFill>
                <a:latin typeface="Patrick Hand"/>
                <a:ea typeface="Patrick Hand"/>
                <a:cs typeface="Patrick Hand"/>
                <a:sym typeface="Patrick Hand"/>
              </a:rPr>
              <a:t>10</a:t>
            </a:r>
            <a:endParaRPr b="0" i="0" sz="2700" u="none" cap="none" strike="noStrike">
              <a:solidFill>
                <a:srgbClr val="000000"/>
              </a:solidFill>
              <a:latin typeface="Patrick Hand"/>
              <a:ea typeface="Patrick Hand"/>
              <a:cs typeface="Patrick Hand"/>
              <a:sym typeface="Patrick Hand"/>
            </a:endParaRPr>
          </a:p>
        </p:txBody>
      </p:sp>
      <p:sp>
        <p:nvSpPr>
          <p:cNvPr id="241" name="Google Shape;241;g23c06af5924_0_0"/>
          <p:cNvSpPr/>
          <p:nvPr/>
        </p:nvSpPr>
        <p:spPr>
          <a:xfrm>
            <a:off x="1284650" y="2193388"/>
            <a:ext cx="469800" cy="462000"/>
          </a:xfrm>
          <a:prstGeom prst="rect">
            <a:avLst/>
          </a:prstGeom>
          <a:solidFill>
            <a:schemeClr val="lt2"/>
          </a:solid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700"/>
              <a:buFont typeface="Arial"/>
              <a:buNone/>
            </a:pPr>
            <a:r>
              <a:rPr b="0" i="0" lang="es-ES" sz="2700" u="none" cap="none" strike="noStrike">
                <a:solidFill>
                  <a:srgbClr val="000000"/>
                </a:solidFill>
                <a:latin typeface="Patrick Hand"/>
                <a:ea typeface="Patrick Hand"/>
                <a:cs typeface="Patrick Hand"/>
                <a:sym typeface="Patrick Hand"/>
              </a:rPr>
              <a:t>9</a:t>
            </a:r>
            <a:endParaRPr b="0" i="0" sz="2700" u="none" cap="none" strike="noStrike">
              <a:solidFill>
                <a:srgbClr val="000000"/>
              </a:solidFill>
              <a:latin typeface="Patrick Hand"/>
              <a:ea typeface="Patrick Hand"/>
              <a:cs typeface="Patrick Hand"/>
              <a:sym typeface="Patrick Hand"/>
            </a:endParaRPr>
          </a:p>
        </p:txBody>
      </p:sp>
      <p:sp>
        <p:nvSpPr>
          <p:cNvPr id="242" name="Google Shape;242;g23c06af5924_0_0"/>
          <p:cNvSpPr/>
          <p:nvPr/>
        </p:nvSpPr>
        <p:spPr>
          <a:xfrm>
            <a:off x="751250" y="2802988"/>
            <a:ext cx="469800" cy="462000"/>
          </a:xfrm>
          <a:prstGeom prst="rect">
            <a:avLst/>
          </a:prstGeom>
          <a:solidFill>
            <a:schemeClr val="lt2"/>
          </a:solid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700"/>
              <a:buFont typeface="Arial"/>
              <a:buNone/>
            </a:pPr>
            <a:r>
              <a:rPr b="0" i="0" lang="es-ES" sz="2700" u="none" cap="none" strike="noStrike">
                <a:solidFill>
                  <a:srgbClr val="000000"/>
                </a:solidFill>
                <a:latin typeface="Patrick Hand"/>
                <a:ea typeface="Patrick Hand"/>
                <a:cs typeface="Patrick Hand"/>
                <a:sym typeface="Patrick Hand"/>
              </a:rPr>
              <a:t>3</a:t>
            </a:r>
            <a:endParaRPr b="0" i="0" sz="2700" u="none" cap="none" strike="noStrike">
              <a:solidFill>
                <a:srgbClr val="000000"/>
              </a:solidFill>
              <a:latin typeface="Patrick Hand"/>
              <a:ea typeface="Patrick Hand"/>
              <a:cs typeface="Patrick Hand"/>
              <a:sym typeface="Patrick Hand"/>
            </a:endParaRPr>
          </a:p>
        </p:txBody>
      </p:sp>
      <p:cxnSp>
        <p:nvCxnSpPr>
          <p:cNvPr id="243" name="Google Shape;243;g23c06af5924_0_0"/>
          <p:cNvCxnSpPr/>
          <p:nvPr/>
        </p:nvCxnSpPr>
        <p:spPr>
          <a:xfrm>
            <a:off x="827150" y="3239775"/>
            <a:ext cx="462000" cy="639600"/>
          </a:xfrm>
          <a:prstGeom prst="straightConnector1">
            <a:avLst/>
          </a:prstGeom>
          <a:noFill/>
          <a:ln cap="flat" cmpd="sng" w="28575">
            <a:solidFill>
              <a:srgbClr val="009287"/>
            </a:solidFill>
            <a:prstDash val="solid"/>
            <a:round/>
            <a:headEnd len="sm" w="sm" type="none"/>
            <a:tailEnd len="sm" w="sm" type="none"/>
          </a:ln>
        </p:spPr>
      </p:cxnSp>
      <p:cxnSp>
        <p:nvCxnSpPr>
          <p:cNvPr id="244" name="Google Shape;244;g23c06af5924_0_0"/>
          <p:cNvCxnSpPr/>
          <p:nvPr/>
        </p:nvCxnSpPr>
        <p:spPr>
          <a:xfrm>
            <a:off x="1360550" y="3239775"/>
            <a:ext cx="462000" cy="639600"/>
          </a:xfrm>
          <a:prstGeom prst="straightConnector1">
            <a:avLst/>
          </a:prstGeom>
          <a:noFill/>
          <a:ln cap="flat" cmpd="sng" w="28575">
            <a:solidFill>
              <a:srgbClr val="009287"/>
            </a:solidFill>
            <a:prstDash val="solid"/>
            <a:round/>
            <a:headEnd len="sm" w="sm" type="none"/>
            <a:tailEnd len="sm" w="sm" type="none"/>
          </a:ln>
        </p:spPr>
      </p:cxnSp>
      <p:cxnSp>
        <p:nvCxnSpPr>
          <p:cNvPr id="245" name="Google Shape;245;g23c06af5924_0_0"/>
          <p:cNvCxnSpPr/>
          <p:nvPr/>
        </p:nvCxnSpPr>
        <p:spPr>
          <a:xfrm>
            <a:off x="1208150" y="2706375"/>
            <a:ext cx="462000" cy="639600"/>
          </a:xfrm>
          <a:prstGeom prst="straightConnector1">
            <a:avLst/>
          </a:prstGeom>
          <a:noFill/>
          <a:ln cap="flat" cmpd="sng" w="28575">
            <a:solidFill>
              <a:srgbClr val="009287"/>
            </a:solidFill>
            <a:prstDash val="solid"/>
            <a:round/>
            <a:headEnd len="sm" w="sm" type="none"/>
            <a:tailEnd len="sm" w="sm" type="none"/>
          </a:ln>
        </p:spPr>
      </p:cxnSp>
      <p:cxnSp>
        <p:nvCxnSpPr>
          <p:cNvPr id="246" name="Google Shape;246;g23c06af5924_0_0"/>
          <p:cNvCxnSpPr/>
          <p:nvPr/>
        </p:nvCxnSpPr>
        <p:spPr>
          <a:xfrm>
            <a:off x="1893950" y="3239775"/>
            <a:ext cx="462000" cy="639600"/>
          </a:xfrm>
          <a:prstGeom prst="straightConnector1">
            <a:avLst/>
          </a:prstGeom>
          <a:noFill/>
          <a:ln cap="flat" cmpd="sng" w="28575">
            <a:solidFill>
              <a:srgbClr val="009287"/>
            </a:solidFill>
            <a:prstDash val="solid"/>
            <a:round/>
            <a:headEnd len="sm" w="sm" type="none"/>
            <a:tailEnd len="sm" w="sm" type="none"/>
          </a:ln>
        </p:spPr>
      </p:cxnSp>
      <p:sp>
        <p:nvSpPr>
          <p:cNvPr id="247" name="Google Shape;247;g23c06af5924_0_0"/>
          <p:cNvSpPr txBox="1"/>
          <p:nvPr/>
        </p:nvSpPr>
        <p:spPr>
          <a:xfrm>
            <a:off x="91550" y="309050"/>
            <a:ext cx="3000000" cy="8004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4000"/>
              <a:buFont typeface="Arial"/>
              <a:buNone/>
            </a:pPr>
            <a:r>
              <a:rPr b="1" i="0" lang="es-ES" sz="4000" u="sng" cap="none" strike="noStrike">
                <a:solidFill>
                  <a:schemeClr val="dk1"/>
                </a:solidFill>
                <a:latin typeface="Patrick Hand"/>
                <a:ea typeface="Patrick Hand"/>
                <a:cs typeface="Patrick Hand"/>
                <a:sym typeface="Patrick Hand"/>
              </a:rPr>
              <a:t>Pasos</a:t>
            </a:r>
            <a:endParaRPr b="1" i="0" sz="1400" u="sng"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pic>
        <p:nvPicPr>
          <p:cNvPr descr="Forma&#10;&#10;Descripción generada automáticamente con confianza media" id="252" name="Google Shape;252;g23c06af5924_0_29"/>
          <p:cNvPicPr preferRelativeResize="0"/>
          <p:nvPr>
            <p:ph idx="1" type="body"/>
          </p:nvPr>
        </p:nvPicPr>
        <p:blipFill rotWithShape="1">
          <a:blip r:embed="rId3">
            <a:alphaModFix/>
          </a:blip>
          <a:srcRect b="0" l="0" r="0" t="0"/>
          <a:stretch/>
        </p:blipFill>
        <p:spPr>
          <a:xfrm>
            <a:off x="7518" y="-21825"/>
            <a:ext cx="12192000" cy="6858000"/>
          </a:xfrm>
          <a:prstGeom prst="rect">
            <a:avLst/>
          </a:prstGeom>
          <a:noFill/>
          <a:ln>
            <a:noFill/>
          </a:ln>
        </p:spPr>
      </p:pic>
      <p:sp>
        <p:nvSpPr>
          <p:cNvPr id="253" name="Google Shape;253;g23c06af5924_0_29"/>
          <p:cNvSpPr txBox="1"/>
          <p:nvPr/>
        </p:nvSpPr>
        <p:spPr>
          <a:xfrm>
            <a:off x="4202050" y="1109450"/>
            <a:ext cx="7917000" cy="1077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900"/>
              <a:buFont typeface="Arial"/>
              <a:buNone/>
            </a:pPr>
            <a:r>
              <a:rPr b="0" i="0" lang="es-ES" sz="2900" u="none" cap="none" strike="noStrike">
                <a:solidFill>
                  <a:schemeClr val="dk1"/>
                </a:solidFill>
                <a:latin typeface="Patrick Hand"/>
                <a:ea typeface="Patrick Hand"/>
                <a:cs typeface="Patrick Hand"/>
                <a:sym typeface="Patrick Hand"/>
              </a:rPr>
              <a:t>Resto las unidades 10- 5 = 5. Escribo el 5 bajo las unidades. </a:t>
            </a:r>
            <a:endParaRPr b="0" i="0" sz="2900" u="none" cap="none" strike="noStrike">
              <a:solidFill>
                <a:schemeClr val="dk1"/>
              </a:solidFill>
              <a:latin typeface="Patrick Hand"/>
              <a:ea typeface="Patrick Hand"/>
              <a:cs typeface="Patrick Hand"/>
              <a:sym typeface="Patrick Hand"/>
            </a:endParaRPr>
          </a:p>
        </p:txBody>
      </p:sp>
      <p:sp>
        <p:nvSpPr>
          <p:cNvPr id="254" name="Google Shape;254;g23c06af5924_0_29"/>
          <p:cNvSpPr/>
          <p:nvPr/>
        </p:nvSpPr>
        <p:spPr>
          <a:xfrm>
            <a:off x="3478025" y="1109450"/>
            <a:ext cx="613800" cy="532800"/>
          </a:xfrm>
          <a:prstGeom prst="ellipse">
            <a:avLst/>
          </a:prstGeom>
          <a:solidFill>
            <a:srgbClr val="00928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s-ES" sz="3000" u="none" cap="none" strike="noStrike">
                <a:solidFill>
                  <a:srgbClr val="000000"/>
                </a:solidFill>
                <a:latin typeface="Patrick Hand"/>
                <a:ea typeface="Patrick Hand"/>
                <a:cs typeface="Patrick Hand"/>
                <a:sym typeface="Patrick Hand"/>
              </a:rPr>
              <a:t>4</a:t>
            </a:r>
            <a:endParaRPr b="0" i="0" sz="3000" u="none" cap="none" strike="noStrike">
              <a:solidFill>
                <a:srgbClr val="000000"/>
              </a:solidFill>
              <a:latin typeface="Patrick Hand"/>
              <a:ea typeface="Patrick Hand"/>
              <a:cs typeface="Patrick Hand"/>
              <a:sym typeface="Patrick Hand"/>
            </a:endParaRPr>
          </a:p>
        </p:txBody>
      </p:sp>
      <p:sp>
        <p:nvSpPr>
          <p:cNvPr id="255" name="Google Shape;255;g23c06af5924_0_29"/>
          <p:cNvSpPr txBox="1"/>
          <p:nvPr/>
        </p:nvSpPr>
        <p:spPr>
          <a:xfrm>
            <a:off x="4210425" y="3228701"/>
            <a:ext cx="7788900" cy="631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900"/>
              <a:buFont typeface="Arial"/>
              <a:buNone/>
            </a:pPr>
            <a:r>
              <a:rPr b="0" i="0" lang="es-ES" sz="2900" u="none" cap="none" strike="noStrike">
                <a:solidFill>
                  <a:schemeClr val="dk1"/>
                </a:solidFill>
                <a:latin typeface="Patrick Hand"/>
                <a:ea typeface="Patrick Hand"/>
                <a:cs typeface="Patrick Hand"/>
                <a:sym typeface="Patrick Hand"/>
              </a:rPr>
              <a:t>Resto las decenas 9-7 = 2. Escribo 2 bajo las decenas.</a:t>
            </a:r>
            <a:endParaRPr b="0" i="0" sz="2900" u="none" cap="none" strike="noStrike">
              <a:solidFill>
                <a:schemeClr val="dk1"/>
              </a:solidFill>
              <a:latin typeface="Patrick Hand"/>
              <a:ea typeface="Patrick Hand"/>
              <a:cs typeface="Patrick Hand"/>
              <a:sym typeface="Patrick Hand"/>
            </a:endParaRPr>
          </a:p>
        </p:txBody>
      </p:sp>
      <p:sp>
        <p:nvSpPr>
          <p:cNvPr id="256" name="Google Shape;256;g23c06af5924_0_29"/>
          <p:cNvSpPr txBox="1"/>
          <p:nvPr/>
        </p:nvSpPr>
        <p:spPr>
          <a:xfrm>
            <a:off x="4189900" y="5293963"/>
            <a:ext cx="7788900" cy="631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900"/>
              <a:buFont typeface="Arial"/>
              <a:buNone/>
            </a:pPr>
            <a:r>
              <a:rPr b="0" i="0" lang="es-ES" sz="2900" u="none" cap="none" strike="noStrike">
                <a:solidFill>
                  <a:schemeClr val="dk1"/>
                </a:solidFill>
                <a:latin typeface="Patrick Hand"/>
                <a:ea typeface="Patrick Hand"/>
                <a:cs typeface="Patrick Hand"/>
                <a:sym typeface="Patrick Hand"/>
              </a:rPr>
              <a:t>Resto las centenas 3-1 = 2. Escribo 2 bajo las centenas.</a:t>
            </a:r>
            <a:endParaRPr b="0" i="0" sz="2900" u="none" cap="none" strike="noStrike">
              <a:solidFill>
                <a:schemeClr val="dk1"/>
              </a:solidFill>
              <a:latin typeface="Patrick Hand"/>
              <a:ea typeface="Patrick Hand"/>
              <a:cs typeface="Patrick Hand"/>
              <a:sym typeface="Patrick Hand"/>
            </a:endParaRPr>
          </a:p>
        </p:txBody>
      </p:sp>
      <p:sp>
        <p:nvSpPr>
          <p:cNvPr id="257" name="Google Shape;257;g23c06af5924_0_29"/>
          <p:cNvSpPr/>
          <p:nvPr/>
        </p:nvSpPr>
        <p:spPr>
          <a:xfrm>
            <a:off x="3478025" y="3361213"/>
            <a:ext cx="613800" cy="532800"/>
          </a:xfrm>
          <a:prstGeom prst="ellipse">
            <a:avLst/>
          </a:prstGeom>
          <a:solidFill>
            <a:srgbClr val="00928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000"/>
              <a:buFont typeface="Arial"/>
              <a:buNone/>
            </a:pPr>
            <a:r>
              <a:rPr b="0" i="0" lang="es-ES" sz="3000" u="none" cap="none" strike="noStrike">
                <a:solidFill>
                  <a:srgbClr val="000000"/>
                </a:solidFill>
                <a:latin typeface="Patrick Hand"/>
                <a:ea typeface="Patrick Hand"/>
                <a:cs typeface="Patrick Hand"/>
                <a:sym typeface="Patrick Hand"/>
              </a:rPr>
              <a:t>5</a:t>
            </a:r>
            <a:endParaRPr b="0" i="0" sz="3000" u="none" cap="none" strike="noStrike">
              <a:solidFill>
                <a:srgbClr val="000000"/>
              </a:solidFill>
              <a:latin typeface="Patrick Hand"/>
              <a:ea typeface="Patrick Hand"/>
              <a:cs typeface="Patrick Hand"/>
              <a:sym typeface="Patrick Hand"/>
            </a:endParaRPr>
          </a:p>
        </p:txBody>
      </p:sp>
      <p:sp>
        <p:nvSpPr>
          <p:cNvPr id="258" name="Google Shape;258;g23c06af5924_0_29"/>
          <p:cNvSpPr/>
          <p:nvPr/>
        </p:nvSpPr>
        <p:spPr>
          <a:xfrm>
            <a:off x="3478025" y="5308200"/>
            <a:ext cx="613800" cy="532800"/>
          </a:xfrm>
          <a:prstGeom prst="ellipse">
            <a:avLst/>
          </a:prstGeom>
          <a:solidFill>
            <a:srgbClr val="00928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s-ES" sz="3000" u="none" cap="none" strike="noStrike">
                <a:solidFill>
                  <a:srgbClr val="000000"/>
                </a:solidFill>
                <a:latin typeface="Patrick Hand"/>
                <a:ea typeface="Patrick Hand"/>
                <a:cs typeface="Patrick Hand"/>
                <a:sym typeface="Patrick Hand"/>
              </a:rPr>
              <a:t>6</a:t>
            </a:r>
            <a:endParaRPr b="0" i="0" sz="3000" u="none" cap="none" strike="noStrike">
              <a:solidFill>
                <a:srgbClr val="000000"/>
              </a:solidFill>
              <a:latin typeface="Patrick Hand"/>
              <a:ea typeface="Patrick Hand"/>
              <a:cs typeface="Patrick Hand"/>
              <a:sym typeface="Patrick Hand"/>
            </a:endParaRPr>
          </a:p>
        </p:txBody>
      </p:sp>
      <p:sp>
        <p:nvSpPr>
          <p:cNvPr id="259" name="Google Shape;259;g23c06af5924_0_29"/>
          <p:cNvSpPr txBox="1"/>
          <p:nvPr/>
        </p:nvSpPr>
        <p:spPr>
          <a:xfrm>
            <a:off x="394250" y="1906025"/>
            <a:ext cx="2250600" cy="3263100"/>
          </a:xfrm>
          <a:prstGeom prst="rect">
            <a:avLst/>
          </a:prstGeom>
          <a:noFill/>
          <a:ln cap="flat" cmpd="sng" w="9525">
            <a:solidFill>
              <a:srgbClr val="009287"/>
            </a:solidFill>
            <a:prstDash val="solid"/>
            <a:round/>
            <a:headEnd len="sm" w="sm" type="none"/>
            <a:tailEnd len="sm" w="sm" type="none"/>
          </a:ln>
        </p:spPr>
        <p:txBody>
          <a:bodyPr anchorCtr="0" anchor="t" bIns="91425" lIns="91425" spcFirstLastPara="1" rIns="91425" wrap="square" tIns="91425">
            <a:spAutoFit/>
          </a:bodyPr>
          <a:lstStyle/>
          <a:p>
            <a:pPr indent="457200" lvl="0" marL="0" marR="0" rtl="0" algn="l">
              <a:lnSpc>
                <a:spcPct val="100000"/>
              </a:lnSpc>
              <a:spcBef>
                <a:spcPts val="0"/>
              </a:spcBef>
              <a:spcAft>
                <a:spcPts val="0"/>
              </a:spcAft>
              <a:buClr>
                <a:srgbClr val="000000"/>
              </a:buClr>
              <a:buSzPts val="4000"/>
              <a:buFont typeface="Arial"/>
              <a:buNone/>
            </a:pPr>
            <a:r>
              <a:t/>
            </a:r>
            <a:endParaRPr b="0" i="0" sz="4000" u="none" cap="none" strike="noStrike">
              <a:solidFill>
                <a:schemeClr val="dk1"/>
              </a:solidFill>
              <a:latin typeface="Patrick Hand"/>
              <a:ea typeface="Patrick Hand"/>
              <a:cs typeface="Patrick Hand"/>
              <a:sym typeface="Patrick Hand"/>
            </a:endParaRPr>
          </a:p>
          <a:p>
            <a:pPr indent="457200" lvl="0" marL="0" marR="0" rtl="0" algn="l">
              <a:lnSpc>
                <a:spcPct val="100000"/>
              </a:lnSpc>
              <a:spcBef>
                <a:spcPts val="0"/>
              </a:spcBef>
              <a:spcAft>
                <a:spcPts val="0"/>
              </a:spcAft>
              <a:buClr>
                <a:srgbClr val="000000"/>
              </a:buClr>
              <a:buSzPts val="4000"/>
              <a:buFont typeface="Arial"/>
              <a:buNone/>
            </a:pPr>
            <a:r>
              <a:t/>
            </a:r>
            <a:endParaRPr b="0" i="0" sz="4000" u="none" cap="none" strike="noStrike">
              <a:solidFill>
                <a:schemeClr val="dk1"/>
              </a:solidFill>
              <a:latin typeface="Patrick Hand"/>
              <a:ea typeface="Patrick Hand"/>
              <a:cs typeface="Patrick Hand"/>
              <a:sym typeface="Patrick Hand"/>
            </a:endParaRPr>
          </a:p>
          <a:p>
            <a:pPr indent="457200" lvl="0" marL="0" marR="0" rtl="0" algn="l">
              <a:lnSpc>
                <a:spcPct val="100000"/>
              </a:lnSpc>
              <a:spcBef>
                <a:spcPts val="0"/>
              </a:spcBef>
              <a:spcAft>
                <a:spcPts val="0"/>
              </a:spcAft>
              <a:buClr>
                <a:srgbClr val="000000"/>
              </a:buClr>
              <a:buSzPts val="4000"/>
              <a:buFont typeface="Arial"/>
              <a:buNone/>
            </a:pPr>
            <a:r>
              <a:rPr b="0" i="0" lang="es-ES" sz="4000" u="none" cap="none" strike="noStrike">
                <a:solidFill>
                  <a:schemeClr val="dk1"/>
                </a:solidFill>
                <a:latin typeface="Patrick Hand"/>
                <a:ea typeface="Patrick Hand"/>
                <a:cs typeface="Patrick Hand"/>
                <a:sym typeface="Patrick Hand"/>
              </a:rPr>
              <a:t>4   0  0</a:t>
            </a:r>
            <a:endParaRPr b="0" i="0" sz="40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4000"/>
              <a:buFont typeface="Arial"/>
              <a:buNone/>
            </a:pPr>
            <a:r>
              <a:rPr b="0" i="0" lang="es-ES" sz="4000" u="none" cap="none" strike="noStrike">
                <a:solidFill>
                  <a:schemeClr val="dk1"/>
                </a:solidFill>
                <a:latin typeface="Patrick Hand"/>
                <a:ea typeface="Patrick Hand"/>
                <a:cs typeface="Patrick Hand"/>
                <a:sym typeface="Patrick Hand"/>
              </a:rPr>
              <a:t>-   1  7  5</a:t>
            </a:r>
            <a:endParaRPr b="0" i="0" sz="40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4000"/>
              <a:buFont typeface="Arial"/>
              <a:buNone/>
            </a:pPr>
            <a:r>
              <a:rPr b="0" i="0" lang="es-ES" sz="4000" u="none" cap="none" strike="noStrike">
                <a:solidFill>
                  <a:schemeClr val="dk1"/>
                </a:solidFill>
                <a:latin typeface="Patrick Hand"/>
                <a:ea typeface="Patrick Hand"/>
                <a:cs typeface="Patrick Hand"/>
                <a:sym typeface="Patrick Hand"/>
              </a:rPr>
              <a:t>     2  2  5</a:t>
            </a:r>
            <a:endParaRPr b="0" i="0" sz="4000" u="none" cap="none" strike="noStrike">
              <a:solidFill>
                <a:schemeClr val="dk1"/>
              </a:solidFill>
              <a:latin typeface="Patrick Hand"/>
              <a:ea typeface="Patrick Hand"/>
              <a:cs typeface="Patrick Hand"/>
              <a:sym typeface="Patrick Hand"/>
            </a:endParaRPr>
          </a:p>
        </p:txBody>
      </p:sp>
      <p:cxnSp>
        <p:nvCxnSpPr>
          <p:cNvPr id="260" name="Google Shape;260;g23c06af5924_0_29"/>
          <p:cNvCxnSpPr/>
          <p:nvPr/>
        </p:nvCxnSpPr>
        <p:spPr>
          <a:xfrm flipH="1">
            <a:off x="973025" y="4470063"/>
            <a:ext cx="1456800" cy="17700"/>
          </a:xfrm>
          <a:prstGeom prst="straightConnector1">
            <a:avLst/>
          </a:prstGeom>
          <a:noFill/>
          <a:ln cap="flat" cmpd="sng" w="9525">
            <a:solidFill>
              <a:srgbClr val="009287"/>
            </a:solidFill>
            <a:prstDash val="solid"/>
            <a:round/>
            <a:headEnd len="sm" w="sm" type="none"/>
            <a:tailEnd len="sm" w="sm" type="none"/>
          </a:ln>
        </p:spPr>
      </p:cxnSp>
      <p:sp>
        <p:nvSpPr>
          <p:cNvPr id="261" name="Google Shape;261;g23c06af5924_0_29"/>
          <p:cNvSpPr txBox="1"/>
          <p:nvPr/>
        </p:nvSpPr>
        <p:spPr>
          <a:xfrm>
            <a:off x="761600" y="1258863"/>
            <a:ext cx="3000000" cy="785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000"/>
              <a:buFont typeface="Arial"/>
              <a:buNone/>
            </a:pPr>
            <a:r>
              <a:rPr b="0" i="0" lang="es-ES" sz="3900" u="none" cap="none" strike="noStrike">
                <a:solidFill>
                  <a:schemeClr val="dk1"/>
                </a:solidFill>
                <a:latin typeface="Patrick Hand"/>
                <a:ea typeface="Patrick Hand"/>
                <a:cs typeface="Patrick Hand"/>
                <a:sym typeface="Patrick Hand"/>
              </a:rPr>
              <a:t>C  D   U</a:t>
            </a:r>
            <a:endParaRPr b="0" i="0" sz="1300" u="none" cap="none" strike="noStrike">
              <a:solidFill>
                <a:srgbClr val="000000"/>
              </a:solidFill>
              <a:latin typeface="Arial"/>
              <a:ea typeface="Arial"/>
              <a:cs typeface="Arial"/>
              <a:sym typeface="Arial"/>
            </a:endParaRPr>
          </a:p>
        </p:txBody>
      </p:sp>
      <p:sp>
        <p:nvSpPr>
          <p:cNvPr id="262" name="Google Shape;262;g23c06af5924_0_29"/>
          <p:cNvSpPr/>
          <p:nvPr/>
        </p:nvSpPr>
        <p:spPr>
          <a:xfrm>
            <a:off x="1881300" y="2804800"/>
            <a:ext cx="469800" cy="462000"/>
          </a:xfrm>
          <a:prstGeom prst="rect">
            <a:avLst/>
          </a:prstGeom>
          <a:solidFill>
            <a:schemeClr val="lt2"/>
          </a:solid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700"/>
              <a:buFont typeface="Arial"/>
              <a:buNone/>
            </a:pPr>
            <a:r>
              <a:rPr b="0" i="0" lang="es-ES" sz="2700" u="none" cap="none" strike="noStrike">
                <a:solidFill>
                  <a:srgbClr val="000000"/>
                </a:solidFill>
                <a:latin typeface="Patrick Hand"/>
                <a:ea typeface="Patrick Hand"/>
                <a:cs typeface="Patrick Hand"/>
                <a:sym typeface="Patrick Hand"/>
              </a:rPr>
              <a:t>10</a:t>
            </a:r>
            <a:endParaRPr b="0" i="0" sz="2700" u="none" cap="none" strike="noStrike">
              <a:solidFill>
                <a:srgbClr val="000000"/>
              </a:solidFill>
              <a:latin typeface="Patrick Hand"/>
              <a:ea typeface="Patrick Hand"/>
              <a:cs typeface="Patrick Hand"/>
              <a:sym typeface="Patrick Hand"/>
            </a:endParaRPr>
          </a:p>
        </p:txBody>
      </p:sp>
      <p:sp>
        <p:nvSpPr>
          <p:cNvPr id="263" name="Google Shape;263;g23c06af5924_0_29"/>
          <p:cNvSpPr/>
          <p:nvPr/>
        </p:nvSpPr>
        <p:spPr>
          <a:xfrm>
            <a:off x="1284650" y="2804800"/>
            <a:ext cx="469800" cy="462000"/>
          </a:xfrm>
          <a:prstGeom prst="rect">
            <a:avLst/>
          </a:prstGeom>
          <a:solidFill>
            <a:schemeClr val="lt2"/>
          </a:solid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700"/>
              <a:buFont typeface="Arial"/>
              <a:buNone/>
            </a:pPr>
            <a:r>
              <a:rPr b="0" i="0" lang="es-ES" sz="2700" u="none" cap="none" strike="noStrike">
                <a:solidFill>
                  <a:srgbClr val="000000"/>
                </a:solidFill>
                <a:latin typeface="Patrick Hand"/>
                <a:ea typeface="Patrick Hand"/>
                <a:cs typeface="Patrick Hand"/>
                <a:sym typeface="Patrick Hand"/>
              </a:rPr>
              <a:t>10</a:t>
            </a:r>
            <a:endParaRPr b="0" i="0" sz="2700" u="none" cap="none" strike="noStrike">
              <a:solidFill>
                <a:srgbClr val="000000"/>
              </a:solidFill>
              <a:latin typeface="Patrick Hand"/>
              <a:ea typeface="Patrick Hand"/>
              <a:cs typeface="Patrick Hand"/>
              <a:sym typeface="Patrick Hand"/>
            </a:endParaRPr>
          </a:p>
        </p:txBody>
      </p:sp>
      <p:sp>
        <p:nvSpPr>
          <p:cNvPr id="264" name="Google Shape;264;g23c06af5924_0_29"/>
          <p:cNvSpPr/>
          <p:nvPr/>
        </p:nvSpPr>
        <p:spPr>
          <a:xfrm>
            <a:off x="1284650" y="2193388"/>
            <a:ext cx="469800" cy="462000"/>
          </a:xfrm>
          <a:prstGeom prst="rect">
            <a:avLst/>
          </a:prstGeom>
          <a:solidFill>
            <a:schemeClr val="lt2"/>
          </a:solid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700"/>
              <a:buFont typeface="Arial"/>
              <a:buNone/>
            </a:pPr>
            <a:r>
              <a:rPr b="0" i="0" lang="es-ES" sz="2700" u="none" cap="none" strike="noStrike">
                <a:solidFill>
                  <a:srgbClr val="000000"/>
                </a:solidFill>
                <a:latin typeface="Patrick Hand"/>
                <a:ea typeface="Patrick Hand"/>
                <a:cs typeface="Patrick Hand"/>
                <a:sym typeface="Patrick Hand"/>
              </a:rPr>
              <a:t>9</a:t>
            </a:r>
            <a:endParaRPr b="0" i="0" sz="2700" u="none" cap="none" strike="noStrike">
              <a:solidFill>
                <a:srgbClr val="000000"/>
              </a:solidFill>
              <a:latin typeface="Patrick Hand"/>
              <a:ea typeface="Patrick Hand"/>
              <a:cs typeface="Patrick Hand"/>
              <a:sym typeface="Patrick Hand"/>
            </a:endParaRPr>
          </a:p>
        </p:txBody>
      </p:sp>
      <p:sp>
        <p:nvSpPr>
          <p:cNvPr id="265" name="Google Shape;265;g23c06af5924_0_29"/>
          <p:cNvSpPr/>
          <p:nvPr/>
        </p:nvSpPr>
        <p:spPr>
          <a:xfrm>
            <a:off x="751250" y="2802988"/>
            <a:ext cx="469800" cy="462000"/>
          </a:xfrm>
          <a:prstGeom prst="rect">
            <a:avLst/>
          </a:prstGeom>
          <a:solidFill>
            <a:schemeClr val="lt2"/>
          </a:solid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700"/>
              <a:buFont typeface="Arial"/>
              <a:buNone/>
            </a:pPr>
            <a:r>
              <a:rPr b="0" i="0" lang="es-ES" sz="2700" u="none" cap="none" strike="noStrike">
                <a:solidFill>
                  <a:srgbClr val="000000"/>
                </a:solidFill>
                <a:latin typeface="Patrick Hand"/>
                <a:ea typeface="Patrick Hand"/>
                <a:cs typeface="Patrick Hand"/>
                <a:sym typeface="Patrick Hand"/>
              </a:rPr>
              <a:t>3</a:t>
            </a:r>
            <a:endParaRPr b="0" i="0" sz="2700" u="none" cap="none" strike="noStrike">
              <a:solidFill>
                <a:srgbClr val="000000"/>
              </a:solidFill>
              <a:latin typeface="Patrick Hand"/>
              <a:ea typeface="Patrick Hand"/>
              <a:cs typeface="Patrick Hand"/>
              <a:sym typeface="Patrick Hand"/>
            </a:endParaRPr>
          </a:p>
        </p:txBody>
      </p:sp>
      <p:cxnSp>
        <p:nvCxnSpPr>
          <p:cNvPr id="266" name="Google Shape;266;g23c06af5924_0_29"/>
          <p:cNvCxnSpPr/>
          <p:nvPr/>
        </p:nvCxnSpPr>
        <p:spPr>
          <a:xfrm>
            <a:off x="827150" y="3239775"/>
            <a:ext cx="462000" cy="639600"/>
          </a:xfrm>
          <a:prstGeom prst="straightConnector1">
            <a:avLst/>
          </a:prstGeom>
          <a:noFill/>
          <a:ln cap="flat" cmpd="sng" w="28575">
            <a:solidFill>
              <a:srgbClr val="009287"/>
            </a:solidFill>
            <a:prstDash val="solid"/>
            <a:round/>
            <a:headEnd len="sm" w="sm" type="none"/>
            <a:tailEnd len="sm" w="sm" type="none"/>
          </a:ln>
        </p:spPr>
      </p:cxnSp>
      <p:cxnSp>
        <p:nvCxnSpPr>
          <p:cNvPr id="267" name="Google Shape;267;g23c06af5924_0_29"/>
          <p:cNvCxnSpPr/>
          <p:nvPr/>
        </p:nvCxnSpPr>
        <p:spPr>
          <a:xfrm>
            <a:off x="1360550" y="3239775"/>
            <a:ext cx="462000" cy="639600"/>
          </a:xfrm>
          <a:prstGeom prst="straightConnector1">
            <a:avLst/>
          </a:prstGeom>
          <a:noFill/>
          <a:ln cap="flat" cmpd="sng" w="28575">
            <a:solidFill>
              <a:srgbClr val="009287"/>
            </a:solidFill>
            <a:prstDash val="solid"/>
            <a:round/>
            <a:headEnd len="sm" w="sm" type="none"/>
            <a:tailEnd len="sm" w="sm" type="none"/>
          </a:ln>
        </p:spPr>
      </p:cxnSp>
      <p:cxnSp>
        <p:nvCxnSpPr>
          <p:cNvPr id="268" name="Google Shape;268;g23c06af5924_0_29"/>
          <p:cNvCxnSpPr/>
          <p:nvPr/>
        </p:nvCxnSpPr>
        <p:spPr>
          <a:xfrm>
            <a:off x="1208150" y="2706375"/>
            <a:ext cx="462000" cy="639600"/>
          </a:xfrm>
          <a:prstGeom prst="straightConnector1">
            <a:avLst/>
          </a:prstGeom>
          <a:noFill/>
          <a:ln cap="flat" cmpd="sng" w="28575">
            <a:solidFill>
              <a:srgbClr val="009287"/>
            </a:solidFill>
            <a:prstDash val="solid"/>
            <a:round/>
            <a:headEnd len="sm" w="sm" type="none"/>
            <a:tailEnd len="sm" w="sm" type="none"/>
          </a:ln>
        </p:spPr>
      </p:cxnSp>
      <p:cxnSp>
        <p:nvCxnSpPr>
          <p:cNvPr id="269" name="Google Shape;269;g23c06af5924_0_29"/>
          <p:cNvCxnSpPr/>
          <p:nvPr/>
        </p:nvCxnSpPr>
        <p:spPr>
          <a:xfrm>
            <a:off x="1893950" y="3239775"/>
            <a:ext cx="462000" cy="639600"/>
          </a:xfrm>
          <a:prstGeom prst="straightConnector1">
            <a:avLst/>
          </a:prstGeom>
          <a:noFill/>
          <a:ln cap="flat" cmpd="sng" w="28575">
            <a:solidFill>
              <a:srgbClr val="009287"/>
            </a:solidFill>
            <a:prstDash val="solid"/>
            <a:round/>
            <a:headEnd len="sm" w="sm" type="none"/>
            <a:tailEnd len="sm" w="sm" type="none"/>
          </a:ln>
        </p:spPr>
      </p:cxnSp>
      <p:sp>
        <p:nvSpPr>
          <p:cNvPr id="270" name="Google Shape;270;g23c06af5924_0_29"/>
          <p:cNvSpPr txBox="1"/>
          <p:nvPr/>
        </p:nvSpPr>
        <p:spPr>
          <a:xfrm>
            <a:off x="91550" y="309050"/>
            <a:ext cx="3000000" cy="8004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4000"/>
              <a:buFont typeface="Arial"/>
              <a:buNone/>
            </a:pPr>
            <a:r>
              <a:rPr b="1" i="0" lang="es-ES" sz="4000" u="sng" cap="none" strike="noStrike">
                <a:solidFill>
                  <a:schemeClr val="dk1"/>
                </a:solidFill>
                <a:latin typeface="Patrick Hand"/>
                <a:ea typeface="Patrick Hand"/>
                <a:cs typeface="Patrick Hand"/>
                <a:sym typeface="Patrick Hand"/>
              </a:rPr>
              <a:t>Pasos</a:t>
            </a:r>
            <a:endParaRPr b="1" i="0" sz="1400" u="sng"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pic>
        <p:nvPicPr>
          <p:cNvPr descr="Forma&#10;&#10;Descripción generada automáticamente con confianza media" id="275" name="Google Shape;275;g23bee108c85_0_141"/>
          <p:cNvPicPr preferRelativeResize="0"/>
          <p:nvPr>
            <p:ph idx="1" type="body"/>
          </p:nvPr>
        </p:nvPicPr>
        <p:blipFill rotWithShape="1">
          <a:blip r:embed="rId3">
            <a:alphaModFix/>
          </a:blip>
          <a:srcRect b="0" l="0" r="0" t="0"/>
          <a:stretch/>
        </p:blipFill>
        <p:spPr>
          <a:xfrm>
            <a:off x="7518" y="-21825"/>
            <a:ext cx="12192000" cy="6858000"/>
          </a:xfrm>
          <a:prstGeom prst="rect">
            <a:avLst/>
          </a:prstGeom>
          <a:noFill/>
          <a:ln>
            <a:noFill/>
          </a:ln>
        </p:spPr>
      </p:pic>
      <p:sp>
        <p:nvSpPr>
          <p:cNvPr id="276" name="Google Shape;276;g23bee108c85_0_141"/>
          <p:cNvSpPr txBox="1"/>
          <p:nvPr/>
        </p:nvSpPr>
        <p:spPr>
          <a:xfrm>
            <a:off x="4087625" y="282875"/>
            <a:ext cx="8100300" cy="1077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900"/>
              <a:buFont typeface="Arial"/>
              <a:buNone/>
            </a:pPr>
            <a:r>
              <a:rPr b="0" i="0" lang="es-ES" sz="2900" u="none" cap="none" strike="noStrike">
                <a:solidFill>
                  <a:schemeClr val="dk1"/>
                </a:solidFill>
                <a:latin typeface="Patrick Hand"/>
                <a:ea typeface="Patrick Hand"/>
                <a:cs typeface="Patrick Hand"/>
                <a:sym typeface="Patrick Hand"/>
              </a:rPr>
              <a:t>Comienzo restando las U. En este caso 0 - 8. No puedo restarlo por lo tanto tendré que desagrupar una decena. </a:t>
            </a:r>
            <a:endParaRPr b="0" i="0" sz="2900" u="none" cap="none" strike="noStrike">
              <a:solidFill>
                <a:schemeClr val="dk1"/>
              </a:solidFill>
              <a:latin typeface="Patrick Hand"/>
              <a:ea typeface="Patrick Hand"/>
              <a:cs typeface="Patrick Hand"/>
              <a:sym typeface="Patrick Hand"/>
            </a:endParaRPr>
          </a:p>
        </p:txBody>
      </p:sp>
      <p:sp>
        <p:nvSpPr>
          <p:cNvPr id="277" name="Google Shape;277;g23bee108c85_0_141"/>
          <p:cNvSpPr txBox="1"/>
          <p:nvPr/>
        </p:nvSpPr>
        <p:spPr>
          <a:xfrm>
            <a:off x="4087625" y="1258875"/>
            <a:ext cx="8005500" cy="1970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900"/>
              <a:buFont typeface="Arial"/>
              <a:buNone/>
            </a:pPr>
            <a:r>
              <a:rPr b="0" i="0" lang="es-ES" sz="2900" u="none" cap="none" strike="noStrike">
                <a:solidFill>
                  <a:schemeClr val="dk1"/>
                </a:solidFill>
                <a:latin typeface="Patrick Hand"/>
                <a:ea typeface="Patrick Hand"/>
                <a:cs typeface="Patrick Hand"/>
                <a:sym typeface="Patrick Hand"/>
              </a:rPr>
              <a:t>Las decenas son 0, por lo tanto tendré que desagrupar primer la centena. Al desagrupar la centena, las decenas se transforman en 10 y las centenas en 5. (desagrupamos una)</a:t>
            </a:r>
            <a:endParaRPr b="0" i="0" sz="2900" u="none" cap="none" strike="noStrike">
              <a:solidFill>
                <a:schemeClr val="dk1"/>
              </a:solidFill>
              <a:latin typeface="Patrick Hand"/>
              <a:ea typeface="Patrick Hand"/>
              <a:cs typeface="Patrick Hand"/>
              <a:sym typeface="Patrick Hand"/>
            </a:endParaRPr>
          </a:p>
        </p:txBody>
      </p:sp>
      <p:sp>
        <p:nvSpPr>
          <p:cNvPr id="278" name="Google Shape;278;g23bee108c85_0_141"/>
          <p:cNvSpPr txBox="1"/>
          <p:nvPr/>
        </p:nvSpPr>
        <p:spPr>
          <a:xfrm>
            <a:off x="4113700" y="3065075"/>
            <a:ext cx="8005500" cy="1077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900"/>
              <a:buFont typeface="Arial"/>
              <a:buNone/>
            </a:pPr>
            <a:r>
              <a:rPr b="0" i="0" lang="es-ES" sz="2900" u="none" cap="none" strike="noStrike">
                <a:solidFill>
                  <a:schemeClr val="dk1"/>
                </a:solidFill>
                <a:latin typeface="Patrick Hand"/>
                <a:ea typeface="Patrick Hand"/>
                <a:cs typeface="Patrick Hand"/>
                <a:sym typeface="Patrick Hand"/>
              </a:rPr>
              <a:t>Luego para poder restar las unidades tendré que desagrupar una decena. Las D quedarán 9 y las U 10. </a:t>
            </a:r>
            <a:endParaRPr b="0" i="0" sz="2900" u="none" cap="none" strike="noStrike">
              <a:solidFill>
                <a:schemeClr val="dk1"/>
              </a:solidFill>
              <a:latin typeface="Patrick Hand"/>
              <a:ea typeface="Patrick Hand"/>
              <a:cs typeface="Patrick Hand"/>
              <a:sym typeface="Patrick Hand"/>
            </a:endParaRPr>
          </a:p>
        </p:txBody>
      </p:sp>
      <p:sp>
        <p:nvSpPr>
          <p:cNvPr id="279" name="Google Shape;279;g23bee108c85_0_141"/>
          <p:cNvSpPr/>
          <p:nvPr/>
        </p:nvSpPr>
        <p:spPr>
          <a:xfrm>
            <a:off x="3478025" y="434325"/>
            <a:ext cx="613800" cy="532800"/>
          </a:xfrm>
          <a:prstGeom prst="ellipse">
            <a:avLst/>
          </a:prstGeom>
          <a:solidFill>
            <a:srgbClr val="00928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s-ES" sz="3000" u="none" cap="none" strike="noStrike">
                <a:solidFill>
                  <a:srgbClr val="000000"/>
                </a:solidFill>
                <a:latin typeface="Patrick Hand"/>
                <a:ea typeface="Patrick Hand"/>
                <a:cs typeface="Patrick Hand"/>
                <a:sym typeface="Patrick Hand"/>
              </a:rPr>
              <a:t>1</a:t>
            </a:r>
            <a:endParaRPr b="0" i="0" sz="3000" u="none" cap="none" strike="noStrike">
              <a:solidFill>
                <a:srgbClr val="000000"/>
              </a:solidFill>
              <a:latin typeface="Patrick Hand"/>
              <a:ea typeface="Patrick Hand"/>
              <a:cs typeface="Patrick Hand"/>
              <a:sym typeface="Patrick Hand"/>
            </a:endParaRPr>
          </a:p>
        </p:txBody>
      </p:sp>
      <p:sp>
        <p:nvSpPr>
          <p:cNvPr id="280" name="Google Shape;280;g23bee108c85_0_141"/>
          <p:cNvSpPr/>
          <p:nvPr/>
        </p:nvSpPr>
        <p:spPr>
          <a:xfrm>
            <a:off x="3478025" y="1385725"/>
            <a:ext cx="613800" cy="532800"/>
          </a:xfrm>
          <a:prstGeom prst="ellipse">
            <a:avLst/>
          </a:prstGeom>
          <a:solidFill>
            <a:srgbClr val="00928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s-ES" sz="3000" u="none" cap="none" strike="noStrike">
                <a:solidFill>
                  <a:srgbClr val="000000"/>
                </a:solidFill>
                <a:latin typeface="Patrick Hand"/>
                <a:ea typeface="Patrick Hand"/>
                <a:cs typeface="Patrick Hand"/>
                <a:sym typeface="Patrick Hand"/>
              </a:rPr>
              <a:t>2</a:t>
            </a:r>
            <a:endParaRPr b="0" i="0" sz="3000" u="none" cap="none" strike="noStrike">
              <a:solidFill>
                <a:srgbClr val="000000"/>
              </a:solidFill>
              <a:latin typeface="Patrick Hand"/>
              <a:ea typeface="Patrick Hand"/>
              <a:cs typeface="Patrick Hand"/>
              <a:sym typeface="Patrick Hand"/>
            </a:endParaRPr>
          </a:p>
        </p:txBody>
      </p:sp>
      <p:sp>
        <p:nvSpPr>
          <p:cNvPr id="281" name="Google Shape;281;g23bee108c85_0_141"/>
          <p:cNvSpPr/>
          <p:nvPr/>
        </p:nvSpPr>
        <p:spPr>
          <a:xfrm>
            <a:off x="3478025" y="3232463"/>
            <a:ext cx="613800" cy="532800"/>
          </a:xfrm>
          <a:prstGeom prst="ellipse">
            <a:avLst/>
          </a:prstGeom>
          <a:solidFill>
            <a:srgbClr val="00928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s-ES" sz="3000" u="none" cap="none" strike="noStrike">
                <a:solidFill>
                  <a:srgbClr val="000000"/>
                </a:solidFill>
                <a:latin typeface="Patrick Hand"/>
                <a:ea typeface="Patrick Hand"/>
                <a:cs typeface="Patrick Hand"/>
                <a:sym typeface="Patrick Hand"/>
              </a:rPr>
              <a:t>3</a:t>
            </a:r>
            <a:endParaRPr b="0" i="0" sz="3000" u="none" cap="none" strike="noStrike">
              <a:solidFill>
                <a:srgbClr val="000000"/>
              </a:solidFill>
              <a:latin typeface="Patrick Hand"/>
              <a:ea typeface="Patrick Hand"/>
              <a:cs typeface="Patrick Hand"/>
              <a:sym typeface="Patrick Hand"/>
            </a:endParaRPr>
          </a:p>
        </p:txBody>
      </p:sp>
      <p:sp>
        <p:nvSpPr>
          <p:cNvPr id="282" name="Google Shape;282;g23bee108c85_0_141"/>
          <p:cNvSpPr txBox="1"/>
          <p:nvPr/>
        </p:nvSpPr>
        <p:spPr>
          <a:xfrm>
            <a:off x="4202050" y="4168025"/>
            <a:ext cx="7917000" cy="631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900"/>
              <a:buFont typeface="Arial"/>
              <a:buNone/>
            </a:pPr>
            <a:r>
              <a:rPr b="0" i="0" lang="es-ES" sz="2900" u="none" cap="none" strike="noStrike">
                <a:solidFill>
                  <a:schemeClr val="dk1"/>
                </a:solidFill>
                <a:latin typeface="Patrick Hand"/>
                <a:ea typeface="Patrick Hand"/>
                <a:cs typeface="Patrick Hand"/>
                <a:sym typeface="Patrick Hand"/>
              </a:rPr>
              <a:t>Resto las U  10- 8 = 2. Escribo el 2 bajo las unidades. </a:t>
            </a:r>
            <a:endParaRPr b="0" i="0" sz="2900" u="none" cap="none" strike="noStrike">
              <a:solidFill>
                <a:schemeClr val="dk1"/>
              </a:solidFill>
              <a:latin typeface="Patrick Hand"/>
              <a:ea typeface="Patrick Hand"/>
              <a:cs typeface="Patrick Hand"/>
              <a:sym typeface="Patrick Hand"/>
            </a:endParaRPr>
          </a:p>
        </p:txBody>
      </p:sp>
      <p:sp>
        <p:nvSpPr>
          <p:cNvPr id="283" name="Google Shape;283;g23bee108c85_0_141"/>
          <p:cNvSpPr/>
          <p:nvPr/>
        </p:nvSpPr>
        <p:spPr>
          <a:xfrm>
            <a:off x="3478025" y="4176000"/>
            <a:ext cx="613800" cy="532800"/>
          </a:xfrm>
          <a:prstGeom prst="ellipse">
            <a:avLst/>
          </a:prstGeom>
          <a:solidFill>
            <a:srgbClr val="00928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s-ES" sz="3000" u="none" cap="none" strike="noStrike">
                <a:solidFill>
                  <a:srgbClr val="000000"/>
                </a:solidFill>
                <a:latin typeface="Patrick Hand"/>
                <a:ea typeface="Patrick Hand"/>
                <a:cs typeface="Patrick Hand"/>
                <a:sym typeface="Patrick Hand"/>
              </a:rPr>
              <a:t>4</a:t>
            </a:r>
            <a:endParaRPr b="0" i="0" sz="3000" u="none" cap="none" strike="noStrike">
              <a:solidFill>
                <a:srgbClr val="000000"/>
              </a:solidFill>
              <a:latin typeface="Patrick Hand"/>
              <a:ea typeface="Patrick Hand"/>
              <a:cs typeface="Patrick Hand"/>
              <a:sym typeface="Patrick Hand"/>
            </a:endParaRPr>
          </a:p>
        </p:txBody>
      </p:sp>
      <p:sp>
        <p:nvSpPr>
          <p:cNvPr id="284" name="Google Shape;284;g23bee108c85_0_141"/>
          <p:cNvSpPr txBox="1"/>
          <p:nvPr/>
        </p:nvSpPr>
        <p:spPr>
          <a:xfrm>
            <a:off x="4266100" y="4794913"/>
            <a:ext cx="7788900" cy="631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900"/>
              <a:buFont typeface="Arial"/>
              <a:buNone/>
            </a:pPr>
            <a:r>
              <a:rPr b="0" i="0" lang="es-ES" sz="2900" u="none" cap="none" strike="noStrike">
                <a:solidFill>
                  <a:schemeClr val="dk1"/>
                </a:solidFill>
                <a:latin typeface="Patrick Hand"/>
                <a:ea typeface="Patrick Hand"/>
                <a:cs typeface="Patrick Hand"/>
                <a:sym typeface="Patrick Hand"/>
              </a:rPr>
              <a:t>Resto las decenas 9-4 = 5. Escribo 5 bajo las decenas.</a:t>
            </a:r>
            <a:endParaRPr b="0" i="0" sz="2900" u="none" cap="none" strike="noStrike">
              <a:solidFill>
                <a:schemeClr val="dk1"/>
              </a:solidFill>
              <a:latin typeface="Patrick Hand"/>
              <a:ea typeface="Patrick Hand"/>
              <a:cs typeface="Patrick Hand"/>
              <a:sym typeface="Patrick Hand"/>
            </a:endParaRPr>
          </a:p>
        </p:txBody>
      </p:sp>
      <p:sp>
        <p:nvSpPr>
          <p:cNvPr id="285" name="Google Shape;285;g23bee108c85_0_141"/>
          <p:cNvSpPr txBox="1"/>
          <p:nvPr/>
        </p:nvSpPr>
        <p:spPr>
          <a:xfrm>
            <a:off x="4189900" y="5446363"/>
            <a:ext cx="7788900" cy="631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900"/>
              <a:buFont typeface="Arial"/>
              <a:buNone/>
            </a:pPr>
            <a:r>
              <a:rPr b="0" i="0" lang="es-ES" sz="2900" u="none" cap="none" strike="noStrike">
                <a:solidFill>
                  <a:schemeClr val="dk1"/>
                </a:solidFill>
                <a:latin typeface="Patrick Hand"/>
                <a:ea typeface="Patrick Hand"/>
                <a:cs typeface="Patrick Hand"/>
                <a:sym typeface="Patrick Hand"/>
              </a:rPr>
              <a:t>Resto las centenas 5-2 = 3. Escribo 3 bajo las centenas.</a:t>
            </a:r>
            <a:endParaRPr b="0" i="0" sz="2900" u="none" cap="none" strike="noStrike">
              <a:solidFill>
                <a:schemeClr val="dk1"/>
              </a:solidFill>
              <a:latin typeface="Patrick Hand"/>
              <a:ea typeface="Patrick Hand"/>
              <a:cs typeface="Patrick Hand"/>
              <a:sym typeface="Patrick Hand"/>
            </a:endParaRPr>
          </a:p>
        </p:txBody>
      </p:sp>
      <p:sp>
        <p:nvSpPr>
          <p:cNvPr id="286" name="Google Shape;286;g23bee108c85_0_141"/>
          <p:cNvSpPr/>
          <p:nvPr/>
        </p:nvSpPr>
        <p:spPr>
          <a:xfrm>
            <a:off x="3478025" y="4894488"/>
            <a:ext cx="613800" cy="532800"/>
          </a:xfrm>
          <a:prstGeom prst="ellipse">
            <a:avLst/>
          </a:prstGeom>
          <a:solidFill>
            <a:srgbClr val="00928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000"/>
              <a:buFont typeface="Arial"/>
              <a:buNone/>
            </a:pPr>
            <a:r>
              <a:rPr b="0" i="0" lang="es-ES" sz="3000" u="none" cap="none" strike="noStrike">
                <a:solidFill>
                  <a:srgbClr val="000000"/>
                </a:solidFill>
                <a:latin typeface="Patrick Hand"/>
                <a:ea typeface="Patrick Hand"/>
                <a:cs typeface="Patrick Hand"/>
                <a:sym typeface="Patrick Hand"/>
              </a:rPr>
              <a:t>5</a:t>
            </a:r>
            <a:endParaRPr b="0" i="0" sz="3000" u="none" cap="none" strike="noStrike">
              <a:solidFill>
                <a:srgbClr val="000000"/>
              </a:solidFill>
              <a:latin typeface="Patrick Hand"/>
              <a:ea typeface="Patrick Hand"/>
              <a:cs typeface="Patrick Hand"/>
              <a:sym typeface="Patrick Hand"/>
            </a:endParaRPr>
          </a:p>
        </p:txBody>
      </p:sp>
      <p:sp>
        <p:nvSpPr>
          <p:cNvPr id="287" name="Google Shape;287;g23bee108c85_0_141"/>
          <p:cNvSpPr/>
          <p:nvPr/>
        </p:nvSpPr>
        <p:spPr>
          <a:xfrm>
            <a:off x="3478025" y="5613000"/>
            <a:ext cx="613800" cy="532800"/>
          </a:xfrm>
          <a:prstGeom prst="ellipse">
            <a:avLst/>
          </a:prstGeom>
          <a:solidFill>
            <a:srgbClr val="00928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s-ES" sz="3000" u="none" cap="none" strike="noStrike">
                <a:solidFill>
                  <a:srgbClr val="000000"/>
                </a:solidFill>
                <a:latin typeface="Patrick Hand"/>
                <a:ea typeface="Patrick Hand"/>
                <a:cs typeface="Patrick Hand"/>
                <a:sym typeface="Patrick Hand"/>
              </a:rPr>
              <a:t>6</a:t>
            </a:r>
            <a:endParaRPr b="0" i="0" sz="3000" u="none" cap="none" strike="noStrike">
              <a:solidFill>
                <a:srgbClr val="000000"/>
              </a:solidFill>
              <a:latin typeface="Patrick Hand"/>
              <a:ea typeface="Patrick Hand"/>
              <a:cs typeface="Patrick Hand"/>
              <a:sym typeface="Patrick Hand"/>
            </a:endParaRPr>
          </a:p>
        </p:txBody>
      </p:sp>
      <p:sp>
        <p:nvSpPr>
          <p:cNvPr id="288" name="Google Shape;288;g23bee108c85_0_141"/>
          <p:cNvSpPr txBox="1"/>
          <p:nvPr/>
        </p:nvSpPr>
        <p:spPr>
          <a:xfrm>
            <a:off x="394250" y="1906025"/>
            <a:ext cx="2250600" cy="3263100"/>
          </a:xfrm>
          <a:prstGeom prst="rect">
            <a:avLst/>
          </a:prstGeom>
          <a:noFill/>
          <a:ln cap="flat" cmpd="sng" w="9525">
            <a:solidFill>
              <a:srgbClr val="009287"/>
            </a:solidFill>
            <a:prstDash val="solid"/>
            <a:round/>
            <a:headEnd len="sm" w="sm" type="none"/>
            <a:tailEnd len="sm" w="sm" type="none"/>
          </a:ln>
        </p:spPr>
        <p:txBody>
          <a:bodyPr anchorCtr="0" anchor="t" bIns="91425" lIns="91425" spcFirstLastPara="1" rIns="91425" wrap="square" tIns="91425">
            <a:spAutoFit/>
          </a:bodyPr>
          <a:lstStyle/>
          <a:p>
            <a:pPr indent="457200" lvl="0" marL="0" marR="0" rtl="0" algn="l">
              <a:lnSpc>
                <a:spcPct val="100000"/>
              </a:lnSpc>
              <a:spcBef>
                <a:spcPts val="0"/>
              </a:spcBef>
              <a:spcAft>
                <a:spcPts val="0"/>
              </a:spcAft>
              <a:buClr>
                <a:srgbClr val="000000"/>
              </a:buClr>
              <a:buSzPts val="4000"/>
              <a:buFont typeface="Arial"/>
              <a:buNone/>
            </a:pPr>
            <a:r>
              <a:t/>
            </a:r>
            <a:endParaRPr b="0" i="0" sz="4000" u="none" cap="none" strike="noStrike">
              <a:solidFill>
                <a:schemeClr val="dk1"/>
              </a:solidFill>
              <a:latin typeface="Patrick Hand"/>
              <a:ea typeface="Patrick Hand"/>
              <a:cs typeface="Patrick Hand"/>
              <a:sym typeface="Patrick Hand"/>
            </a:endParaRPr>
          </a:p>
          <a:p>
            <a:pPr indent="457200" lvl="0" marL="0" marR="0" rtl="0" algn="l">
              <a:lnSpc>
                <a:spcPct val="100000"/>
              </a:lnSpc>
              <a:spcBef>
                <a:spcPts val="0"/>
              </a:spcBef>
              <a:spcAft>
                <a:spcPts val="0"/>
              </a:spcAft>
              <a:buClr>
                <a:srgbClr val="000000"/>
              </a:buClr>
              <a:buSzPts val="4000"/>
              <a:buFont typeface="Arial"/>
              <a:buNone/>
            </a:pPr>
            <a:r>
              <a:t/>
            </a:r>
            <a:endParaRPr b="0" i="0" sz="4000" u="none" cap="none" strike="noStrike">
              <a:solidFill>
                <a:schemeClr val="dk1"/>
              </a:solidFill>
              <a:latin typeface="Patrick Hand"/>
              <a:ea typeface="Patrick Hand"/>
              <a:cs typeface="Patrick Hand"/>
              <a:sym typeface="Patrick Hand"/>
            </a:endParaRPr>
          </a:p>
          <a:p>
            <a:pPr indent="457200" lvl="0" marL="0" marR="0" rtl="0" algn="l">
              <a:lnSpc>
                <a:spcPct val="100000"/>
              </a:lnSpc>
              <a:spcBef>
                <a:spcPts val="0"/>
              </a:spcBef>
              <a:spcAft>
                <a:spcPts val="0"/>
              </a:spcAft>
              <a:buClr>
                <a:srgbClr val="000000"/>
              </a:buClr>
              <a:buSzPts val="4000"/>
              <a:buFont typeface="Arial"/>
              <a:buNone/>
            </a:pPr>
            <a:r>
              <a:rPr b="0" i="0" lang="es-ES" sz="4000" u="none" cap="none" strike="noStrike">
                <a:solidFill>
                  <a:schemeClr val="dk1"/>
                </a:solidFill>
                <a:latin typeface="Patrick Hand"/>
                <a:ea typeface="Patrick Hand"/>
                <a:cs typeface="Patrick Hand"/>
                <a:sym typeface="Patrick Hand"/>
              </a:rPr>
              <a:t>6   0  0</a:t>
            </a:r>
            <a:endParaRPr b="0" i="0" sz="40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4000"/>
              <a:buFont typeface="Arial"/>
              <a:buNone/>
            </a:pPr>
            <a:r>
              <a:rPr b="0" i="0" lang="es-ES" sz="4000" u="none" cap="none" strike="noStrike">
                <a:solidFill>
                  <a:schemeClr val="dk1"/>
                </a:solidFill>
                <a:latin typeface="Patrick Hand"/>
                <a:ea typeface="Patrick Hand"/>
                <a:cs typeface="Patrick Hand"/>
                <a:sym typeface="Patrick Hand"/>
              </a:rPr>
              <a:t>-   2  4  8</a:t>
            </a:r>
            <a:endParaRPr b="0" i="0" sz="40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4000"/>
              <a:buFont typeface="Arial"/>
              <a:buNone/>
            </a:pPr>
            <a:r>
              <a:rPr b="0" i="0" lang="es-ES" sz="4000" u="none" cap="none" strike="noStrike">
                <a:solidFill>
                  <a:schemeClr val="dk1"/>
                </a:solidFill>
                <a:latin typeface="Patrick Hand"/>
                <a:ea typeface="Patrick Hand"/>
                <a:cs typeface="Patrick Hand"/>
                <a:sym typeface="Patrick Hand"/>
              </a:rPr>
              <a:t>     3  5 2</a:t>
            </a:r>
            <a:endParaRPr b="0" i="0" sz="4000" u="none" cap="none" strike="noStrike">
              <a:solidFill>
                <a:schemeClr val="dk1"/>
              </a:solidFill>
              <a:latin typeface="Patrick Hand"/>
              <a:ea typeface="Patrick Hand"/>
              <a:cs typeface="Patrick Hand"/>
              <a:sym typeface="Patrick Hand"/>
            </a:endParaRPr>
          </a:p>
        </p:txBody>
      </p:sp>
      <p:cxnSp>
        <p:nvCxnSpPr>
          <p:cNvPr id="289" name="Google Shape;289;g23bee108c85_0_141"/>
          <p:cNvCxnSpPr/>
          <p:nvPr/>
        </p:nvCxnSpPr>
        <p:spPr>
          <a:xfrm flipH="1">
            <a:off x="973025" y="4470063"/>
            <a:ext cx="1456800" cy="17700"/>
          </a:xfrm>
          <a:prstGeom prst="straightConnector1">
            <a:avLst/>
          </a:prstGeom>
          <a:noFill/>
          <a:ln cap="flat" cmpd="sng" w="9525">
            <a:solidFill>
              <a:srgbClr val="009287"/>
            </a:solidFill>
            <a:prstDash val="solid"/>
            <a:round/>
            <a:headEnd len="sm" w="sm" type="none"/>
            <a:tailEnd len="sm" w="sm" type="none"/>
          </a:ln>
        </p:spPr>
      </p:cxnSp>
      <p:sp>
        <p:nvSpPr>
          <p:cNvPr id="290" name="Google Shape;290;g23bee108c85_0_141"/>
          <p:cNvSpPr txBox="1"/>
          <p:nvPr/>
        </p:nvSpPr>
        <p:spPr>
          <a:xfrm>
            <a:off x="761600" y="1258863"/>
            <a:ext cx="3000000" cy="785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000"/>
              <a:buFont typeface="Arial"/>
              <a:buNone/>
            </a:pPr>
            <a:r>
              <a:rPr b="0" i="0" lang="es-ES" sz="3900" u="none" cap="none" strike="noStrike">
                <a:solidFill>
                  <a:schemeClr val="dk1"/>
                </a:solidFill>
                <a:latin typeface="Patrick Hand"/>
                <a:ea typeface="Patrick Hand"/>
                <a:cs typeface="Patrick Hand"/>
                <a:sym typeface="Patrick Hand"/>
              </a:rPr>
              <a:t>C  D   U</a:t>
            </a:r>
            <a:endParaRPr b="0" i="0" sz="1300" u="none" cap="none" strike="noStrike">
              <a:solidFill>
                <a:srgbClr val="000000"/>
              </a:solidFill>
              <a:latin typeface="Arial"/>
              <a:ea typeface="Arial"/>
              <a:cs typeface="Arial"/>
              <a:sym typeface="Arial"/>
            </a:endParaRPr>
          </a:p>
        </p:txBody>
      </p:sp>
      <p:sp>
        <p:nvSpPr>
          <p:cNvPr id="291" name="Google Shape;291;g23bee108c85_0_141"/>
          <p:cNvSpPr/>
          <p:nvPr/>
        </p:nvSpPr>
        <p:spPr>
          <a:xfrm>
            <a:off x="1881300" y="2804800"/>
            <a:ext cx="469800" cy="462000"/>
          </a:xfrm>
          <a:prstGeom prst="rect">
            <a:avLst/>
          </a:prstGeom>
          <a:solidFill>
            <a:schemeClr val="lt2"/>
          </a:solid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700"/>
              <a:buFont typeface="Arial"/>
              <a:buNone/>
            </a:pPr>
            <a:r>
              <a:rPr b="0" i="0" lang="es-ES" sz="2700" u="none" cap="none" strike="noStrike">
                <a:solidFill>
                  <a:srgbClr val="000000"/>
                </a:solidFill>
                <a:latin typeface="Patrick Hand"/>
                <a:ea typeface="Patrick Hand"/>
                <a:cs typeface="Patrick Hand"/>
                <a:sym typeface="Patrick Hand"/>
              </a:rPr>
              <a:t>10</a:t>
            </a:r>
            <a:endParaRPr b="0" i="0" sz="2700" u="none" cap="none" strike="noStrike">
              <a:solidFill>
                <a:srgbClr val="000000"/>
              </a:solidFill>
              <a:latin typeface="Patrick Hand"/>
              <a:ea typeface="Patrick Hand"/>
              <a:cs typeface="Patrick Hand"/>
              <a:sym typeface="Patrick Hand"/>
            </a:endParaRPr>
          </a:p>
        </p:txBody>
      </p:sp>
      <p:sp>
        <p:nvSpPr>
          <p:cNvPr id="292" name="Google Shape;292;g23bee108c85_0_141"/>
          <p:cNvSpPr/>
          <p:nvPr/>
        </p:nvSpPr>
        <p:spPr>
          <a:xfrm>
            <a:off x="1284650" y="2804800"/>
            <a:ext cx="469800" cy="462000"/>
          </a:xfrm>
          <a:prstGeom prst="rect">
            <a:avLst/>
          </a:prstGeom>
          <a:solidFill>
            <a:schemeClr val="lt2"/>
          </a:solid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700"/>
              <a:buFont typeface="Arial"/>
              <a:buNone/>
            </a:pPr>
            <a:r>
              <a:rPr b="0" i="0" lang="es-ES" sz="2700" u="none" cap="none" strike="noStrike">
                <a:solidFill>
                  <a:srgbClr val="000000"/>
                </a:solidFill>
                <a:latin typeface="Patrick Hand"/>
                <a:ea typeface="Patrick Hand"/>
                <a:cs typeface="Patrick Hand"/>
                <a:sym typeface="Patrick Hand"/>
              </a:rPr>
              <a:t>10</a:t>
            </a:r>
            <a:endParaRPr b="0" i="0" sz="2700" u="none" cap="none" strike="noStrike">
              <a:solidFill>
                <a:srgbClr val="000000"/>
              </a:solidFill>
              <a:latin typeface="Patrick Hand"/>
              <a:ea typeface="Patrick Hand"/>
              <a:cs typeface="Patrick Hand"/>
              <a:sym typeface="Patrick Hand"/>
            </a:endParaRPr>
          </a:p>
        </p:txBody>
      </p:sp>
      <p:sp>
        <p:nvSpPr>
          <p:cNvPr id="293" name="Google Shape;293;g23bee108c85_0_141"/>
          <p:cNvSpPr/>
          <p:nvPr/>
        </p:nvSpPr>
        <p:spPr>
          <a:xfrm>
            <a:off x="1284650" y="2193388"/>
            <a:ext cx="469800" cy="462000"/>
          </a:xfrm>
          <a:prstGeom prst="rect">
            <a:avLst/>
          </a:prstGeom>
          <a:solidFill>
            <a:schemeClr val="lt2"/>
          </a:solid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700"/>
              <a:buFont typeface="Arial"/>
              <a:buNone/>
            </a:pPr>
            <a:r>
              <a:rPr b="0" i="0" lang="es-ES" sz="2700" u="none" cap="none" strike="noStrike">
                <a:solidFill>
                  <a:srgbClr val="000000"/>
                </a:solidFill>
                <a:latin typeface="Patrick Hand"/>
                <a:ea typeface="Patrick Hand"/>
                <a:cs typeface="Patrick Hand"/>
                <a:sym typeface="Patrick Hand"/>
              </a:rPr>
              <a:t>9</a:t>
            </a:r>
            <a:endParaRPr b="0" i="0" sz="2700" u="none" cap="none" strike="noStrike">
              <a:solidFill>
                <a:srgbClr val="000000"/>
              </a:solidFill>
              <a:latin typeface="Patrick Hand"/>
              <a:ea typeface="Patrick Hand"/>
              <a:cs typeface="Patrick Hand"/>
              <a:sym typeface="Patrick Hand"/>
            </a:endParaRPr>
          </a:p>
        </p:txBody>
      </p:sp>
      <p:sp>
        <p:nvSpPr>
          <p:cNvPr id="294" name="Google Shape;294;g23bee108c85_0_141"/>
          <p:cNvSpPr/>
          <p:nvPr/>
        </p:nvSpPr>
        <p:spPr>
          <a:xfrm>
            <a:off x="751250" y="2802988"/>
            <a:ext cx="469800" cy="462000"/>
          </a:xfrm>
          <a:prstGeom prst="rect">
            <a:avLst/>
          </a:prstGeom>
          <a:solidFill>
            <a:schemeClr val="lt2"/>
          </a:solid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700"/>
              <a:buFont typeface="Arial"/>
              <a:buNone/>
            </a:pPr>
            <a:r>
              <a:rPr b="0" i="0" lang="es-ES" sz="2700" u="none" cap="none" strike="noStrike">
                <a:solidFill>
                  <a:srgbClr val="000000"/>
                </a:solidFill>
                <a:latin typeface="Patrick Hand"/>
                <a:ea typeface="Patrick Hand"/>
                <a:cs typeface="Patrick Hand"/>
                <a:sym typeface="Patrick Hand"/>
              </a:rPr>
              <a:t>5</a:t>
            </a:r>
            <a:endParaRPr b="0" i="0" sz="2700" u="none" cap="none" strike="noStrike">
              <a:solidFill>
                <a:srgbClr val="000000"/>
              </a:solidFill>
              <a:latin typeface="Patrick Hand"/>
              <a:ea typeface="Patrick Hand"/>
              <a:cs typeface="Patrick Hand"/>
              <a:sym typeface="Patrick Hand"/>
            </a:endParaRPr>
          </a:p>
        </p:txBody>
      </p:sp>
      <p:cxnSp>
        <p:nvCxnSpPr>
          <p:cNvPr id="295" name="Google Shape;295;g23bee108c85_0_141"/>
          <p:cNvCxnSpPr/>
          <p:nvPr/>
        </p:nvCxnSpPr>
        <p:spPr>
          <a:xfrm>
            <a:off x="827150" y="3239775"/>
            <a:ext cx="462000" cy="639600"/>
          </a:xfrm>
          <a:prstGeom prst="straightConnector1">
            <a:avLst/>
          </a:prstGeom>
          <a:noFill/>
          <a:ln cap="flat" cmpd="sng" w="28575">
            <a:solidFill>
              <a:srgbClr val="009287"/>
            </a:solidFill>
            <a:prstDash val="solid"/>
            <a:round/>
            <a:headEnd len="sm" w="sm" type="none"/>
            <a:tailEnd len="sm" w="sm" type="none"/>
          </a:ln>
        </p:spPr>
      </p:cxnSp>
      <p:cxnSp>
        <p:nvCxnSpPr>
          <p:cNvPr id="296" name="Google Shape;296;g23bee108c85_0_141"/>
          <p:cNvCxnSpPr/>
          <p:nvPr/>
        </p:nvCxnSpPr>
        <p:spPr>
          <a:xfrm>
            <a:off x="1360550" y="3239775"/>
            <a:ext cx="462000" cy="639600"/>
          </a:xfrm>
          <a:prstGeom prst="straightConnector1">
            <a:avLst/>
          </a:prstGeom>
          <a:noFill/>
          <a:ln cap="flat" cmpd="sng" w="28575">
            <a:solidFill>
              <a:srgbClr val="009287"/>
            </a:solidFill>
            <a:prstDash val="solid"/>
            <a:round/>
            <a:headEnd len="sm" w="sm" type="none"/>
            <a:tailEnd len="sm" w="sm" type="none"/>
          </a:ln>
        </p:spPr>
      </p:cxnSp>
      <p:cxnSp>
        <p:nvCxnSpPr>
          <p:cNvPr id="297" name="Google Shape;297;g23bee108c85_0_141"/>
          <p:cNvCxnSpPr/>
          <p:nvPr/>
        </p:nvCxnSpPr>
        <p:spPr>
          <a:xfrm>
            <a:off x="1208150" y="2706375"/>
            <a:ext cx="462000" cy="639600"/>
          </a:xfrm>
          <a:prstGeom prst="straightConnector1">
            <a:avLst/>
          </a:prstGeom>
          <a:noFill/>
          <a:ln cap="flat" cmpd="sng" w="28575">
            <a:solidFill>
              <a:srgbClr val="009287"/>
            </a:solidFill>
            <a:prstDash val="solid"/>
            <a:round/>
            <a:headEnd len="sm" w="sm" type="none"/>
            <a:tailEnd len="sm" w="sm" type="none"/>
          </a:ln>
        </p:spPr>
      </p:cxnSp>
      <p:cxnSp>
        <p:nvCxnSpPr>
          <p:cNvPr id="298" name="Google Shape;298;g23bee108c85_0_141"/>
          <p:cNvCxnSpPr/>
          <p:nvPr/>
        </p:nvCxnSpPr>
        <p:spPr>
          <a:xfrm>
            <a:off x="1893950" y="3239775"/>
            <a:ext cx="462000" cy="639600"/>
          </a:xfrm>
          <a:prstGeom prst="straightConnector1">
            <a:avLst/>
          </a:prstGeom>
          <a:noFill/>
          <a:ln cap="flat" cmpd="sng" w="28575">
            <a:solidFill>
              <a:srgbClr val="009287"/>
            </a:solidFill>
            <a:prstDash val="solid"/>
            <a:round/>
            <a:headEnd len="sm" w="sm" type="none"/>
            <a:tailEnd len="sm" w="sm" type="none"/>
          </a:ln>
        </p:spPr>
      </p:cxnSp>
      <p:sp>
        <p:nvSpPr>
          <p:cNvPr id="299" name="Google Shape;299;g23bee108c85_0_141"/>
          <p:cNvSpPr txBox="1"/>
          <p:nvPr/>
        </p:nvSpPr>
        <p:spPr>
          <a:xfrm>
            <a:off x="91550" y="309050"/>
            <a:ext cx="3000000" cy="7695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800"/>
              <a:buFont typeface="Arial"/>
              <a:buNone/>
            </a:pPr>
            <a:r>
              <a:rPr b="1" i="0" lang="es-ES" sz="3800" u="none" cap="none" strike="noStrike">
                <a:solidFill>
                  <a:schemeClr val="dk1"/>
                </a:solidFill>
                <a:latin typeface="Patrick Hand"/>
                <a:ea typeface="Patrick Hand"/>
                <a:cs typeface="Patrick Hand"/>
                <a:sym typeface="Patrick Hand"/>
              </a:rPr>
              <a:t>Ejemplo 2:</a:t>
            </a:r>
            <a:endParaRPr b="1" i="0" sz="12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pic>
        <p:nvPicPr>
          <p:cNvPr descr="Forma&#10;&#10;Descripción generada automáticamente con confianza media" id="304" name="Google Shape;304;g2601a83bd95_0_93"/>
          <p:cNvPicPr preferRelativeResize="0"/>
          <p:nvPr>
            <p:ph idx="1" type="body"/>
          </p:nvPr>
        </p:nvPicPr>
        <p:blipFill rotWithShape="1">
          <a:blip r:embed="rId3">
            <a:alphaModFix/>
          </a:blip>
          <a:srcRect b="0" l="0" r="0" t="0"/>
          <a:stretch/>
        </p:blipFill>
        <p:spPr>
          <a:xfrm>
            <a:off x="1393" y="-18475"/>
            <a:ext cx="12192000" cy="6858000"/>
          </a:xfrm>
          <a:prstGeom prst="rect">
            <a:avLst/>
          </a:prstGeom>
          <a:noFill/>
          <a:ln>
            <a:noFill/>
          </a:ln>
        </p:spPr>
      </p:pic>
      <p:sp>
        <p:nvSpPr>
          <p:cNvPr id="305" name="Google Shape;305;g2601a83bd95_0_93"/>
          <p:cNvSpPr txBox="1"/>
          <p:nvPr/>
        </p:nvSpPr>
        <p:spPr>
          <a:xfrm>
            <a:off x="99225" y="291775"/>
            <a:ext cx="3000000" cy="800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000"/>
              <a:buFont typeface="Arial"/>
              <a:buNone/>
            </a:pPr>
            <a:r>
              <a:rPr b="0" i="0" lang="es-ES" sz="4000" u="none" cap="none" strike="noStrike">
                <a:solidFill>
                  <a:schemeClr val="dk1"/>
                </a:solidFill>
                <a:latin typeface="Patrick Hand"/>
                <a:ea typeface="Patrick Hand"/>
                <a:cs typeface="Patrick Hand"/>
                <a:sym typeface="Patrick Hand"/>
              </a:rPr>
              <a:t>Ejercicios</a:t>
            </a:r>
            <a:endParaRPr b="0" i="0" sz="1400" u="none" cap="none" strike="noStrike">
              <a:solidFill>
                <a:srgbClr val="000000"/>
              </a:solidFill>
              <a:latin typeface="Arial"/>
              <a:ea typeface="Arial"/>
              <a:cs typeface="Arial"/>
              <a:sym typeface="Arial"/>
            </a:endParaRPr>
          </a:p>
        </p:txBody>
      </p:sp>
      <p:sp>
        <p:nvSpPr>
          <p:cNvPr id="306" name="Google Shape;306;g2601a83bd95_0_93"/>
          <p:cNvSpPr txBox="1"/>
          <p:nvPr/>
        </p:nvSpPr>
        <p:spPr>
          <a:xfrm>
            <a:off x="2610600" y="471675"/>
            <a:ext cx="105156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000"/>
              <a:buFont typeface="Arial"/>
              <a:buNone/>
            </a:pPr>
            <a:r>
              <a:rPr b="0" i="0" lang="es-ES" sz="2800" u="none" cap="none" strike="noStrike">
                <a:solidFill>
                  <a:schemeClr val="dk1"/>
                </a:solidFill>
                <a:latin typeface="Patrick Hand"/>
                <a:ea typeface="Patrick Hand"/>
                <a:cs typeface="Patrick Hand"/>
                <a:sym typeface="Patrick Hand"/>
              </a:rPr>
              <a:t>Abre tu cuaderno y resolvamos los siguientes ejercicios.</a:t>
            </a:r>
            <a:endParaRPr b="0" i="0" sz="200" u="none" cap="none" strike="noStrike">
              <a:solidFill>
                <a:srgbClr val="000000"/>
              </a:solidFill>
              <a:latin typeface="Arial"/>
              <a:ea typeface="Arial"/>
              <a:cs typeface="Arial"/>
              <a:sym typeface="Arial"/>
            </a:endParaRPr>
          </a:p>
        </p:txBody>
      </p:sp>
      <p:sp>
        <p:nvSpPr>
          <p:cNvPr id="307" name="Google Shape;307;g2601a83bd95_0_93"/>
          <p:cNvSpPr txBox="1"/>
          <p:nvPr/>
        </p:nvSpPr>
        <p:spPr>
          <a:xfrm>
            <a:off x="1931825" y="1829975"/>
            <a:ext cx="1616700" cy="1510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rgbClr val="000000"/>
                </a:solidFill>
                <a:latin typeface="Patrick Hand"/>
                <a:ea typeface="Patrick Hand"/>
                <a:cs typeface="Patrick Hand"/>
                <a:sym typeface="Patrick Hand"/>
              </a:rPr>
              <a:t>    8  0 0 </a:t>
            </a:r>
            <a:endParaRPr b="0" i="0" sz="3400" u="none" cap="none" strike="noStrike">
              <a:solidFill>
                <a:srgbClr val="000000"/>
              </a:solidFill>
              <a:latin typeface="Patrick Hand"/>
              <a:ea typeface="Patrick Hand"/>
              <a:cs typeface="Patrick Hand"/>
              <a:sym typeface="Patrick Hand"/>
            </a:endParaRPr>
          </a:p>
          <a:p>
            <a:pPr indent="-444500" lvl="0" marL="457200" marR="0" rtl="0" algn="l">
              <a:lnSpc>
                <a:spcPct val="100000"/>
              </a:lnSpc>
              <a:spcBef>
                <a:spcPts val="0"/>
              </a:spcBef>
              <a:spcAft>
                <a:spcPts val="0"/>
              </a:spcAft>
              <a:buClr>
                <a:srgbClr val="000000"/>
              </a:buClr>
              <a:buSzPts val="3400"/>
              <a:buFont typeface="Patrick Hand"/>
              <a:buChar char="-"/>
            </a:pPr>
            <a:r>
              <a:rPr b="0" i="0" lang="es-ES" sz="3400" u="none" cap="none" strike="noStrike">
                <a:solidFill>
                  <a:srgbClr val="000000"/>
                </a:solidFill>
                <a:latin typeface="Patrick Hand"/>
                <a:ea typeface="Patrick Hand"/>
                <a:cs typeface="Patrick Hand"/>
                <a:sym typeface="Patrick Hand"/>
              </a:rPr>
              <a:t>2 5 9</a:t>
            </a:r>
            <a:endParaRPr b="0" i="0" sz="3400" u="none" cap="none" strike="noStrike">
              <a:solidFill>
                <a:srgbClr val="000000"/>
              </a:solidFill>
              <a:latin typeface="Patrick Hand"/>
              <a:ea typeface="Patrick Hand"/>
              <a:cs typeface="Patrick Hand"/>
              <a:sym typeface="Patrick Hand"/>
            </a:endParaRPr>
          </a:p>
        </p:txBody>
      </p:sp>
      <p:sp>
        <p:nvSpPr>
          <p:cNvPr id="308" name="Google Shape;308;g2601a83bd95_0_93"/>
          <p:cNvSpPr txBox="1"/>
          <p:nvPr/>
        </p:nvSpPr>
        <p:spPr>
          <a:xfrm>
            <a:off x="2329950" y="2906975"/>
            <a:ext cx="11475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chemeClr val="dk1"/>
                </a:solidFill>
                <a:latin typeface="Patrick Hand"/>
                <a:ea typeface="Patrick Hand"/>
                <a:cs typeface="Patrick Hand"/>
                <a:sym typeface="Patrick Hand"/>
              </a:rPr>
              <a:t> 5 4 1</a:t>
            </a:r>
            <a:endParaRPr b="0" i="0" sz="1400" u="none" cap="none" strike="noStrike">
              <a:solidFill>
                <a:srgbClr val="000000"/>
              </a:solidFill>
              <a:latin typeface="Arial"/>
              <a:ea typeface="Arial"/>
              <a:cs typeface="Arial"/>
              <a:sym typeface="Arial"/>
            </a:endParaRPr>
          </a:p>
        </p:txBody>
      </p:sp>
      <p:cxnSp>
        <p:nvCxnSpPr>
          <p:cNvPr id="309" name="Google Shape;309;g2601a83bd95_0_93"/>
          <p:cNvCxnSpPr/>
          <p:nvPr/>
        </p:nvCxnSpPr>
        <p:spPr>
          <a:xfrm>
            <a:off x="2177825" y="2967050"/>
            <a:ext cx="1172700" cy="0"/>
          </a:xfrm>
          <a:prstGeom prst="straightConnector1">
            <a:avLst/>
          </a:prstGeom>
          <a:noFill/>
          <a:ln cap="flat" cmpd="sng" w="9525">
            <a:solidFill>
              <a:schemeClr val="dk1"/>
            </a:solidFill>
            <a:prstDash val="solid"/>
            <a:round/>
            <a:headEnd len="sm" w="sm" type="none"/>
            <a:tailEnd len="sm" w="sm" type="none"/>
          </a:ln>
        </p:spPr>
      </p:cxnSp>
      <p:sp>
        <p:nvSpPr>
          <p:cNvPr id="310" name="Google Shape;310;g2601a83bd95_0_93"/>
          <p:cNvSpPr/>
          <p:nvPr/>
        </p:nvSpPr>
        <p:spPr>
          <a:xfrm>
            <a:off x="2991600" y="1602707"/>
            <a:ext cx="390900" cy="317100"/>
          </a:xfrm>
          <a:prstGeom prst="rect">
            <a:avLst/>
          </a:prstGeom>
          <a:solidFill>
            <a:schemeClr val="lt2"/>
          </a:solidFill>
          <a:ln cap="flat" cmpd="sng" w="952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1900" u="none" cap="none" strike="noStrike">
                <a:solidFill>
                  <a:srgbClr val="000000"/>
                </a:solidFill>
                <a:latin typeface="Patrick Hand"/>
                <a:ea typeface="Patrick Hand"/>
                <a:cs typeface="Patrick Hand"/>
                <a:sym typeface="Patrick Hand"/>
              </a:rPr>
              <a:t>10</a:t>
            </a:r>
            <a:endParaRPr b="0" i="0" sz="1900" u="none" cap="none" strike="noStrike">
              <a:solidFill>
                <a:srgbClr val="000000"/>
              </a:solidFill>
              <a:latin typeface="Patrick Hand"/>
              <a:ea typeface="Patrick Hand"/>
              <a:cs typeface="Patrick Hand"/>
              <a:sym typeface="Patrick Hand"/>
            </a:endParaRPr>
          </a:p>
        </p:txBody>
      </p:sp>
      <p:cxnSp>
        <p:nvCxnSpPr>
          <p:cNvPr id="311" name="Google Shape;311;g2601a83bd95_0_93"/>
          <p:cNvCxnSpPr/>
          <p:nvPr/>
        </p:nvCxnSpPr>
        <p:spPr>
          <a:xfrm rot="10800000">
            <a:off x="3035725" y="2132050"/>
            <a:ext cx="390900" cy="248700"/>
          </a:xfrm>
          <a:prstGeom prst="straightConnector1">
            <a:avLst/>
          </a:prstGeom>
          <a:noFill/>
          <a:ln cap="flat" cmpd="sng" w="19050">
            <a:solidFill>
              <a:srgbClr val="009287"/>
            </a:solidFill>
            <a:prstDash val="solid"/>
            <a:round/>
            <a:headEnd len="sm" w="sm" type="none"/>
            <a:tailEnd len="sm" w="sm" type="none"/>
          </a:ln>
        </p:spPr>
      </p:cxnSp>
      <p:cxnSp>
        <p:nvCxnSpPr>
          <p:cNvPr id="312" name="Google Shape;312;g2601a83bd95_0_93"/>
          <p:cNvCxnSpPr/>
          <p:nvPr/>
        </p:nvCxnSpPr>
        <p:spPr>
          <a:xfrm rot="10800000">
            <a:off x="2730925" y="2055850"/>
            <a:ext cx="390900" cy="248700"/>
          </a:xfrm>
          <a:prstGeom prst="straightConnector1">
            <a:avLst/>
          </a:prstGeom>
          <a:noFill/>
          <a:ln cap="flat" cmpd="sng" w="19050">
            <a:solidFill>
              <a:srgbClr val="009287"/>
            </a:solidFill>
            <a:prstDash val="solid"/>
            <a:round/>
            <a:headEnd len="sm" w="sm" type="none"/>
            <a:tailEnd len="sm" w="sm" type="none"/>
          </a:ln>
        </p:spPr>
      </p:cxnSp>
      <p:sp>
        <p:nvSpPr>
          <p:cNvPr id="313" name="Google Shape;313;g2601a83bd95_0_93"/>
          <p:cNvSpPr/>
          <p:nvPr/>
        </p:nvSpPr>
        <p:spPr>
          <a:xfrm>
            <a:off x="2610600" y="1602707"/>
            <a:ext cx="390900" cy="317100"/>
          </a:xfrm>
          <a:prstGeom prst="rect">
            <a:avLst/>
          </a:prstGeom>
          <a:solidFill>
            <a:schemeClr val="lt2"/>
          </a:solidFill>
          <a:ln cap="flat" cmpd="sng" w="952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1900" u="none" cap="none" strike="noStrike">
                <a:solidFill>
                  <a:srgbClr val="000000"/>
                </a:solidFill>
                <a:latin typeface="Patrick Hand"/>
                <a:ea typeface="Patrick Hand"/>
                <a:cs typeface="Patrick Hand"/>
                <a:sym typeface="Patrick Hand"/>
              </a:rPr>
              <a:t>10</a:t>
            </a:r>
            <a:endParaRPr b="0" i="0" sz="1900" u="none" cap="none" strike="noStrike">
              <a:solidFill>
                <a:srgbClr val="000000"/>
              </a:solidFill>
              <a:latin typeface="Patrick Hand"/>
              <a:ea typeface="Patrick Hand"/>
              <a:cs typeface="Patrick Hand"/>
              <a:sym typeface="Patrick Hand"/>
            </a:endParaRPr>
          </a:p>
        </p:txBody>
      </p:sp>
      <p:sp>
        <p:nvSpPr>
          <p:cNvPr id="314" name="Google Shape;314;g2601a83bd95_0_93"/>
          <p:cNvSpPr/>
          <p:nvPr/>
        </p:nvSpPr>
        <p:spPr>
          <a:xfrm>
            <a:off x="2229600" y="1602707"/>
            <a:ext cx="390900" cy="317100"/>
          </a:xfrm>
          <a:prstGeom prst="rect">
            <a:avLst/>
          </a:prstGeom>
          <a:solidFill>
            <a:schemeClr val="lt2"/>
          </a:solidFill>
          <a:ln cap="flat" cmpd="sng" w="952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1900" u="none" cap="none" strike="noStrike">
                <a:solidFill>
                  <a:srgbClr val="000000"/>
                </a:solidFill>
                <a:latin typeface="Patrick Hand"/>
                <a:ea typeface="Patrick Hand"/>
                <a:cs typeface="Patrick Hand"/>
                <a:sym typeface="Patrick Hand"/>
              </a:rPr>
              <a:t>7</a:t>
            </a:r>
            <a:endParaRPr b="0" i="0" sz="1900" u="none" cap="none" strike="noStrike">
              <a:solidFill>
                <a:srgbClr val="000000"/>
              </a:solidFill>
              <a:latin typeface="Patrick Hand"/>
              <a:ea typeface="Patrick Hand"/>
              <a:cs typeface="Patrick Hand"/>
              <a:sym typeface="Patrick Hand"/>
            </a:endParaRPr>
          </a:p>
        </p:txBody>
      </p:sp>
      <p:sp>
        <p:nvSpPr>
          <p:cNvPr id="315" name="Google Shape;315;g2601a83bd95_0_93"/>
          <p:cNvSpPr/>
          <p:nvPr/>
        </p:nvSpPr>
        <p:spPr>
          <a:xfrm>
            <a:off x="2610600" y="1297907"/>
            <a:ext cx="390900" cy="317100"/>
          </a:xfrm>
          <a:prstGeom prst="rect">
            <a:avLst/>
          </a:prstGeom>
          <a:solidFill>
            <a:schemeClr val="lt2"/>
          </a:solidFill>
          <a:ln cap="flat" cmpd="sng" w="952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1900" u="none" cap="none" strike="noStrike">
                <a:solidFill>
                  <a:srgbClr val="000000"/>
                </a:solidFill>
                <a:latin typeface="Patrick Hand"/>
                <a:ea typeface="Patrick Hand"/>
                <a:cs typeface="Patrick Hand"/>
                <a:sym typeface="Patrick Hand"/>
              </a:rPr>
              <a:t>9</a:t>
            </a:r>
            <a:endParaRPr b="0" i="0" sz="1900" u="none" cap="none" strike="noStrike">
              <a:solidFill>
                <a:srgbClr val="000000"/>
              </a:solidFill>
              <a:latin typeface="Patrick Hand"/>
              <a:ea typeface="Patrick Hand"/>
              <a:cs typeface="Patrick Hand"/>
              <a:sym typeface="Patrick Hand"/>
            </a:endParaRPr>
          </a:p>
        </p:txBody>
      </p:sp>
      <p:cxnSp>
        <p:nvCxnSpPr>
          <p:cNvPr id="316" name="Google Shape;316;g2601a83bd95_0_93"/>
          <p:cNvCxnSpPr/>
          <p:nvPr/>
        </p:nvCxnSpPr>
        <p:spPr>
          <a:xfrm rot="10800000">
            <a:off x="2273725" y="2055850"/>
            <a:ext cx="390900" cy="248700"/>
          </a:xfrm>
          <a:prstGeom prst="straightConnector1">
            <a:avLst/>
          </a:prstGeom>
          <a:noFill/>
          <a:ln cap="flat" cmpd="sng" w="19050">
            <a:solidFill>
              <a:srgbClr val="009287"/>
            </a:solidFill>
            <a:prstDash val="solid"/>
            <a:round/>
            <a:headEnd len="sm" w="sm" type="none"/>
            <a:tailEnd len="sm" w="sm" type="none"/>
          </a:ln>
        </p:spPr>
      </p:cxnSp>
      <p:cxnSp>
        <p:nvCxnSpPr>
          <p:cNvPr id="317" name="Google Shape;317;g2601a83bd95_0_93"/>
          <p:cNvCxnSpPr/>
          <p:nvPr/>
        </p:nvCxnSpPr>
        <p:spPr>
          <a:xfrm rot="10800000">
            <a:off x="2578525" y="1674850"/>
            <a:ext cx="390900" cy="248700"/>
          </a:xfrm>
          <a:prstGeom prst="straightConnector1">
            <a:avLst/>
          </a:prstGeom>
          <a:noFill/>
          <a:ln cap="flat" cmpd="sng" w="19050">
            <a:solidFill>
              <a:srgbClr val="009287"/>
            </a:solidFill>
            <a:prstDash val="solid"/>
            <a:round/>
            <a:headEnd len="sm" w="sm" type="none"/>
            <a:tailEnd len="sm" w="sm" type="none"/>
          </a:ln>
        </p:spPr>
      </p:cxnSp>
      <p:sp>
        <p:nvSpPr>
          <p:cNvPr id="318" name="Google Shape;318;g2601a83bd95_0_93"/>
          <p:cNvSpPr txBox="1"/>
          <p:nvPr/>
        </p:nvSpPr>
        <p:spPr>
          <a:xfrm>
            <a:off x="4903625" y="1753775"/>
            <a:ext cx="1616700" cy="1510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rgbClr val="000000"/>
                </a:solidFill>
                <a:latin typeface="Patrick Hand"/>
                <a:ea typeface="Patrick Hand"/>
                <a:cs typeface="Patrick Hand"/>
                <a:sym typeface="Patrick Hand"/>
              </a:rPr>
              <a:t>    6  0 0 </a:t>
            </a:r>
            <a:endParaRPr b="0" i="0" sz="3400" u="none" cap="none" strike="noStrike">
              <a:solidFill>
                <a:srgbClr val="000000"/>
              </a:solidFill>
              <a:latin typeface="Patrick Hand"/>
              <a:ea typeface="Patrick Hand"/>
              <a:cs typeface="Patrick Hand"/>
              <a:sym typeface="Patrick Hand"/>
            </a:endParaRPr>
          </a:p>
          <a:p>
            <a:pPr indent="-444500" lvl="0" marL="457200" marR="0" rtl="0" algn="l">
              <a:lnSpc>
                <a:spcPct val="100000"/>
              </a:lnSpc>
              <a:spcBef>
                <a:spcPts val="0"/>
              </a:spcBef>
              <a:spcAft>
                <a:spcPts val="0"/>
              </a:spcAft>
              <a:buClr>
                <a:srgbClr val="000000"/>
              </a:buClr>
              <a:buSzPts val="3400"/>
              <a:buFont typeface="Patrick Hand"/>
              <a:buChar char="-"/>
            </a:pPr>
            <a:r>
              <a:rPr b="0" i="0" lang="es-ES" sz="3400" u="none" cap="none" strike="noStrike">
                <a:solidFill>
                  <a:srgbClr val="000000"/>
                </a:solidFill>
                <a:latin typeface="Patrick Hand"/>
                <a:ea typeface="Patrick Hand"/>
                <a:cs typeface="Patrick Hand"/>
                <a:sym typeface="Patrick Hand"/>
              </a:rPr>
              <a:t>1 3 4</a:t>
            </a:r>
            <a:endParaRPr b="0" i="0" sz="3400" u="none" cap="none" strike="noStrike">
              <a:solidFill>
                <a:srgbClr val="000000"/>
              </a:solidFill>
              <a:latin typeface="Patrick Hand"/>
              <a:ea typeface="Patrick Hand"/>
              <a:cs typeface="Patrick Hand"/>
              <a:sym typeface="Patrick Hand"/>
            </a:endParaRPr>
          </a:p>
        </p:txBody>
      </p:sp>
      <p:sp>
        <p:nvSpPr>
          <p:cNvPr id="319" name="Google Shape;319;g2601a83bd95_0_93"/>
          <p:cNvSpPr txBox="1"/>
          <p:nvPr/>
        </p:nvSpPr>
        <p:spPr>
          <a:xfrm>
            <a:off x="5301750" y="2830775"/>
            <a:ext cx="11475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chemeClr val="dk1"/>
                </a:solidFill>
                <a:latin typeface="Patrick Hand"/>
                <a:ea typeface="Patrick Hand"/>
                <a:cs typeface="Patrick Hand"/>
                <a:sym typeface="Patrick Hand"/>
              </a:rPr>
              <a:t> 4 6 6</a:t>
            </a:r>
            <a:endParaRPr b="0" i="0" sz="1400" u="none" cap="none" strike="noStrike">
              <a:solidFill>
                <a:srgbClr val="000000"/>
              </a:solidFill>
              <a:latin typeface="Arial"/>
              <a:ea typeface="Arial"/>
              <a:cs typeface="Arial"/>
              <a:sym typeface="Arial"/>
            </a:endParaRPr>
          </a:p>
        </p:txBody>
      </p:sp>
      <p:cxnSp>
        <p:nvCxnSpPr>
          <p:cNvPr id="320" name="Google Shape;320;g2601a83bd95_0_93"/>
          <p:cNvCxnSpPr/>
          <p:nvPr/>
        </p:nvCxnSpPr>
        <p:spPr>
          <a:xfrm>
            <a:off x="5149625" y="2890850"/>
            <a:ext cx="1172700" cy="0"/>
          </a:xfrm>
          <a:prstGeom prst="straightConnector1">
            <a:avLst/>
          </a:prstGeom>
          <a:noFill/>
          <a:ln cap="flat" cmpd="sng" w="9525">
            <a:solidFill>
              <a:schemeClr val="dk1"/>
            </a:solidFill>
            <a:prstDash val="solid"/>
            <a:round/>
            <a:headEnd len="sm" w="sm" type="none"/>
            <a:tailEnd len="sm" w="sm" type="none"/>
          </a:ln>
        </p:spPr>
      </p:cxnSp>
      <p:sp>
        <p:nvSpPr>
          <p:cNvPr id="321" name="Google Shape;321;g2601a83bd95_0_93"/>
          <p:cNvSpPr/>
          <p:nvPr/>
        </p:nvSpPr>
        <p:spPr>
          <a:xfrm>
            <a:off x="5963400" y="1526507"/>
            <a:ext cx="390900" cy="317100"/>
          </a:xfrm>
          <a:prstGeom prst="rect">
            <a:avLst/>
          </a:prstGeom>
          <a:solidFill>
            <a:schemeClr val="lt2"/>
          </a:solidFill>
          <a:ln cap="flat" cmpd="sng" w="952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1900" u="none" cap="none" strike="noStrike">
                <a:solidFill>
                  <a:srgbClr val="000000"/>
                </a:solidFill>
                <a:latin typeface="Patrick Hand"/>
                <a:ea typeface="Patrick Hand"/>
                <a:cs typeface="Patrick Hand"/>
                <a:sym typeface="Patrick Hand"/>
              </a:rPr>
              <a:t>10</a:t>
            </a:r>
            <a:endParaRPr b="0" i="0" sz="1900" u="none" cap="none" strike="noStrike">
              <a:solidFill>
                <a:srgbClr val="000000"/>
              </a:solidFill>
              <a:latin typeface="Patrick Hand"/>
              <a:ea typeface="Patrick Hand"/>
              <a:cs typeface="Patrick Hand"/>
              <a:sym typeface="Patrick Hand"/>
            </a:endParaRPr>
          </a:p>
        </p:txBody>
      </p:sp>
      <p:cxnSp>
        <p:nvCxnSpPr>
          <p:cNvPr id="322" name="Google Shape;322;g2601a83bd95_0_93"/>
          <p:cNvCxnSpPr/>
          <p:nvPr/>
        </p:nvCxnSpPr>
        <p:spPr>
          <a:xfrm rot="10800000">
            <a:off x="6007525" y="2055850"/>
            <a:ext cx="390900" cy="248700"/>
          </a:xfrm>
          <a:prstGeom prst="straightConnector1">
            <a:avLst/>
          </a:prstGeom>
          <a:noFill/>
          <a:ln cap="flat" cmpd="sng" w="19050">
            <a:solidFill>
              <a:srgbClr val="009287"/>
            </a:solidFill>
            <a:prstDash val="solid"/>
            <a:round/>
            <a:headEnd len="sm" w="sm" type="none"/>
            <a:tailEnd len="sm" w="sm" type="none"/>
          </a:ln>
        </p:spPr>
      </p:cxnSp>
      <p:cxnSp>
        <p:nvCxnSpPr>
          <p:cNvPr id="323" name="Google Shape;323;g2601a83bd95_0_93"/>
          <p:cNvCxnSpPr/>
          <p:nvPr/>
        </p:nvCxnSpPr>
        <p:spPr>
          <a:xfrm rot="10800000">
            <a:off x="5702725" y="1979650"/>
            <a:ext cx="390900" cy="248700"/>
          </a:xfrm>
          <a:prstGeom prst="straightConnector1">
            <a:avLst/>
          </a:prstGeom>
          <a:noFill/>
          <a:ln cap="flat" cmpd="sng" w="19050">
            <a:solidFill>
              <a:srgbClr val="009287"/>
            </a:solidFill>
            <a:prstDash val="solid"/>
            <a:round/>
            <a:headEnd len="sm" w="sm" type="none"/>
            <a:tailEnd len="sm" w="sm" type="none"/>
          </a:ln>
        </p:spPr>
      </p:cxnSp>
      <p:sp>
        <p:nvSpPr>
          <p:cNvPr id="324" name="Google Shape;324;g2601a83bd95_0_93"/>
          <p:cNvSpPr/>
          <p:nvPr/>
        </p:nvSpPr>
        <p:spPr>
          <a:xfrm>
            <a:off x="5582400" y="1526507"/>
            <a:ext cx="390900" cy="317100"/>
          </a:xfrm>
          <a:prstGeom prst="rect">
            <a:avLst/>
          </a:prstGeom>
          <a:solidFill>
            <a:schemeClr val="lt2"/>
          </a:solidFill>
          <a:ln cap="flat" cmpd="sng" w="952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1900" u="none" cap="none" strike="noStrike">
                <a:solidFill>
                  <a:srgbClr val="000000"/>
                </a:solidFill>
                <a:latin typeface="Patrick Hand"/>
                <a:ea typeface="Patrick Hand"/>
                <a:cs typeface="Patrick Hand"/>
                <a:sym typeface="Patrick Hand"/>
              </a:rPr>
              <a:t>10</a:t>
            </a:r>
            <a:endParaRPr b="0" i="0" sz="1900" u="none" cap="none" strike="noStrike">
              <a:solidFill>
                <a:srgbClr val="000000"/>
              </a:solidFill>
              <a:latin typeface="Patrick Hand"/>
              <a:ea typeface="Patrick Hand"/>
              <a:cs typeface="Patrick Hand"/>
              <a:sym typeface="Patrick Hand"/>
            </a:endParaRPr>
          </a:p>
        </p:txBody>
      </p:sp>
      <p:sp>
        <p:nvSpPr>
          <p:cNvPr id="325" name="Google Shape;325;g2601a83bd95_0_93"/>
          <p:cNvSpPr/>
          <p:nvPr/>
        </p:nvSpPr>
        <p:spPr>
          <a:xfrm>
            <a:off x="5201400" y="1526507"/>
            <a:ext cx="390900" cy="317100"/>
          </a:xfrm>
          <a:prstGeom prst="rect">
            <a:avLst/>
          </a:prstGeom>
          <a:solidFill>
            <a:schemeClr val="lt2"/>
          </a:solidFill>
          <a:ln cap="flat" cmpd="sng" w="952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1900" u="none" cap="none" strike="noStrike">
                <a:solidFill>
                  <a:srgbClr val="000000"/>
                </a:solidFill>
                <a:latin typeface="Patrick Hand"/>
                <a:ea typeface="Patrick Hand"/>
                <a:cs typeface="Patrick Hand"/>
                <a:sym typeface="Patrick Hand"/>
              </a:rPr>
              <a:t>5</a:t>
            </a:r>
            <a:endParaRPr b="0" i="0" sz="1900" u="none" cap="none" strike="noStrike">
              <a:solidFill>
                <a:srgbClr val="000000"/>
              </a:solidFill>
              <a:latin typeface="Patrick Hand"/>
              <a:ea typeface="Patrick Hand"/>
              <a:cs typeface="Patrick Hand"/>
              <a:sym typeface="Patrick Hand"/>
            </a:endParaRPr>
          </a:p>
        </p:txBody>
      </p:sp>
      <p:sp>
        <p:nvSpPr>
          <p:cNvPr id="326" name="Google Shape;326;g2601a83bd95_0_93"/>
          <p:cNvSpPr/>
          <p:nvPr/>
        </p:nvSpPr>
        <p:spPr>
          <a:xfrm>
            <a:off x="5582400" y="1221707"/>
            <a:ext cx="390900" cy="317100"/>
          </a:xfrm>
          <a:prstGeom prst="rect">
            <a:avLst/>
          </a:prstGeom>
          <a:solidFill>
            <a:schemeClr val="lt2"/>
          </a:solidFill>
          <a:ln cap="flat" cmpd="sng" w="952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1900" u="none" cap="none" strike="noStrike">
                <a:solidFill>
                  <a:srgbClr val="000000"/>
                </a:solidFill>
                <a:latin typeface="Patrick Hand"/>
                <a:ea typeface="Patrick Hand"/>
                <a:cs typeface="Patrick Hand"/>
                <a:sym typeface="Patrick Hand"/>
              </a:rPr>
              <a:t>9</a:t>
            </a:r>
            <a:endParaRPr b="0" i="0" sz="1900" u="none" cap="none" strike="noStrike">
              <a:solidFill>
                <a:srgbClr val="000000"/>
              </a:solidFill>
              <a:latin typeface="Patrick Hand"/>
              <a:ea typeface="Patrick Hand"/>
              <a:cs typeface="Patrick Hand"/>
              <a:sym typeface="Patrick Hand"/>
            </a:endParaRPr>
          </a:p>
        </p:txBody>
      </p:sp>
      <p:cxnSp>
        <p:nvCxnSpPr>
          <p:cNvPr id="327" name="Google Shape;327;g2601a83bd95_0_93"/>
          <p:cNvCxnSpPr/>
          <p:nvPr/>
        </p:nvCxnSpPr>
        <p:spPr>
          <a:xfrm rot="10800000">
            <a:off x="5245525" y="1979650"/>
            <a:ext cx="390900" cy="248700"/>
          </a:xfrm>
          <a:prstGeom prst="straightConnector1">
            <a:avLst/>
          </a:prstGeom>
          <a:noFill/>
          <a:ln cap="flat" cmpd="sng" w="19050">
            <a:solidFill>
              <a:srgbClr val="009287"/>
            </a:solidFill>
            <a:prstDash val="solid"/>
            <a:round/>
            <a:headEnd len="sm" w="sm" type="none"/>
            <a:tailEnd len="sm" w="sm" type="none"/>
          </a:ln>
        </p:spPr>
      </p:cxnSp>
      <p:cxnSp>
        <p:nvCxnSpPr>
          <p:cNvPr id="328" name="Google Shape;328;g2601a83bd95_0_93"/>
          <p:cNvCxnSpPr/>
          <p:nvPr/>
        </p:nvCxnSpPr>
        <p:spPr>
          <a:xfrm rot="10800000">
            <a:off x="5550325" y="1598650"/>
            <a:ext cx="390900" cy="248700"/>
          </a:xfrm>
          <a:prstGeom prst="straightConnector1">
            <a:avLst/>
          </a:prstGeom>
          <a:noFill/>
          <a:ln cap="flat" cmpd="sng" w="19050">
            <a:solidFill>
              <a:srgbClr val="009287"/>
            </a:solidFill>
            <a:prstDash val="solid"/>
            <a:round/>
            <a:headEnd len="sm" w="sm" type="none"/>
            <a:tailEnd len="sm" w="sm" type="none"/>
          </a:ln>
        </p:spPr>
      </p:cxnSp>
      <p:sp>
        <p:nvSpPr>
          <p:cNvPr id="329" name="Google Shape;329;g2601a83bd95_0_93"/>
          <p:cNvSpPr txBox="1"/>
          <p:nvPr/>
        </p:nvSpPr>
        <p:spPr>
          <a:xfrm>
            <a:off x="8408825" y="1753775"/>
            <a:ext cx="1616700" cy="1510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rgbClr val="000000"/>
                </a:solidFill>
                <a:latin typeface="Patrick Hand"/>
                <a:ea typeface="Patrick Hand"/>
                <a:cs typeface="Patrick Hand"/>
                <a:sym typeface="Patrick Hand"/>
              </a:rPr>
              <a:t>    2  0 0 </a:t>
            </a:r>
            <a:endParaRPr b="0" i="0" sz="3400" u="none" cap="none" strike="noStrike">
              <a:solidFill>
                <a:srgbClr val="000000"/>
              </a:solidFill>
              <a:latin typeface="Patrick Hand"/>
              <a:ea typeface="Patrick Hand"/>
              <a:cs typeface="Patrick Hand"/>
              <a:sym typeface="Patrick Hand"/>
            </a:endParaRPr>
          </a:p>
          <a:p>
            <a:pPr indent="-444500" lvl="0" marL="457200" marR="0" rtl="0" algn="l">
              <a:lnSpc>
                <a:spcPct val="100000"/>
              </a:lnSpc>
              <a:spcBef>
                <a:spcPts val="0"/>
              </a:spcBef>
              <a:spcAft>
                <a:spcPts val="0"/>
              </a:spcAft>
              <a:buClr>
                <a:srgbClr val="000000"/>
              </a:buClr>
              <a:buSzPts val="3400"/>
              <a:buFont typeface="Patrick Hand"/>
              <a:buChar char="-"/>
            </a:pPr>
            <a:r>
              <a:rPr b="0" i="0" lang="es-ES" sz="3400" u="none" cap="none" strike="noStrike">
                <a:solidFill>
                  <a:srgbClr val="000000"/>
                </a:solidFill>
                <a:latin typeface="Patrick Hand"/>
                <a:ea typeface="Patrick Hand"/>
                <a:cs typeface="Patrick Hand"/>
                <a:sym typeface="Patrick Hand"/>
              </a:rPr>
              <a:t>1 2 2</a:t>
            </a:r>
            <a:endParaRPr b="0" i="0" sz="3400" u="none" cap="none" strike="noStrike">
              <a:solidFill>
                <a:srgbClr val="000000"/>
              </a:solidFill>
              <a:latin typeface="Patrick Hand"/>
              <a:ea typeface="Patrick Hand"/>
              <a:cs typeface="Patrick Hand"/>
              <a:sym typeface="Patrick Hand"/>
            </a:endParaRPr>
          </a:p>
        </p:txBody>
      </p:sp>
      <p:sp>
        <p:nvSpPr>
          <p:cNvPr id="330" name="Google Shape;330;g2601a83bd95_0_93"/>
          <p:cNvSpPr txBox="1"/>
          <p:nvPr/>
        </p:nvSpPr>
        <p:spPr>
          <a:xfrm>
            <a:off x="8806950" y="2830775"/>
            <a:ext cx="11475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chemeClr val="dk1"/>
                </a:solidFill>
                <a:latin typeface="Patrick Hand"/>
                <a:ea typeface="Patrick Hand"/>
                <a:cs typeface="Patrick Hand"/>
                <a:sym typeface="Patrick Hand"/>
              </a:rPr>
              <a:t>    7 8</a:t>
            </a:r>
            <a:endParaRPr b="0" i="0" sz="1400" u="none" cap="none" strike="noStrike">
              <a:solidFill>
                <a:srgbClr val="000000"/>
              </a:solidFill>
              <a:latin typeface="Arial"/>
              <a:ea typeface="Arial"/>
              <a:cs typeface="Arial"/>
              <a:sym typeface="Arial"/>
            </a:endParaRPr>
          </a:p>
        </p:txBody>
      </p:sp>
      <p:cxnSp>
        <p:nvCxnSpPr>
          <p:cNvPr id="331" name="Google Shape;331;g2601a83bd95_0_93"/>
          <p:cNvCxnSpPr/>
          <p:nvPr/>
        </p:nvCxnSpPr>
        <p:spPr>
          <a:xfrm>
            <a:off x="8654825" y="2890850"/>
            <a:ext cx="1172700" cy="0"/>
          </a:xfrm>
          <a:prstGeom prst="straightConnector1">
            <a:avLst/>
          </a:prstGeom>
          <a:noFill/>
          <a:ln cap="flat" cmpd="sng" w="9525">
            <a:solidFill>
              <a:schemeClr val="dk1"/>
            </a:solidFill>
            <a:prstDash val="solid"/>
            <a:round/>
            <a:headEnd len="sm" w="sm" type="none"/>
            <a:tailEnd len="sm" w="sm" type="none"/>
          </a:ln>
        </p:spPr>
      </p:cxnSp>
      <p:sp>
        <p:nvSpPr>
          <p:cNvPr id="332" name="Google Shape;332;g2601a83bd95_0_93"/>
          <p:cNvSpPr/>
          <p:nvPr/>
        </p:nvSpPr>
        <p:spPr>
          <a:xfrm>
            <a:off x="9468600" y="1526507"/>
            <a:ext cx="390900" cy="317100"/>
          </a:xfrm>
          <a:prstGeom prst="rect">
            <a:avLst/>
          </a:prstGeom>
          <a:solidFill>
            <a:schemeClr val="lt2"/>
          </a:solidFill>
          <a:ln cap="flat" cmpd="sng" w="952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1900" u="none" cap="none" strike="noStrike">
                <a:solidFill>
                  <a:srgbClr val="000000"/>
                </a:solidFill>
                <a:latin typeface="Patrick Hand"/>
                <a:ea typeface="Patrick Hand"/>
                <a:cs typeface="Patrick Hand"/>
                <a:sym typeface="Patrick Hand"/>
              </a:rPr>
              <a:t>10</a:t>
            </a:r>
            <a:endParaRPr b="0" i="0" sz="1900" u="none" cap="none" strike="noStrike">
              <a:solidFill>
                <a:srgbClr val="000000"/>
              </a:solidFill>
              <a:latin typeface="Patrick Hand"/>
              <a:ea typeface="Patrick Hand"/>
              <a:cs typeface="Patrick Hand"/>
              <a:sym typeface="Patrick Hand"/>
            </a:endParaRPr>
          </a:p>
        </p:txBody>
      </p:sp>
      <p:cxnSp>
        <p:nvCxnSpPr>
          <p:cNvPr id="333" name="Google Shape;333;g2601a83bd95_0_93"/>
          <p:cNvCxnSpPr/>
          <p:nvPr/>
        </p:nvCxnSpPr>
        <p:spPr>
          <a:xfrm rot="10800000">
            <a:off x="9512725" y="2055850"/>
            <a:ext cx="390900" cy="248700"/>
          </a:xfrm>
          <a:prstGeom prst="straightConnector1">
            <a:avLst/>
          </a:prstGeom>
          <a:noFill/>
          <a:ln cap="flat" cmpd="sng" w="19050">
            <a:solidFill>
              <a:srgbClr val="009287"/>
            </a:solidFill>
            <a:prstDash val="solid"/>
            <a:round/>
            <a:headEnd len="sm" w="sm" type="none"/>
            <a:tailEnd len="sm" w="sm" type="none"/>
          </a:ln>
        </p:spPr>
      </p:cxnSp>
      <p:cxnSp>
        <p:nvCxnSpPr>
          <p:cNvPr id="334" name="Google Shape;334;g2601a83bd95_0_93"/>
          <p:cNvCxnSpPr/>
          <p:nvPr/>
        </p:nvCxnSpPr>
        <p:spPr>
          <a:xfrm rot="10800000">
            <a:off x="9207925" y="1979650"/>
            <a:ext cx="390900" cy="248700"/>
          </a:xfrm>
          <a:prstGeom prst="straightConnector1">
            <a:avLst/>
          </a:prstGeom>
          <a:noFill/>
          <a:ln cap="flat" cmpd="sng" w="19050">
            <a:solidFill>
              <a:srgbClr val="009287"/>
            </a:solidFill>
            <a:prstDash val="solid"/>
            <a:round/>
            <a:headEnd len="sm" w="sm" type="none"/>
            <a:tailEnd len="sm" w="sm" type="none"/>
          </a:ln>
        </p:spPr>
      </p:cxnSp>
      <p:sp>
        <p:nvSpPr>
          <p:cNvPr id="335" name="Google Shape;335;g2601a83bd95_0_93"/>
          <p:cNvSpPr/>
          <p:nvPr/>
        </p:nvSpPr>
        <p:spPr>
          <a:xfrm>
            <a:off x="9087600" y="1526507"/>
            <a:ext cx="390900" cy="317100"/>
          </a:xfrm>
          <a:prstGeom prst="rect">
            <a:avLst/>
          </a:prstGeom>
          <a:solidFill>
            <a:schemeClr val="lt2"/>
          </a:solidFill>
          <a:ln cap="flat" cmpd="sng" w="952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1900" u="none" cap="none" strike="noStrike">
                <a:solidFill>
                  <a:srgbClr val="000000"/>
                </a:solidFill>
                <a:latin typeface="Patrick Hand"/>
                <a:ea typeface="Patrick Hand"/>
                <a:cs typeface="Patrick Hand"/>
                <a:sym typeface="Patrick Hand"/>
              </a:rPr>
              <a:t>10</a:t>
            </a:r>
            <a:endParaRPr b="0" i="0" sz="1900" u="none" cap="none" strike="noStrike">
              <a:solidFill>
                <a:srgbClr val="000000"/>
              </a:solidFill>
              <a:latin typeface="Patrick Hand"/>
              <a:ea typeface="Patrick Hand"/>
              <a:cs typeface="Patrick Hand"/>
              <a:sym typeface="Patrick Hand"/>
            </a:endParaRPr>
          </a:p>
        </p:txBody>
      </p:sp>
      <p:sp>
        <p:nvSpPr>
          <p:cNvPr id="336" name="Google Shape;336;g2601a83bd95_0_93"/>
          <p:cNvSpPr/>
          <p:nvPr/>
        </p:nvSpPr>
        <p:spPr>
          <a:xfrm>
            <a:off x="8706600" y="1526507"/>
            <a:ext cx="390900" cy="317100"/>
          </a:xfrm>
          <a:prstGeom prst="rect">
            <a:avLst/>
          </a:prstGeom>
          <a:solidFill>
            <a:schemeClr val="lt2"/>
          </a:solidFill>
          <a:ln cap="flat" cmpd="sng" w="952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1900" u="none" cap="none" strike="noStrike">
                <a:solidFill>
                  <a:srgbClr val="000000"/>
                </a:solidFill>
                <a:latin typeface="Patrick Hand"/>
                <a:ea typeface="Patrick Hand"/>
                <a:cs typeface="Patrick Hand"/>
                <a:sym typeface="Patrick Hand"/>
              </a:rPr>
              <a:t>1</a:t>
            </a:r>
            <a:endParaRPr b="0" i="0" sz="1900" u="none" cap="none" strike="noStrike">
              <a:solidFill>
                <a:srgbClr val="000000"/>
              </a:solidFill>
              <a:latin typeface="Patrick Hand"/>
              <a:ea typeface="Patrick Hand"/>
              <a:cs typeface="Patrick Hand"/>
              <a:sym typeface="Patrick Hand"/>
            </a:endParaRPr>
          </a:p>
        </p:txBody>
      </p:sp>
      <p:sp>
        <p:nvSpPr>
          <p:cNvPr id="337" name="Google Shape;337;g2601a83bd95_0_93"/>
          <p:cNvSpPr/>
          <p:nvPr/>
        </p:nvSpPr>
        <p:spPr>
          <a:xfrm>
            <a:off x="9087600" y="1221707"/>
            <a:ext cx="390900" cy="317100"/>
          </a:xfrm>
          <a:prstGeom prst="rect">
            <a:avLst/>
          </a:prstGeom>
          <a:solidFill>
            <a:schemeClr val="lt2"/>
          </a:solidFill>
          <a:ln cap="flat" cmpd="sng" w="952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1900" u="none" cap="none" strike="noStrike">
                <a:solidFill>
                  <a:srgbClr val="000000"/>
                </a:solidFill>
                <a:latin typeface="Patrick Hand"/>
                <a:ea typeface="Patrick Hand"/>
                <a:cs typeface="Patrick Hand"/>
                <a:sym typeface="Patrick Hand"/>
              </a:rPr>
              <a:t>9</a:t>
            </a:r>
            <a:endParaRPr b="0" i="0" sz="1900" u="none" cap="none" strike="noStrike">
              <a:solidFill>
                <a:srgbClr val="000000"/>
              </a:solidFill>
              <a:latin typeface="Patrick Hand"/>
              <a:ea typeface="Patrick Hand"/>
              <a:cs typeface="Patrick Hand"/>
              <a:sym typeface="Patrick Hand"/>
            </a:endParaRPr>
          </a:p>
        </p:txBody>
      </p:sp>
      <p:cxnSp>
        <p:nvCxnSpPr>
          <p:cNvPr id="338" name="Google Shape;338;g2601a83bd95_0_93"/>
          <p:cNvCxnSpPr/>
          <p:nvPr/>
        </p:nvCxnSpPr>
        <p:spPr>
          <a:xfrm rot="10800000">
            <a:off x="8750725" y="1979650"/>
            <a:ext cx="390900" cy="248700"/>
          </a:xfrm>
          <a:prstGeom prst="straightConnector1">
            <a:avLst/>
          </a:prstGeom>
          <a:noFill/>
          <a:ln cap="flat" cmpd="sng" w="19050">
            <a:solidFill>
              <a:srgbClr val="009287"/>
            </a:solidFill>
            <a:prstDash val="solid"/>
            <a:round/>
            <a:headEnd len="sm" w="sm" type="none"/>
            <a:tailEnd len="sm" w="sm" type="none"/>
          </a:ln>
        </p:spPr>
      </p:cxnSp>
      <p:cxnSp>
        <p:nvCxnSpPr>
          <p:cNvPr id="339" name="Google Shape;339;g2601a83bd95_0_93"/>
          <p:cNvCxnSpPr/>
          <p:nvPr/>
        </p:nvCxnSpPr>
        <p:spPr>
          <a:xfrm rot="10800000">
            <a:off x="9055525" y="1598650"/>
            <a:ext cx="390900" cy="248700"/>
          </a:xfrm>
          <a:prstGeom prst="straightConnector1">
            <a:avLst/>
          </a:prstGeom>
          <a:noFill/>
          <a:ln cap="flat" cmpd="sng" w="19050">
            <a:solidFill>
              <a:srgbClr val="009287"/>
            </a:solidFill>
            <a:prstDash val="solid"/>
            <a:round/>
            <a:headEnd len="sm" w="sm" type="none"/>
            <a:tailEnd len="sm" w="sm" type="none"/>
          </a:ln>
        </p:spPr>
      </p:cxnSp>
      <p:sp>
        <p:nvSpPr>
          <p:cNvPr id="340" name="Google Shape;340;g2601a83bd95_0_93"/>
          <p:cNvSpPr txBox="1"/>
          <p:nvPr/>
        </p:nvSpPr>
        <p:spPr>
          <a:xfrm>
            <a:off x="2008025" y="4649375"/>
            <a:ext cx="1616700" cy="1510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rgbClr val="000000"/>
                </a:solidFill>
                <a:latin typeface="Patrick Hand"/>
                <a:ea typeface="Patrick Hand"/>
                <a:cs typeface="Patrick Hand"/>
                <a:sym typeface="Patrick Hand"/>
              </a:rPr>
              <a:t>    5  0 0 </a:t>
            </a:r>
            <a:endParaRPr b="0" i="0" sz="3400" u="none" cap="none" strike="noStrike">
              <a:solidFill>
                <a:srgbClr val="000000"/>
              </a:solidFill>
              <a:latin typeface="Patrick Hand"/>
              <a:ea typeface="Patrick Hand"/>
              <a:cs typeface="Patrick Hand"/>
              <a:sym typeface="Patrick Hand"/>
            </a:endParaRPr>
          </a:p>
          <a:p>
            <a:pPr indent="-444500" lvl="0" marL="457200" marR="0" rtl="0" algn="l">
              <a:lnSpc>
                <a:spcPct val="100000"/>
              </a:lnSpc>
              <a:spcBef>
                <a:spcPts val="0"/>
              </a:spcBef>
              <a:spcAft>
                <a:spcPts val="0"/>
              </a:spcAft>
              <a:buClr>
                <a:srgbClr val="000000"/>
              </a:buClr>
              <a:buSzPts val="3400"/>
              <a:buFont typeface="Patrick Hand"/>
              <a:buChar char="-"/>
            </a:pPr>
            <a:r>
              <a:rPr b="0" i="0" lang="es-ES" sz="3400" u="none" cap="none" strike="noStrike">
                <a:solidFill>
                  <a:srgbClr val="000000"/>
                </a:solidFill>
                <a:latin typeface="Patrick Hand"/>
                <a:ea typeface="Patrick Hand"/>
                <a:cs typeface="Patrick Hand"/>
                <a:sym typeface="Patrick Hand"/>
              </a:rPr>
              <a:t>3 8 7</a:t>
            </a:r>
            <a:endParaRPr b="0" i="0" sz="3400" u="none" cap="none" strike="noStrike">
              <a:solidFill>
                <a:srgbClr val="000000"/>
              </a:solidFill>
              <a:latin typeface="Patrick Hand"/>
              <a:ea typeface="Patrick Hand"/>
              <a:cs typeface="Patrick Hand"/>
              <a:sym typeface="Patrick Hand"/>
            </a:endParaRPr>
          </a:p>
        </p:txBody>
      </p:sp>
      <p:sp>
        <p:nvSpPr>
          <p:cNvPr id="341" name="Google Shape;341;g2601a83bd95_0_93"/>
          <p:cNvSpPr txBox="1"/>
          <p:nvPr/>
        </p:nvSpPr>
        <p:spPr>
          <a:xfrm>
            <a:off x="2406150" y="5726375"/>
            <a:ext cx="11475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chemeClr val="dk1"/>
                </a:solidFill>
                <a:latin typeface="Patrick Hand"/>
                <a:ea typeface="Patrick Hand"/>
                <a:cs typeface="Patrick Hand"/>
                <a:sym typeface="Patrick Hand"/>
              </a:rPr>
              <a:t> 1 1 3</a:t>
            </a:r>
            <a:endParaRPr b="0" i="0" sz="1400" u="none" cap="none" strike="noStrike">
              <a:solidFill>
                <a:srgbClr val="000000"/>
              </a:solidFill>
              <a:latin typeface="Arial"/>
              <a:ea typeface="Arial"/>
              <a:cs typeface="Arial"/>
              <a:sym typeface="Arial"/>
            </a:endParaRPr>
          </a:p>
        </p:txBody>
      </p:sp>
      <p:cxnSp>
        <p:nvCxnSpPr>
          <p:cNvPr id="342" name="Google Shape;342;g2601a83bd95_0_93"/>
          <p:cNvCxnSpPr/>
          <p:nvPr/>
        </p:nvCxnSpPr>
        <p:spPr>
          <a:xfrm>
            <a:off x="2254025" y="5786450"/>
            <a:ext cx="1172700" cy="0"/>
          </a:xfrm>
          <a:prstGeom prst="straightConnector1">
            <a:avLst/>
          </a:prstGeom>
          <a:noFill/>
          <a:ln cap="flat" cmpd="sng" w="9525">
            <a:solidFill>
              <a:schemeClr val="dk1"/>
            </a:solidFill>
            <a:prstDash val="solid"/>
            <a:round/>
            <a:headEnd len="sm" w="sm" type="none"/>
            <a:tailEnd len="sm" w="sm" type="none"/>
          </a:ln>
        </p:spPr>
      </p:cxnSp>
      <p:sp>
        <p:nvSpPr>
          <p:cNvPr id="343" name="Google Shape;343;g2601a83bd95_0_93"/>
          <p:cNvSpPr/>
          <p:nvPr/>
        </p:nvSpPr>
        <p:spPr>
          <a:xfrm>
            <a:off x="3067800" y="4422107"/>
            <a:ext cx="390900" cy="317100"/>
          </a:xfrm>
          <a:prstGeom prst="rect">
            <a:avLst/>
          </a:prstGeom>
          <a:solidFill>
            <a:schemeClr val="lt2"/>
          </a:solidFill>
          <a:ln cap="flat" cmpd="sng" w="952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1900" u="none" cap="none" strike="noStrike">
                <a:solidFill>
                  <a:srgbClr val="000000"/>
                </a:solidFill>
                <a:latin typeface="Patrick Hand"/>
                <a:ea typeface="Patrick Hand"/>
                <a:cs typeface="Patrick Hand"/>
                <a:sym typeface="Patrick Hand"/>
              </a:rPr>
              <a:t>10</a:t>
            </a:r>
            <a:endParaRPr b="0" i="0" sz="1900" u="none" cap="none" strike="noStrike">
              <a:solidFill>
                <a:srgbClr val="000000"/>
              </a:solidFill>
              <a:latin typeface="Patrick Hand"/>
              <a:ea typeface="Patrick Hand"/>
              <a:cs typeface="Patrick Hand"/>
              <a:sym typeface="Patrick Hand"/>
            </a:endParaRPr>
          </a:p>
        </p:txBody>
      </p:sp>
      <p:cxnSp>
        <p:nvCxnSpPr>
          <p:cNvPr id="344" name="Google Shape;344;g2601a83bd95_0_93"/>
          <p:cNvCxnSpPr/>
          <p:nvPr/>
        </p:nvCxnSpPr>
        <p:spPr>
          <a:xfrm rot="10800000">
            <a:off x="3111925" y="4951450"/>
            <a:ext cx="390900" cy="248700"/>
          </a:xfrm>
          <a:prstGeom prst="straightConnector1">
            <a:avLst/>
          </a:prstGeom>
          <a:noFill/>
          <a:ln cap="flat" cmpd="sng" w="19050">
            <a:solidFill>
              <a:srgbClr val="009287"/>
            </a:solidFill>
            <a:prstDash val="solid"/>
            <a:round/>
            <a:headEnd len="sm" w="sm" type="none"/>
            <a:tailEnd len="sm" w="sm" type="none"/>
          </a:ln>
        </p:spPr>
      </p:cxnSp>
      <p:cxnSp>
        <p:nvCxnSpPr>
          <p:cNvPr id="345" name="Google Shape;345;g2601a83bd95_0_93"/>
          <p:cNvCxnSpPr/>
          <p:nvPr/>
        </p:nvCxnSpPr>
        <p:spPr>
          <a:xfrm rot="10800000">
            <a:off x="2807125" y="4875250"/>
            <a:ext cx="390900" cy="248700"/>
          </a:xfrm>
          <a:prstGeom prst="straightConnector1">
            <a:avLst/>
          </a:prstGeom>
          <a:noFill/>
          <a:ln cap="flat" cmpd="sng" w="19050">
            <a:solidFill>
              <a:srgbClr val="009287"/>
            </a:solidFill>
            <a:prstDash val="solid"/>
            <a:round/>
            <a:headEnd len="sm" w="sm" type="none"/>
            <a:tailEnd len="sm" w="sm" type="none"/>
          </a:ln>
        </p:spPr>
      </p:cxnSp>
      <p:sp>
        <p:nvSpPr>
          <p:cNvPr id="346" name="Google Shape;346;g2601a83bd95_0_93"/>
          <p:cNvSpPr/>
          <p:nvPr/>
        </p:nvSpPr>
        <p:spPr>
          <a:xfrm>
            <a:off x="2686800" y="4422107"/>
            <a:ext cx="390900" cy="317100"/>
          </a:xfrm>
          <a:prstGeom prst="rect">
            <a:avLst/>
          </a:prstGeom>
          <a:solidFill>
            <a:schemeClr val="lt2"/>
          </a:solidFill>
          <a:ln cap="flat" cmpd="sng" w="952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1900" u="none" cap="none" strike="noStrike">
                <a:solidFill>
                  <a:srgbClr val="000000"/>
                </a:solidFill>
                <a:latin typeface="Patrick Hand"/>
                <a:ea typeface="Patrick Hand"/>
                <a:cs typeface="Patrick Hand"/>
                <a:sym typeface="Patrick Hand"/>
              </a:rPr>
              <a:t>10</a:t>
            </a:r>
            <a:endParaRPr b="0" i="0" sz="1900" u="none" cap="none" strike="noStrike">
              <a:solidFill>
                <a:srgbClr val="000000"/>
              </a:solidFill>
              <a:latin typeface="Patrick Hand"/>
              <a:ea typeface="Patrick Hand"/>
              <a:cs typeface="Patrick Hand"/>
              <a:sym typeface="Patrick Hand"/>
            </a:endParaRPr>
          </a:p>
        </p:txBody>
      </p:sp>
      <p:sp>
        <p:nvSpPr>
          <p:cNvPr id="347" name="Google Shape;347;g2601a83bd95_0_93"/>
          <p:cNvSpPr/>
          <p:nvPr/>
        </p:nvSpPr>
        <p:spPr>
          <a:xfrm>
            <a:off x="2305800" y="4422107"/>
            <a:ext cx="390900" cy="317100"/>
          </a:xfrm>
          <a:prstGeom prst="rect">
            <a:avLst/>
          </a:prstGeom>
          <a:solidFill>
            <a:schemeClr val="lt2"/>
          </a:solidFill>
          <a:ln cap="flat" cmpd="sng" w="952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1900" u="none" cap="none" strike="noStrike">
                <a:solidFill>
                  <a:srgbClr val="000000"/>
                </a:solidFill>
                <a:latin typeface="Patrick Hand"/>
                <a:ea typeface="Patrick Hand"/>
                <a:cs typeface="Patrick Hand"/>
                <a:sym typeface="Patrick Hand"/>
              </a:rPr>
              <a:t>4</a:t>
            </a:r>
            <a:endParaRPr b="0" i="0" sz="1900" u="none" cap="none" strike="noStrike">
              <a:solidFill>
                <a:srgbClr val="000000"/>
              </a:solidFill>
              <a:latin typeface="Patrick Hand"/>
              <a:ea typeface="Patrick Hand"/>
              <a:cs typeface="Patrick Hand"/>
              <a:sym typeface="Patrick Hand"/>
            </a:endParaRPr>
          </a:p>
        </p:txBody>
      </p:sp>
      <p:sp>
        <p:nvSpPr>
          <p:cNvPr id="348" name="Google Shape;348;g2601a83bd95_0_93"/>
          <p:cNvSpPr/>
          <p:nvPr/>
        </p:nvSpPr>
        <p:spPr>
          <a:xfrm>
            <a:off x="2686800" y="4117307"/>
            <a:ext cx="390900" cy="317100"/>
          </a:xfrm>
          <a:prstGeom prst="rect">
            <a:avLst/>
          </a:prstGeom>
          <a:solidFill>
            <a:schemeClr val="lt2"/>
          </a:solidFill>
          <a:ln cap="flat" cmpd="sng" w="952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1900" u="none" cap="none" strike="noStrike">
                <a:solidFill>
                  <a:srgbClr val="000000"/>
                </a:solidFill>
                <a:latin typeface="Patrick Hand"/>
                <a:ea typeface="Patrick Hand"/>
                <a:cs typeface="Patrick Hand"/>
                <a:sym typeface="Patrick Hand"/>
              </a:rPr>
              <a:t>9</a:t>
            </a:r>
            <a:endParaRPr b="0" i="0" sz="1900" u="none" cap="none" strike="noStrike">
              <a:solidFill>
                <a:srgbClr val="000000"/>
              </a:solidFill>
              <a:latin typeface="Patrick Hand"/>
              <a:ea typeface="Patrick Hand"/>
              <a:cs typeface="Patrick Hand"/>
              <a:sym typeface="Patrick Hand"/>
            </a:endParaRPr>
          </a:p>
        </p:txBody>
      </p:sp>
      <p:cxnSp>
        <p:nvCxnSpPr>
          <p:cNvPr id="349" name="Google Shape;349;g2601a83bd95_0_93"/>
          <p:cNvCxnSpPr/>
          <p:nvPr/>
        </p:nvCxnSpPr>
        <p:spPr>
          <a:xfrm rot="10800000">
            <a:off x="2349925" y="4875250"/>
            <a:ext cx="390900" cy="248700"/>
          </a:xfrm>
          <a:prstGeom prst="straightConnector1">
            <a:avLst/>
          </a:prstGeom>
          <a:noFill/>
          <a:ln cap="flat" cmpd="sng" w="19050">
            <a:solidFill>
              <a:srgbClr val="009287"/>
            </a:solidFill>
            <a:prstDash val="solid"/>
            <a:round/>
            <a:headEnd len="sm" w="sm" type="none"/>
            <a:tailEnd len="sm" w="sm" type="none"/>
          </a:ln>
        </p:spPr>
      </p:cxnSp>
      <p:cxnSp>
        <p:nvCxnSpPr>
          <p:cNvPr id="350" name="Google Shape;350;g2601a83bd95_0_93"/>
          <p:cNvCxnSpPr/>
          <p:nvPr/>
        </p:nvCxnSpPr>
        <p:spPr>
          <a:xfrm rot="10800000">
            <a:off x="2654725" y="4494250"/>
            <a:ext cx="390900" cy="248700"/>
          </a:xfrm>
          <a:prstGeom prst="straightConnector1">
            <a:avLst/>
          </a:prstGeom>
          <a:noFill/>
          <a:ln cap="flat" cmpd="sng" w="19050">
            <a:solidFill>
              <a:srgbClr val="009287"/>
            </a:solidFill>
            <a:prstDash val="solid"/>
            <a:round/>
            <a:headEnd len="sm" w="sm" type="none"/>
            <a:tailEnd len="sm" w="sm" type="none"/>
          </a:ln>
        </p:spPr>
      </p:cxnSp>
      <p:sp>
        <p:nvSpPr>
          <p:cNvPr id="351" name="Google Shape;351;g2601a83bd95_0_93"/>
          <p:cNvSpPr txBox="1"/>
          <p:nvPr/>
        </p:nvSpPr>
        <p:spPr>
          <a:xfrm>
            <a:off x="4903625" y="4573175"/>
            <a:ext cx="1616700" cy="1510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rgbClr val="000000"/>
                </a:solidFill>
                <a:latin typeface="Patrick Hand"/>
                <a:ea typeface="Patrick Hand"/>
                <a:cs typeface="Patrick Hand"/>
                <a:sym typeface="Patrick Hand"/>
              </a:rPr>
              <a:t>    3 0 0 </a:t>
            </a:r>
            <a:endParaRPr b="0" i="0" sz="3400" u="none" cap="none" strike="noStrike">
              <a:solidFill>
                <a:srgbClr val="000000"/>
              </a:solidFill>
              <a:latin typeface="Patrick Hand"/>
              <a:ea typeface="Patrick Hand"/>
              <a:cs typeface="Patrick Hand"/>
              <a:sym typeface="Patrick Hand"/>
            </a:endParaRPr>
          </a:p>
          <a:p>
            <a:pPr indent="-444500" lvl="0" marL="457200" marR="0" rtl="0" algn="l">
              <a:lnSpc>
                <a:spcPct val="100000"/>
              </a:lnSpc>
              <a:spcBef>
                <a:spcPts val="0"/>
              </a:spcBef>
              <a:spcAft>
                <a:spcPts val="0"/>
              </a:spcAft>
              <a:buClr>
                <a:srgbClr val="000000"/>
              </a:buClr>
              <a:buSzPts val="3400"/>
              <a:buFont typeface="Patrick Hand"/>
              <a:buChar char="-"/>
            </a:pPr>
            <a:r>
              <a:rPr b="0" i="0" lang="es-ES" sz="3400" u="none" cap="none" strike="noStrike">
                <a:solidFill>
                  <a:srgbClr val="000000"/>
                </a:solidFill>
                <a:latin typeface="Patrick Hand"/>
                <a:ea typeface="Patrick Hand"/>
                <a:cs typeface="Patrick Hand"/>
                <a:sym typeface="Patrick Hand"/>
              </a:rPr>
              <a:t>1 1 1</a:t>
            </a:r>
            <a:endParaRPr b="0" i="0" sz="3400" u="none" cap="none" strike="noStrike">
              <a:solidFill>
                <a:srgbClr val="000000"/>
              </a:solidFill>
              <a:latin typeface="Patrick Hand"/>
              <a:ea typeface="Patrick Hand"/>
              <a:cs typeface="Patrick Hand"/>
              <a:sym typeface="Patrick Hand"/>
            </a:endParaRPr>
          </a:p>
        </p:txBody>
      </p:sp>
      <p:sp>
        <p:nvSpPr>
          <p:cNvPr id="352" name="Google Shape;352;g2601a83bd95_0_93"/>
          <p:cNvSpPr txBox="1"/>
          <p:nvPr/>
        </p:nvSpPr>
        <p:spPr>
          <a:xfrm>
            <a:off x="5301750" y="5650175"/>
            <a:ext cx="11475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chemeClr val="dk1"/>
                </a:solidFill>
                <a:latin typeface="Patrick Hand"/>
                <a:ea typeface="Patrick Hand"/>
                <a:cs typeface="Patrick Hand"/>
                <a:sym typeface="Patrick Hand"/>
              </a:rPr>
              <a:t> 1 8 9</a:t>
            </a:r>
            <a:endParaRPr b="0" i="0" sz="1400" u="none" cap="none" strike="noStrike">
              <a:solidFill>
                <a:srgbClr val="000000"/>
              </a:solidFill>
              <a:latin typeface="Arial"/>
              <a:ea typeface="Arial"/>
              <a:cs typeface="Arial"/>
              <a:sym typeface="Arial"/>
            </a:endParaRPr>
          </a:p>
        </p:txBody>
      </p:sp>
      <p:cxnSp>
        <p:nvCxnSpPr>
          <p:cNvPr id="353" name="Google Shape;353;g2601a83bd95_0_93"/>
          <p:cNvCxnSpPr/>
          <p:nvPr/>
        </p:nvCxnSpPr>
        <p:spPr>
          <a:xfrm>
            <a:off x="5149625" y="5710250"/>
            <a:ext cx="1172700" cy="0"/>
          </a:xfrm>
          <a:prstGeom prst="straightConnector1">
            <a:avLst/>
          </a:prstGeom>
          <a:noFill/>
          <a:ln cap="flat" cmpd="sng" w="9525">
            <a:solidFill>
              <a:schemeClr val="dk1"/>
            </a:solidFill>
            <a:prstDash val="solid"/>
            <a:round/>
            <a:headEnd len="sm" w="sm" type="none"/>
            <a:tailEnd len="sm" w="sm" type="none"/>
          </a:ln>
        </p:spPr>
      </p:cxnSp>
      <p:sp>
        <p:nvSpPr>
          <p:cNvPr id="354" name="Google Shape;354;g2601a83bd95_0_93"/>
          <p:cNvSpPr/>
          <p:nvPr/>
        </p:nvSpPr>
        <p:spPr>
          <a:xfrm>
            <a:off x="5963400" y="4345907"/>
            <a:ext cx="390900" cy="317100"/>
          </a:xfrm>
          <a:prstGeom prst="rect">
            <a:avLst/>
          </a:prstGeom>
          <a:solidFill>
            <a:schemeClr val="lt2"/>
          </a:solidFill>
          <a:ln cap="flat" cmpd="sng" w="952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1900" u="none" cap="none" strike="noStrike">
                <a:solidFill>
                  <a:srgbClr val="000000"/>
                </a:solidFill>
                <a:latin typeface="Patrick Hand"/>
                <a:ea typeface="Patrick Hand"/>
                <a:cs typeface="Patrick Hand"/>
                <a:sym typeface="Patrick Hand"/>
              </a:rPr>
              <a:t>10</a:t>
            </a:r>
            <a:endParaRPr b="0" i="0" sz="1900" u="none" cap="none" strike="noStrike">
              <a:solidFill>
                <a:srgbClr val="000000"/>
              </a:solidFill>
              <a:latin typeface="Patrick Hand"/>
              <a:ea typeface="Patrick Hand"/>
              <a:cs typeface="Patrick Hand"/>
              <a:sym typeface="Patrick Hand"/>
            </a:endParaRPr>
          </a:p>
        </p:txBody>
      </p:sp>
      <p:cxnSp>
        <p:nvCxnSpPr>
          <p:cNvPr id="355" name="Google Shape;355;g2601a83bd95_0_93"/>
          <p:cNvCxnSpPr/>
          <p:nvPr/>
        </p:nvCxnSpPr>
        <p:spPr>
          <a:xfrm rot="10800000">
            <a:off x="6007525" y="4875250"/>
            <a:ext cx="390900" cy="248700"/>
          </a:xfrm>
          <a:prstGeom prst="straightConnector1">
            <a:avLst/>
          </a:prstGeom>
          <a:noFill/>
          <a:ln cap="flat" cmpd="sng" w="19050">
            <a:solidFill>
              <a:srgbClr val="009287"/>
            </a:solidFill>
            <a:prstDash val="solid"/>
            <a:round/>
            <a:headEnd len="sm" w="sm" type="none"/>
            <a:tailEnd len="sm" w="sm" type="none"/>
          </a:ln>
        </p:spPr>
      </p:cxnSp>
      <p:cxnSp>
        <p:nvCxnSpPr>
          <p:cNvPr id="356" name="Google Shape;356;g2601a83bd95_0_93"/>
          <p:cNvCxnSpPr/>
          <p:nvPr/>
        </p:nvCxnSpPr>
        <p:spPr>
          <a:xfrm rot="10800000">
            <a:off x="5702725" y="4799050"/>
            <a:ext cx="390900" cy="248700"/>
          </a:xfrm>
          <a:prstGeom prst="straightConnector1">
            <a:avLst/>
          </a:prstGeom>
          <a:noFill/>
          <a:ln cap="flat" cmpd="sng" w="19050">
            <a:solidFill>
              <a:srgbClr val="009287"/>
            </a:solidFill>
            <a:prstDash val="solid"/>
            <a:round/>
            <a:headEnd len="sm" w="sm" type="none"/>
            <a:tailEnd len="sm" w="sm" type="none"/>
          </a:ln>
        </p:spPr>
      </p:cxnSp>
      <p:sp>
        <p:nvSpPr>
          <p:cNvPr id="357" name="Google Shape;357;g2601a83bd95_0_93"/>
          <p:cNvSpPr/>
          <p:nvPr/>
        </p:nvSpPr>
        <p:spPr>
          <a:xfrm>
            <a:off x="5582400" y="4345907"/>
            <a:ext cx="390900" cy="317100"/>
          </a:xfrm>
          <a:prstGeom prst="rect">
            <a:avLst/>
          </a:prstGeom>
          <a:solidFill>
            <a:schemeClr val="lt2"/>
          </a:solidFill>
          <a:ln cap="flat" cmpd="sng" w="952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1900" u="none" cap="none" strike="noStrike">
                <a:solidFill>
                  <a:srgbClr val="000000"/>
                </a:solidFill>
                <a:latin typeface="Patrick Hand"/>
                <a:ea typeface="Patrick Hand"/>
                <a:cs typeface="Patrick Hand"/>
                <a:sym typeface="Patrick Hand"/>
              </a:rPr>
              <a:t>10</a:t>
            </a:r>
            <a:endParaRPr b="0" i="0" sz="1900" u="none" cap="none" strike="noStrike">
              <a:solidFill>
                <a:srgbClr val="000000"/>
              </a:solidFill>
              <a:latin typeface="Patrick Hand"/>
              <a:ea typeface="Patrick Hand"/>
              <a:cs typeface="Patrick Hand"/>
              <a:sym typeface="Patrick Hand"/>
            </a:endParaRPr>
          </a:p>
        </p:txBody>
      </p:sp>
      <p:sp>
        <p:nvSpPr>
          <p:cNvPr id="358" name="Google Shape;358;g2601a83bd95_0_93"/>
          <p:cNvSpPr/>
          <p:nvPr/>
        </p:nvSpPr>
        <p:spPr>
          <a:xfrm>
            <a:off x="5201400" y="4345907"/>
            <a:ext cx="390900" cy="317100"/>
          </a:xfrm>
          <a:prstGeom prst="rect">
            <a:avLst/>
          </a:prstGeom>
          <a:solidFill>
            <a:schemeClr val="lt2"/>
          </a:solidFill>
          <a:ln cap="flat" cmpd="sng" w="952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1900" u="none" cap="none" strike="noStrike">
                <a:solidFill>
                  <a:srgbClr val="000000"/>
                </a:solidFill>
                <a:latin typeface="Patrick Hand"/>
                <a:ea typeface="Patrick Hand"/>
                <a:cs typeface="Patrick Hand"/>
                <a:sym typeface="Patrick Hand"/>
              </a:rPr>
              <a:t>2</a:t>
            </a:r>
            <a:endParaRPr b="0" i="0" sz="1900" u="none" cap="none" strike="noStrike">
              <a:solidFill>
                <a:srgbClr val="000000"/>
              </a:solidFill>
              <a:latin typeface="Patrick Hand"/>
              <a:ea typeface="Patrick Hand"/>
              <a:cs typeface="Patrick Hand"/>
              <a:sym typeface="Patrick Hand"/>
            </a:endParaRPr>
          </a:p>
        </p:txBody>
      </p:sp>
      <p:sp>
        <p:nvSpPr>
          <p:cNvPr id="359" name="Google Shape;359;g2601a83bd95_0_93"/>
          <p:cNvSpPr/>
          <p:nvPr/>
        </p:nvSpPr>
        <p:spPr>
          <a:xfrm>
            <a:off x="5582400" y="4041107"/>
            <a:ext cx="390900" cy="317100"/>
          </a:xfrm>
          <a:prstGeom prst="rect">
            <a:avLst/>
          </a:prstGeom>
          <a:solidFill>
            <a:schemeClr val="lt2"/>
          </a:solidFill>
          <a:ln cap="flat" cmpd="sng" w="952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1900" u="none" cap="none" strike="noStrike">
                <a:solidFill>
                  <a:srgbClr val="000000"/>
                </a:solidFill>
                <a:latin typeface="Patrick Hand"/>
                <a:ea typeface="Patrick Hand"/>
                <a:cs typeface="Patrick Hand"/>
                <a:sym typeface="Patrick Hand"/>
              </a:rPr>
              <a:t>9</a:t>
            </a:r>
            <a:endParaRPr b="0" i="0" sz="1900" u="none" cap="none" strike="noStrike">
              <a:solidFill>
                <a:srgbClr val="000000"/>
              </a:solidFill>
              <a:latin typeface="Patrick Hand"/>
              <a:ea typeface="Patrick Hand"/>
              <a:cs typeface="Patrick Hand"/>
              <a:sym typeface="Patrick Hand"/>
            </a:endParaRPr>
          </a:p>
        </p:txBody>
      </p:sp>
      <p:cxnSp>
        <p:nvCxnSpPr>
          <p:cNvPr id="360" name="Google Shape;360;g2601a83bd95_0_93"/>
          <p:cNvCxnSpPr/>
          <p:nvPr/>
        </p:nvCxnSpPr>
        <p:spPr>
          <a:xfrm rot="10800000">
            <a:off x="5245525" y="4799050"/>
            <a:ext cx="390900" cy="248700"/>
          </a:xfrm>
          <a:prstGeom prst="straightConnector1">
            <a:avLst/>
          </a:prstGeom>
          <a:noFill/>
          <a:ln cap="flat" cmpd="sng" w="19050">
            <a:solidFill>
              <a:srgbClr val="009287"/>
            </a:solidFill>
            <a:prstDash val="solid"/>
            <a:round/>
            <a:headEnd len="sm" w="sm" type="none"/>
            <a:tailEnd len="sm" w="sm" type="none"/>
          </a:ln>
        </p:spPr>
      </p:cxnSp>
      <p:cxnSp>
        <p:nvCxnSpPr>
          <p:cNvPr id="361" name="Google Shape;361;g2601a83bd95_0_93"/>
          <p:cNvCxnSpPr/>
          <p:nvPr/>
        </p:nvCxnSpPr>
        <p:spPr>
          <a:xfrm rot="10800000">
            <a:off x="5550325" y="4418050"/>
            <a:ext cx="390900" cy="248700"/>
          </a:xfrm>
          <a:prstGeom prst="straightConnector1">
            <a:avLst/>
          </a:prstGeom>
          <a:noFill/>
          <a:ln cap="flat" cmpd="sng" w="19050">
            <a:solidFill>
              <a:srgbClr val="009287"/>
            </a:solidFill>
            <a:prstDash val="solid"/>
            <a:round/>
            <a:headEnd len="sm" w="sm" type="none"/>
            <a:tailEnd len="sm" w="sm" type="none"/>
          </a:ln>
        </p:spPr>
      </p:cxnSp>
      <p:sp>
        <p:nvSpPr>
          <p:cNvPr id="362" name="Google Shape;362;g2601a83bd95_0_93"/>
          <p:cNvSpPr txBox="1"/>
          <p:nvPr/>
        </p:nvSpPr>
        <p:spPr>
          <a:xfrm>
            <a:off x="8408825" y="4573175"/>
            <a:ext cx="1616700" cy="1510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rgbClr val="000000"/>
                </a:solidFill>
                <a:latin typeface="Patrick Hand"/>
                <a:ea typeface="Patrick Hand"/>
                <a:cs typeface="Patrick Hand"/>
                <a:sym typeface="Patrick Hand"/>
              </a:rPr>
              <a:t>    7  0 0 </a:t>
            </a:r>
            <a:endParaRPr b="0" i="0" sz="3400" u="none" cap="none" strike="noStrike">
              <a:solidFill>
                <a:srgbClr val="000000"/>
              </a:solidFill>
              <a:latin typeface="Patrick Hand"/>
              <a:ea typeface="Patrick Hand"/>
              <a:cs typeface="Patrick Hand"/>
              <a:sym typeface="Patrick Hand"/>
            </a:endParaRPr>
          </a:p>
          <a:p>
            <a:pPr indent="-444500" lvl="0" marL="457200" marR="0" rtl="0" algn="l">
              <a:lnSpc>
                <a:spcPct val="100000"/>
              </a:lnSpc>
              <a:spcBef>
                <a:spcPts val="0"/>
              </a:spcBef>
              <a:spcAft>
                <a:spcPts val="0"/>
              </a:spcAft>
              <a:buClr>
                <a:srgbClr val="000000"/>
              </a:buClr>
              <a:buSzPts val="3400"/>
              <a:buFont typeface="Patrick Hand"/>
              <a:buChar char="-"/>
            </a:pPr>
            <a:r>
              <a:rPr b="0" i="0" lang="es-ES" sz="3400" u="none" cap="none" strike="noStrike">
                <a:solidFill>
                  <a:srgbClr val="000000"/>
                </a:solidFill>
                <a:latin typeface="Patrick Hand"/>
                <a:ea typeface="Patrick Hand"/>
                <a:cs typeface="Patrick Hand"/>
                <a:sym typeface="Patrick Hand"/>
              </a:rPr>
              <a:t>5 2 1</a:t>
            </a:r>
            <a:endParaRPr b="0" i="0" sz="3400" u="none" cap="none" strike="noStrike">
              <a:solidFill>
                <a:srgbClr val="000000"/>
              </a:solidFill>
              <a:latin typeface="Patrick Hand"/>
              <a:ea typeface="Patrick Hand"/>
              <a:cs typeface="Patrick Hand"/>
              <a:sym typeface="Patrick Hand"/>
            </a:endParaRPr>
          </a:p>
        </p:txBody>
      </p:sp>
      <p:sp>
        <p:nvSpPr>
          <p:cNvPr id="363" name="Google Shape;363;g2601a83bd95_0_93"/>
          <p:cNvSpPr txBox="1"/>
          <p:nvPr/>
        </p:nvSpPr>
        <p:spPr>
          <a:xfrm>
            <a:off x="8806950" y="5650175"/>
            <a:ext cx="11475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chemeClr val="dk1"/>
                </a:solidFill>
                <a:latin typeface="Patrick Hand"/>
                <a:ea typeface="Patrick Hand"/>
                <a:cs typeface="Patrick Hand"/>
                <a:sym typeface="Patrick Hand"/>
              </a:rPr>
              <a:t> 1 7 9</a:t>
            </a:r>
            <a:endParaRPr b="0" i="0" sz="1400" u="none" cap="none" strike="noStrike">
              <a:solidFill>
                <a:srgbClr val="000000"/>
              </a:solidFill>
              <a:latin typeface="Arial"/>
              <a:ea typeface="Arial"/>
              <a:cs typeface="Arial"/>
              <a:sym typeface="Arial"/>
            </a:endParaRPr>
          </a:p>
        </p:txBody>
      </p:sp>
      <p:cxnSp>
        <p:nvCxnSpPr>
          <p:cNvPr id="364" name="Google Shape;364;g2601a83bd95_0_93"/>
          <p:cNvCxnSpPr/>
          <p:nvPr/>
        </p:nvCxnSpPr>
        <p:spPr>
          <a:xfrm>
            <a:off x="8654825" y="5710250"/>
            <a:ext cx="1172700" cy="0"/>
          </a:xfrm>
          <a:prstGeom prst="straightConnector1">
            <a:avLst/>
          </a:prstGeom>
          <a:noFill/>
          <a:ln cap="flat" cmpd="sng" w="9525">
            <a:solidFill>
              <a:schemeClr val="dk1"/>
            </a:solidFill>
            <a:prstDash val="solid"/>
            <a:round/>
            <a:headEnd len="sm" w="sm" type="none"/>
            <a:tailEnd len="sm" w="sm" type="none"/>
          </a:ln>
        </p:spPr>
      </p:cxnSp>
      <p:sp>
        <p:nvSpPr>
          <p:cNvPr id="365" name="Google Shape;365;g2601a83bd95_0_93"/>
          <p:cNvSpPr/>
          <p:nvPr/>
        </p:nvSpPr>
        <p:spPr>
          <a:xfrm>
            <a:off x="9468600" y="4345907"/>
            <a:ext cx="390900" cy="317100"/>
          </a:xfrm>
          <a:prstGeom prst="rect">
            <a:avLst/>
          </a:prstGeom>
          <a:solidFill>
            <a:schemeClr val="lt2"/>
          </a:solidFill>
          <a:ln cap="flat" cmpd="sng" w="952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1900" u="none" cap="none" strike="noStrike">
                <a:solidFill>
                  <a:srgbClr val="000000"/>
                </a:solidFill>
                <a:latin typeface="Patrick Hand"/>
                <a:ea typeface="Patrick Hand"/>
                <a:cs typeface="Patrick Hand"/>
                <a:sym typeface="Patrick Hand"/>
              </a:rPr>
              <a:t>10</a:t>
            </a:r>
            <a:endParaRPr b="0" i="0" sz="1900" u="none" cap="none" strike="noStrike">
              <a:solidFill>
                <a:srgbClr val="000000"/>
              </a:solidFill>
              <a:latin typeface="Patrick Hand"/>
              <a:ea typeface="Patrick Hand"/>
              <a:cs typeface="Patrick Hand"/>
              <a:sym typeface="Patrick Hand"/>
            </a:endParaRPr>
          </a:p>
        </p:txBody>
      </p:sp>
      <p:cxnSp>
        <p:nvCxnSpPr>
          <p:cNvPr id="366" name="Google Shape;366;g2601a83bd95_0_93"/>
          <p:cNvCxnSpPr/>
          <p:nvPr/>
        </p:nvCxnSpPr>
        <p:spPr>
          <a:xfrm rot="10800000">
            <a:off x="9512725" y="4875250"/>
            <a:ext cx="390900" cy="248700"/>
          </a:xfrm>
          <a:prstGeom prst="straightConnector1">
            <a:avLst/>
          </a:prstGeom>
          <a:noFill/>
          <a:ln cap="flat" cmpd="sng" w="19050">
            <a:solidFill>
              <a:srgbClr val="009287"/>
            </a:solidFill>
            <a:prstDash val="solid"/>
            <a:round/>
            <a:headEnd len="sm" w="sm" type="none"/>
            <a:tailEnd len="sm" w="sm" type="none"/>
          </a:ln>
        </p:spPr>
      </p:cxnSp>
      <p:cxnSp>
        <p:nvCxnSpPr>
          <p:cNvPr id="367" name="Google Shape;367;g2601a83bd95_0_93"/>
          <p:cNvCxnSpPr/>
          <p:nvPr/>
        </p:nvCxnSpPr>
        <p:spPr>
          <a:xfrm rot="10800000">
            <a:off x="9207925" y="4799050"/>
            <a:ext cx="390900" cy="248700"/>
          </a:xfrm>
          <a:prstGeom prst="straightConnector1">
            <a:avLst/>
          </a:prstGeom>
          <a:noFill/>
          <a:ln cap="flat" cmpd="sng" w="19050">
            <a:solidFill>
              <a:srgbClr val="009287"/>
            </a:solidFill>
            <a:prstDash val="solid"/>
            <a:round/>
            <a:headEnd len="sm" w="sm" type="none"/>
            <a:tailEnd len="sm" w="sm" type="none"/>
          </a:ln>
        </p:spPr>
      </p:cxnSp>
      <p:sp>
        <p:nvSpPr>
          <p:cNvPr id="368" name="Google Shape;368;g2601a83bd95_0_93"/>
          <p:cNvSpPr/>
          <p:nvPr/>
        </p:nvSpPr>
        <p:spPr>
          <a:xfrm>
            <a:off x="9087600" y="4345907"/>
            <a:ext cx="390900" cy="317100"/>
          </a:xfrm>
          <a:prstGeom prst="rect">
            <a:avLst/>
          </a:prstGeom>
          <a:solidFill>
            <a:schemeClr val="lt2"/>
          </a:solidFill>
          <a:ln cap="flat" cmpd="sng" w="952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1900" u="none" cap="none" strike="noStrike">
                <a:solidFill>
                  <a:srgbClr val="000000"/>
                </a:solidFill>
                <a:latin typeface="Patrick Hand"/>
                <a:ea typeface="Patrick Hand"/>
                <a:cs typeface="Patrick Hand"/>
                <a:sym typeface="Patrick Hand"/>
              </a:rPr>
              <a:t>10</a:t>
            </a:r>
            <a:endParaRPr b="0" i="0" sz="1900" u="none" cap="none" strike="noStrike">
              <a:solidFill>
                <a:srgbClr val="000000"/>
              </a:solidFill>
              <a:latin typeface="Patrick Hand"/>
              <a:ea typeface="Patrick Hand"/>
              <a:cs typeface="Patrick Hand"/>
              <a:sym typeface="Patrick Hand"/>
            </a:endParaRPr>
          </a:p>
        </p:txBody>
      </p:sp>
      <p:sp>
        <p:nvSpPr>
          <p:cNvPr id="369" name="Google Shape;369;g2601a83bd95_0_93"/>
          <p:cNvSpPr/>
          <p:nvPr/>
        </p:nvSpPr>
        <p:spPr>
          <a:xfrm>
            <a:off x="8706600" y="4345907"/>
            <a:ext cx="390900" cy="317100"/>
          </a:xfrm>
          <a:prstGeom prst="rect">
            <a:avLst/>
          </a:prstGeom>
          <a:solidFill>
            <a:schemeClr val="lt2"/>
          </a:solidFill>
          <a:ln cap="flat" cmpd="sng" w="952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1900" u="none" cap="none" strike="noStrike">
                <a:solidFill>
                  <a:srgbClr val="000000"/>
                </a:solidFill>
                <a:latin typeface="Patrick Hand"/>
                <a:ea typeface="Patrick Hand"/>
                <a:cs typeface="Patrick Hand"/>
                <a:sym typeface="Patrick Hand"/>
              </a:rPr>
              <a:t>6</a:t>
            </a:r>
            <a:endParaRPr b="0" i="0" sz="1900" u="none" cap="none" strike="noStrike">
              <a:solidFill>
                <a:srgbClr val="000000"/>
              </a:solidFill>
              <a:latin typeface="Patrick Hand"/>
              <a:ea typeface="Patrick Hand"/>
              <a:cs typeface="Patrick Hand"/>
              <a:sym typeface="Patrick Hand"/>
            </a:endParaRPr>
          </a:p>
        </p:txBody>
      </p:sp>
      <p:sp>
        <p:nvSpPr>
          <p:cNvPr id="370" name="Google Shape;370;g2601a83bd95_0_93"/>
          <p:cNvSpPr/>
          <p:nvPr/>
        </p:nvSpPr>
        <p:spPr>
          <a:xfrm>
            <a:off x="9087600" y="4041107"/>
            <a:ext cx="390900" cy="317100"/>
          </a:xfrm>
          <a:prstGeom prst="rect">
            <a:avLst/>
          </a:prstGeom>
          <a:solidFill>
            <a:schemeClr val="lt2"/>
          </a:solidFill>
          <a:ln cap="flat" cmpd="sng" w="952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1900" u="none" cap="none" strike="noStrike">
                <a:solidFill>
                  <a:srgbClr val="000000"/>
                </a:solidFill>
                <a:latin typeface="Patrick Hand"/>
                <a:ea typeface="Patrick Hand"/>
                <a:cs typeface="Patrick Hand"/>
                <a:sym typeface="Patrick Hand"/>
              </a:rPr>
              <a:t>9</a:t>
            </a:r>
            <a:endParaRPr b="0" i="0" sz="1900" u="none" cap="none" strike="noStrike">
              <a:solidFill>
                <a:srgbClr val="000000"/>
              </a:solidFill>
              <a:latin typeface="Patrick Hand"/>
              <a:ea typeface="Patrick Hand"/>
              <a:cs typeface="Patrick Hand"/>
              <a:sym typeface="Patrick Hand"/>
            </a:endParaRPr>
          </a:p>
        </p:txBody>
      </p:sp>
      <p:cxnSp>
        <p:nvCxnSpPr>
          <p:cNvPr id="371" name="Google Shape;371;g2601a83bd95_0_93"/>
          <p:cNvCxnSpPr/>
          <p:nvPr/>
        </p:nvCxnSpPr>
        <p:spPr>
          <a:xfrm rot="10800000">
            <a:off x="8750725" y="4799050"/>
            <a:ext cx="390900" cy="248700"/>
          </a:xfrm>
          <a:prstGeom prst="straightConnector1">
            <a:avLst/>
          </a:prstGeom>
          <a:noFill/>
          <a:ln cap="flat" cmpd="sng" w="19050">
            <a:solidFill>
              <a:srgbClr val="009287"/>
            </a:solidFill>
            <a:prstDash val="solid"/>
            <a:round/>
            <a:headEnd len="sm" w="sm" type="none"/>
            <a:tailEnd len="sm" w="sm" type="none"/>
          </a:ln>
        </p:spPr>
      </p:cxnSp>
      <p:cxnSp>
        <p:nvCxnSpPr>
          <p:cNvPr id="372" name="Google Shape;372;g2601a83bd95_0_93"/>
          <p:cNvCxnSpPr/>
          <p:nvPr/>
        </p:nvCxnSpPr>
        <p:spPr>
          <a:xfrm rot="10800000">
            <a:off x="9055525" y="4418050"/>
            <a:ext cx="390900" cy="248700"/>
          </a:xfrm>
          <a:prstGeom prst="straightConnector1">
            <a:avLst/>
          </a:prstGeom>
          <a:noFill/>
          <a:ln cap="flat" cmpd="sng" w="19050">
            <a:solidFill>
              <a:srgbClr val="009287"/>
            </a:solidFill>
            <a:prstDash val="solid"/>
            <a:round/>
            <a:headEnd len="sm" w="sm" type="none"/>
            <a:tailEnd len="sm" w="sm" type="none"/>
          </a:ln>
        </p:spPr>
      </p:cxnSp>
      <p:pic>
        <p:nvPicPr>
          <p:cNvPr id="373" name="Google Shape;373;g2601a83bd95_0_93"/>
          <p:cNvPicPr preferRelativeResize="0"/>
          <p:nvPr/>
        </p:nvPicPr>
        <p:blipFill>
          <a:blip r:embed="rId4">
            <a:alphaModFix/>
          </a:blip>
          <a:stretch>
            <a:fillRect/>
          </a:stretch>
        </p:blipFill>
        <p:spPr>
          <a:xfrm>
            <a:off x="11039425" y="5216912"/>
            <a:ext cx="975700" cy="10291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pic>
        <p:nvPicPr>
          <p:cNvPr descr="Forma&#10;&#10;Descripción generada automáticamente con confianza media" id="378" name="Google Shape;378;g23bee108c85_0_229"/>
          <p:cNvPicPr preferRelativeResize="0"/>
          <p:nvPr>
            <p:ph idx="1" type="body"/>
          </p:nvPr>
        </p:nvPicPr>
        <p:blipFill rotWithShape="1">
          <a:blip r:embed="rId3">
            <a:alphaModFix/>
          </a:blip>
          <a:srcRect b="0" l="0" r="0" t="0"/>
          <a:stretch/>
        </p:blipFill>
        <p:spPr>
          <a:xfrm>
            <a:off x="1393" y="-18475"/>
            <a:ext cx="12192000" cy="6858000"/>
          </a:xfrm>
          <a:prstGeom prst="rect">
            <a:avLst/>
          </a:prstGeom>
          <a:noFill/>
          <a:ln>
            <a:noFill/>
          </a:ln>
        </p:spPr>
      </p:pic>
      <p:sp>
        <p:nvSpPr>
          <p:cNvPr id="379" name="Google Shape;379;g23bee108c85_0_229"/>
          <p:cNvSpPr txBox="1"/>
          <p:nvPr/>
        </p:nvSpPr>
        <p:spPr>
          <a:xfrm>
            <a:off x="99225" y="291775"/>
            <a:ext cx="3000000" cy="800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000"/>
              <a:buFont typeface="Arial"/>
              <a:buNone/>
            </a:pPr>
            <a:r>
              <a:rPr b="0" i="0" lang="es-ES" sz="4000" u="none" cap="none" strike="noStrike">
                <a:solidFill>
                  <a:schemeClr val="dk1"/>
                </a:solidFill>
                <a:latin typeface="Patrick Hand"/>
                <a:ea typeface="Patrick Hand"/>
                <a:cs typeface="Patrick Hand"/>
                <a:sym typeface="Patrick Hand"/>
              </a:rPr>
              <a:t>Ejercicios</a:t>
            </a:r>
            <a:endParaRPr b="0" i="0" sz="1400" u="none" cap="none" strike="noStrike">
              <a:solidFill>
                <a:srgbClr val="000000"/>
              </a:solidFill>
              <a:latin typeface="Arial"/>
              <a:ea typeface="Arial"/>
              <a:cs typeface="Arial"/>
              <a:sym typeface="Arial"/>
            </a:endParaRPr>
          </a:p>
        </p:txBody>
      </p:sp>
      <p:sp>
        <p:nvSpPr>
          <p:cNvPr id="380" name="Google Shape;380;g23bee108c85_0_229"/>
          <p:cNvSpPr txBox="1"/>
          <p:nvPr/>
        </p:nvSpPr>
        <p:spPr>
          <a:xfrm>
            <a:off x="2610600" y="471675"/>
            <a:ext cx="105156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000"/>
              <a:buFont typeface="Arial"/>
              <a:buNone/>
            </a:pPr>
            <a:r>
              <a:rPr b="0" i="0" lang="es-ES" sz="2800" u="none" cap="none" strike="noStrike">
                <a:solidFill>
                  <a:schemeClr val="dk1"/>
                </a:solidFill>
                <a:latin typeface="Patrick Hand"/>
                <a:ea typeface="Patrick Hand"/>
                <a:cs typeface="Patrick Hand"/>
                <a:sym typeface="Patrick Hand"/>
              </a:rPr>
              <a:t>Abre tu cuaderno y resolvamos los siguientes ejercicios.</a:t>
            </a:r>
            <a:endParaRPr b="0" i="0" sz="200" u="none" cap="none" strike="noStrike">
              <a:solidFill>
                <a:srgbClr val="000000"/>
              </a:solidFill>
              <a:latin typeface="Arial"/>
              <a:ea typeface="Arial"/>
              <a:cs typeface="Arial"/>
              <a:sym typeface="Arial"/>
            </a:endParaRPr>
          </a:p>
        </p:txBody>
      </p:sp>
      <p:sp>
        <p:nvSpPr>
          <p:cNvPr id="381" name="Google Shape;381;g23bee108c85_0_229"/>
          <p:cNvSpPr txBox="1"/>
          <p:nvPr/>
        </p:nvSpPr>
        <p:spPr>
          <a:xfrm>
            <a:off x="1931825" y="1829975"/>
            <a:ext cx="1616700" cy="1510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rgbClr val="000000"/>
                </a:solidFill>
                <a:latin typeface="Patrick Hand"/>
                <a:ea typeface="Patrick Hand"/>
                <a:cs typeface="Patrick Hand"/>
                <a:sym typeface="Patrick Hand"/>
              </a:rPr>
              <a:t>    4 0 0 </a:t>
            </a:r>
            <a:endParaRPr b="0" i="0" sz="3400" u="none" cap="none" strike="noStrike">
              <a:solidFill>
                <a:srgbClr val="000000"/>
              </a:solidFill>
              <a:latin typeface="Patrick Hand"/>
              <a:ea typeface="Patrick Hand"/>
              <a:cs typeface="Patrick Hand"/>
              <a:sym typeface="Patrick Hand"/>
            </a:endParaRPr>
          </a:p>
          <a:p>
            <a:pPr indent="-444500" lvl="0" marL="457200" marR="0" rtl="0" algn="l">
              <a:lnSpc>
                <a:spcPct val="100000"/>
              </a:lnSpc>
              <a:spcBef>
                <a:spcPts val="0"/>
              </a:spcBef>
              <a:spcAft>
                <a:spcPts val="0"/>
              </a:spcAft>
              <a:buClr>
                <a:srgbClr val="000000"/>
              </a:buClr>
              <a:buSzPts val="3400"/>
              <a:buFont typeface="Patrick Hand"/>
              <a:buChar char="-"/>
            </a:pPr>
            <a:r>
              <a:rPr b="0" i="0" lang="es-ES" sz="3400" u="none" cap="none" strike="noStrike">
                <a:solidFill>
                  <a:srgbClr val="000000"/>
                </a:solidFill>
                <a:latin typeface="Patrick Hand"/>
                <a:ea typeface="Patrick Hand"/>
                <a:cs typeface="Patrick Hand"/>
                <a:sym typeface="Patrick Hand"/>
              </a:rPr>
              <a:t>2 1 7</a:t>
            </a:r>
            <a:endParaRPr b="0" i="0" sz="3400" u="none" cap="none" strike="noStrike">
              <a:solidFill>
                <a:srgbClr val="000000"/>
              </a:solidFill>
              <a:latin typeface="Patrick Hand"/>
              <a:ea typeface="Patrick Hand"/>
              <a:cs typeface="Patrick Hand"/>
              <a:sym typeface="Patrick Hand"/>
            </a:endParaRPr>
          </a:p>
        </p:txBody>
      </p:sp>
      <p:sp>
        <p:nvSpPr>
          <p:cNvPr id="382" name="Google Shape;382;g23bee108c85_0_229"/>
          <p:cNvSpPr txBox="1"/>
          <p:nvPr/>
        </p:nvSpPr>
        <p:spPr>
          <a:xfrm>
            <a:off x="2329950" y="2906975"/>
            <a:ext cx="11475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chemeClr val="dk1"/>
                </a:solidFill>
                <a:latin typeface="Patrick Hand"/>
                <a:ea typeface="Patrick Hand"/>
                <a:cs typeface="Patrick Hand"/>
                <a:sym typeface="Patrick Hand"/>
              </a:rPr>
              <a:t> 1 8 3</a:t>
            </a:r>
            <a:endParaRPr b="0" i="0" sz="1400" u="none" cap="none" strike="noStrike">
              <a:solidFill>
                <a:srgbClr val="000000"/>
              </a:solidFill>
              <a:latin typeface="Arial"/>
              <a:ea typeface="Arial"/>
              <a:cs typeface="Arial"/>
              <a:sym typeface="Arial"/>
            </a:endParaRPr>
          </a:p>
        </p:txBody>
      </p:sp>
      <p:cxnSp>
        <p:nvCxnSpPr>
          <p:cNvPr id="383" name="Google Shape;383;g23bee108c85_0_229"/>
          <p:cNvCxnSpPr/>
          <p:nvPr/>
        </p:nvCxnSpPr>
        <p:spPr>
          <a:xfrm>
            <a:off x="2177825" y="2967050"/>
            <a:ext cx="1172700" cy="0"/>
          </a:xfrm>
          <a:prstGeom prst="straightConnector1">
            <a:avLst/>
          </a:prstGeom>
          <a:noFill/>
          <a:ln cap="flat" cmpd="sng" w="9525">
            <a:solidFill>
              <a:schemeClr val="dk1"/>
            </a:solidFill>
            <a:prstDash val="solid"/>
            <a:round/>
            <a:headEnd len="sm" w="sm" type="none"/>
            <a:tailEnd len="sm" w="sm" type="none"/>
          </a:ln>
        </p:spPr>
      </p:cxnSp>
      <p:sp>
        <p:nvSpPr>
          <p:cNvPr id="384" name="Google Shape;384;g23bee108c85_0_229"/>
          <p:cNvSpPr/>
          <p:nvPr/>
        </p:nvSpPr>
        <p:spPr>
          <a:xfrm>
            <a:off x="2991600" y="1602707"/>
            <a:ext cx="390900" cy="317100"/>
          </a:xfrm>
          <a:prstGeom prst="rect">
            <a:avLst/>
          </a:prstGeom>
          <a:solidFill>
            <a:schemeClr val="lt2"/>
          </a:solidFill>
          <a:ln cap="flat" cmpd="sng" w="952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1900" u="none" cap="none" strike="noStrike">
                <a:solidFill>
                  <a:srgbClr val="000000"/>
                </a:solidFill>
                <a:latin typeface="Patrick Hand"/>
                <a:ea typeface="Patrick Hand"/>
                <a:cs typeface="Patrick Hand"/>
                <a:sym typeface="Patrick Hand"/>
              </a:rPr>
              <a:t>10</a:t>
            </a:r>
            <a:endParaRPr b="0" i="0" sz="1900" u="none" cap="none" strike="noStrike">
              <a:solidFill>
                <a:srgbClr val="000000"/>
              </a:solidFill>
              <a:latin typeface="Patrick Hand"/>
              <a:ea typeface="Patrick Hand"/>
              <a:cs typeface="Patrick Hand"/>
              <a:sym typeface="Patrick Hand"/>
            </a:endParaRPr>
          </a:p>
        </p:txBody>
      </p:sp>
      <p:cxnSp>
        <p:nvCxnSpPr>
          <p:cNvPr id="385" name="Google Shape;385;g23bee108c85_0_229"/>
          <p:cNvCxnSpPr/>
          <p:nvPr/>
        </p:nvCxnSpPr>
        <p:spPr>
          <a:xfrm rot="10800000">
            <a:off x="3035725" y="2132050"/>
            <a:ext cx="390900" cy="248700"/>
          </a:xfrm>
          <a:prstGeom prst="straightConnector1">
            <a:avLst/>
          </a:prstGeom>
          <a:noFill/>
          <a:ln cap="flat" cmpd="sng" w="19050">
            <a:solidFill>
              <a:srgbClr val="009287"/>
            </a:solidFill>
            <a:prstDash val="solid"/>
            <a:round/>
            <a:headEnd len="sm" w="sm" type="none"/>
            <a:tailEnd len="sm" w="sm" type="none"/>
          </a:ln>
        </p:spPr>
      </p:cxnSp>
      <p:cxnSp>
        <p:nvCxnSpPr>
          <p:cNvPr id="386" name="Google Shape;386;g23bee108c85_0_229"/>
          <p:cNvCxnSpPr/>
          <p:nvPr/>
        </p:nvCxnSpPr>
        <p:spPr>
          <a:xfrm rot="10800000">
            <a:off x="2730925" y="2055850"/>
            <a:ext cx="390900" cy="248700"/>
          </a:xfrm>
          <a:prstGeom prst="straightConnector1">
            <a:avLst/>
          </a:prstGeom>
          <a:noFill/>
          <a:ln cap="flat" cmpd="sng" w="19050">
            <a:solidFill>
              <a:srgbClr val="009287"/>
            </a:solidFill>
            <a:prstDash val="solid"/>
            <a:round/>
            <a:headEnd len="sm" w="sm" type="none"/>
            <a:tailEnd len="sm" w="sm" type="none"/>
          </a:ln>
        </p:spPr>
      </p:cxnSp>
      <p:sp>
        <p:nvSpPr>
          <p:cNvPr id="387" name="Google Shape;387;g23bee108c85_0_229"/>
          <p:cNvSpPr/>
          <p:nvPr/>
        </p:nvSpPr>
        <p:spPr>
          <a:xfrm>
            <a:off x="2610600" y="1602707"/>
            <a:ext cx="390900" cy="317100"/>
          </a:xfrm>
          <a:prstGeom prst="rect">
            <a:avLst/>
          </a:prstGeom>
          <a:solidFill>
            <a:schemeClr val="lt2"/>
          </a:solidFill>
          <a:ln cap="flat" cmpd="sng" w="952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1900" u="none" cap="none" strike="noStrike">
                <a:solidFill>
                  <a:srgbClr val="000000"/>
                </a:solidFill>
                <a:latin typeface="Patrick Hand"/>
                <a:ea typeface="Patrick Hand"/>
                <a:cs typeface="Patrick Hand"/>
                <a:sym typeface="Patrick Hand"/>
              </a:rPr>
              <a:t>10</a:t>
            </a:r>
            <a:endParaRPr b="0" i="0" sz="1900" u="none" cap="none" strike="noStrike">
              <a:solidFill>
                <a:srgbClr val="000000"/>
              </a:solidFill>
              <a:latin typeface="Patrick Hand"/>
              <a:ea typeface="Patrick Hand"/>
              <a:cs typeface="Patrick Hand"/>
              <a:sym typeface="Patrick Hand"/>
            </a:endParaRPr>
          </a:p>
        </p:txBody>
      </p:sp>
      <p:sp>
        <p:nvSpPr>
          <p:cNvPr id="388" name="Google Shape;388;g23bee108c85_0_229"/>
          <p:cNvSpPr/>
          <p:nvPr/>
        </p:nvSpPr>
        <p:spPr>
          <a:xfrm>
            <a:off x="2229600" y="1602707"/>
            <a:ext cx="390900" cy="317100"/>
          </a:xfrm>
          <a:prstGeom prst="rect">
            <a:avLst/>
          </a:prstGeom>
          <a:solidFill>
            <a:schemeClr val="lt2"/>
          </a:solidFill>
          <a:ln cap="flat" cmpd="sng" w="952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1900" u="none" cap="none" strike="noStrike">
                <a:solidFill>
                  <a:srgbClr val="000000"/>
                </a:solidFill>
                <a:latin typeface="Patrick Hand"/>
                <a:ea typeface="Patrick Hand"/>
                <a:cs typeface="Patrick Hand"/>
                <a:sym typeface="Patrick Hand"/>
              </a:rPr>
              <a:t>3</a:t>
            </a:r>
            <a:endParaRPr b="0" i="0" sz="1900" u="none" cap="none" strike="noStrike">
              <a:solidFill>
                <a:srgbClr val="000000"/>
              </a:solidFill>
              <a:latin typeface="Patrick Hand"/>
              <a:ea typeface="Patrick Hand"/>
              <a:cs typeface="Patrick Hand"/>
              <a:sym typeface="Patrick Hand"/>
            </a:endParaRPr>
          </a:p>
        </p:txBody>
      </p:sp>
      <p:sp>
        <p:nvSpPr>
          <p:cNvPr id="389" name="Google Shape;389;g23bee108c85_0_229"/>
          <p:cNvSpPr/>
          <p:nvPr/>
        </p:nvSpPr>
        <p:spPr>
          <a:xfrm>
            <a:off x="2610600" y="1297907"/>
            <a:ext cx="390900" cy="317100"/>
          </a:xfrm>
          <a:prstGeom prst="rect">
            <a:avLst/>
          </a:prstGeom>
          <a:solidFill>
            <a:schemeClr val="lt2"/>
          </a:solidFill>
          <a:ln cap="flat" cmpd="sng" w="952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1900" u="none" cap="none" strike="noStrike">
                <a:solidFill>
                  <a:srgbClr val="000000"/>
                </a:solidFill>
                <a:latin typeface="Patrick Hand"/>
                <a:ea typeface="Patrick Hand"/>
                <a:cs typeface="Patrick Hand"/>
                <a:sym typeface="Patrick Hand"/>
              </a:rPr>
              <a:t>9</a:t>
            </a:r>
            <a:endParaRPr b="0" i="0" sz="1900" u="none" cap="none" strike="noStrike">
              <a:solidFill>
                <a:srgbClr val="000000"/>
              </a:solidFill>
              <a:latin typeface="Patrick Hand"/>
              <a:ea typeface="Patrick Hand"/>
              <a:cs typeface="Patrick Hand"/>
              <a:sym typeface="Patrick Hand"/>
            </a:endParaRPr>
          </a:p>
        </p:txBody>
      </p:sp>
      <p:cxnSp>
        <p:nvCxnSpPr>
          <p:cNvPr id="390" name="Google Shape;390;g23bee108c85_0_229"/>
          <p:cNvCxnSpPr/>
          <p:nvPr/>
        </p:nvCxnSpPr>
        <p:spPr>
          <a:xfrm rot="10800000">
            <a:off x="2273725" y="2055850"/>
            <a:ext cx="390900" cy="248700"/>
          </a:xfrm>
          <a:prstGeom prst="straightConnector1">
            <a:avLst/>
          </a:prstGeom>
          <a:noFill/>
          <a:ln cap="flat" cmpd="sng" w="19050">
            <a:solidFill>
              <a:srgbClr val="009287"/>
            </a:solidFill>
            <a:prstDash val="solid"/>
            <a:round/>
            <a:headEnd len="sm" w="sm" type="none"/>
            <a:tailEnd len="sm" w="sm" type="none"/>
          </a:ln>
        </p:spPr>
      </p:cxnSp>
      <p:cxnSp>
        <p:nvCxnSpPr>
          <p:cNvPr id="391" name="Google Shape;391;g23bee108c85_0_229"/>
          <p:cNvCxnSpPr/>
          <p:nvPr/>
        </p:nvCxnSpPr>
        <p:spPr>
          <a:xfrm rot="10800000">
            <a:off x="2578525" y="1674850"/>
            <a:ext cx="390900" cy="248700"/>
          </a:xfrm>
          <a:prstGeom prst="straightConnector1">
            <a:avLst/>
          </a:prstGeom>
          <a:noFill/>
          <a:ln cap="flat" cmpd="sng" w="19050">
            <a:solidFill>
              <a:srgbClr val="009287"/>
            </a:solidFill>
            <a:prstDash val="solid"/>
            <a:round/>
            <a:headEnd len="sm" w="sm" type="none"/>
            <a:tailEnd len="sm" w="sm" type="none"/>
          </a:ln>
        </p:spPr>
      </p:cxnSp>
      <p:sp>
        <p:nvSpPr>
          <p:cNvPr id="392" name="Google Shape;392;g23bee108c85_0_229"/>
          <p:cNvSpPr txBox="1"/>
          <p:nvPr/>
        </p:nvSpPr>
        <p:spPr>
          <a:xfrm>
            <a:off x="4903625" y="1753775"/>
            <a:ext cx="1616700" cy="1510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rgbClr val="000000"/>
                </a:solidFill>
                <a:latin typeface="Patrick Hand"/>
                <a:ea typeface="Patrick Hand"/>
                <a:cs typeface="Patrick Hand"/>
                <a:sym typeface="Patrick Hand"/>
              </a:rPr>
              <a:t>    9  0 0 </a:t>
            </a:r>
            <a:endParaRPr b="0" i="0" sz="3400" u="none" cap="none" strike="noStrike">
              <a:solidFill>
                <a:srgbClr val="000000"/>
              </a:solidFill>
              <a:latin typeface="Patrick Hand"/>
              <a:ea typeface="Patrick Hand"/>
              <a:cs typeface="Patrick Hand"/>
              <a:sym typeface="Patrick Hand"/>
            </a:endParaRPr>
          </a:p>
          <a:p>
            <a:pPr indent="-444500" lvl="0" marL="457200" marR="0" rtl="0" algn="l">
              <a:lnSpc>
                <a:spcPct val="100000"/>
              </a:lnSpc>
              <a:spcBef>
                <a:spcPts val="0"/>
              </a:spcBef>
              <a:spcAft>
                <a:spcPts val="0"/>
              </a:spcAft>
              <a:buClr>
                <a:srgbClr val="000000"/>
              </a:buClr>
              <a:buSzPts val="3400"/>
              <a:buFont typeface="Patrick Hand"/>
              <a:buChar char="-"/>
            </a:pPr>
            <a:r>
              <a:rPr b="0" i="0" lang="es-ES" sz="3400" u="none" cap="none" strike="noStrike">
                <a:solidFill>
                  <a:srgbClr val="000000"/>
                </a:solidFill>
                <a:latin typeface="Patrick Hand"/>
                <a:ea typeface="Patrick Hand"/>
                <a:cs typeface="Patrick Hand"/>
                <a:sym typeface="Patrick Hand"/>
              </a:rPr>
              <a:t>7 6 6</a:t>
            </a:r>
            <a:endParaRPr b="0" i="0" sz="3400" u="none" cap="none" strike="noStrike">
              <a:solidFill>
                <a:srgbClr val="000000"/>
              </a:solidFill>
              <a:latin typeface="Patrick Hand"/>
              <a:ea typeface="Patrick Hand"/>
              <a:cs typeface="Patrick Hand"/>
              <a:sym typeface="Patrick Hand"/>
            </a:endParaRPr>
          </a:p>
        </p:txBody>
      </p:sp>
      <p:sp>
        <p:nvSpPr>
          <p:cNvPr id="393" name="Google Shape;393;g23bee108c85_0_229"/>
          <p:cNvSpPr txBox="1"/>
          <p:nvPr/>
        </p:nvSpPr>
        <p:spPr>
          <a:xfrm>
            <a:off x="5301750" y="2830775"/>
            <a:ext cx="11475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chemeClr val="dk1"/>
                </a:solidFill>
                <a:latin typeface="Patrick Hand"/>
                <a:ea typeface="Patrick Hand"/>
                <a:cs typeface="Patrick Hand"/>
                <a:sym typeface="Patrick Hand"/>
              </a:rPr>
              <a:t> 1 3 4</a:t>
            </a:r>
            <a:endParaRPr b="0" i="0" sz="1400" u="none" cap="none" strike="noStrike">
              <a:solidFill>
                <a:srgbClr val="000000"/>
              </a:solidFill>
              <a:latin typeface="Arial"/>
              <a:ea typeface="Arial"/>
              <a:cs typeface="Arial"/>
              <a:sym typeface="Arial"/>
            </a:endParaRPr>
          </a:p>
        </p:txBody>
      </p:sp>
      <p:cxnSp>
        <p:nvCxnSpPr>
          <p:cNvPr id="394" name="Google Shape;394;g23bee108c85_0_229"/>
          <p:cNvCxnSpPr/>
          <p:nvPr/>
        </p:nvCxnSpPr>
        <p:spPr>
          <a:xfrm>
            <a:off x="5149625" y="2890850"/>
            <a:ext cx="1172700" cy="0"/>
          </a:xfrm>
          <a:prstGeom prst="straightConnector1">
            <a:avLst/>
          </a:prstGeom>
          <a:noFill/>
          <a:ln cap="flat" cmpd="sng" w="9525">
            <a:solidFill>
              <a:schemeClr val="dk1"/>
            </a:solidFill>
            <a:prstDash val="solid"/>
            <a:round/>
            <a:headEnd len="sm" w="sm" type="none"/>
            <a:tailEnd len="sm" w="sm" type="none"/>
          </a:ln>
        </p:spPr>
      </p:cxnSp>
      <p:sp>
        <p:nvSpPr>
          <p:cNvPr id="395" name="Google Shape;395;g23bee108c85_0_229"/>
          <p:cNvSpPr/>
          <p:nvPr/>
        </p:nvSpPr>
        <p:spPr>
          <a:xfrm>
            <a:off x="5963400" y="1526507"/>
            <a:ext cx="390900" cy="317100"/>
          </a:xfrm>
          <a:prstGeom prst="rect">
            <a:avLst/>
          </a:prstGeom>
          <a:solidFill>
            <a:schemeClr val="lt2"/>
          </a:solidFill>
          <a:ln cap="flat" cmpd="sng" w="952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1900" u="none" cap="none" strike="noStrike">
                <a:solidFill>
                  <a:srgbClr val="000000"/>
                </a:solidFill>
                <a:latin typeface="Patrick Hand"/>
                <a:ea typeface="Patrick Hand"/>
                <a:cs typeface="Patrick Hand"/>
                <a:sym typeface="Patrick Hand"/>
              </a:rPr>
              <a:t>10</a:t>
            </a:r>
            <a:endParaRPr b="0" i="0" sz="1900" u="none" cap="none" strike="noStrike">
              <a:solidFill>
                <a:srgbClr val="000000"/>
              </a:solidFill>
              <a:latin typeface="Patrick Hand"/>
              <a:ea typeface="Patrick Hand"/>
              <a:cs typeface="Patrick Hand"/>
              <a:sym typeface="Patrick Hand"/>
            </a:endParaRPr>
          </a:p>
        </p:txBody>
      </p:sp>
      <p:cxnSp>
        <p:nvCxnSpPr>
          <p:cNvPr id="396" name="Google Shape;396;g23bee108c85_0_229"/>
          <p:cNvCxnSpPr/>
          <p:nvPr/>
        </p:nvCxnSpPr>
        <p:spPr>
          <a:xfrm rot="10800000">
            <a:off x="6007525" y="2055850"/>
            <a:ext cx="390900" cy="248700"/>
          </a:xfrm>
          <a:prstGeom prst="straightConnector1">
            <a:avLst/>
          </a:prstGeom>
          <a:noFill/>
          <a:ln cap="flat" cmpd="sng" w="19050">
            <a:solidFill>
              <a:srgbClr val="009287"/>
            </a:solidFill>
            <a:prstDash val="solid"/>
            <a:round/>
            <a:headEnd len="sm" w="sm" type="none"/>
            <a:tailEnd len="sm" w="sm" type="none"/>
          </a:ln>
        </p:spPr>
      </p:cxnSp>
      <p:cxnSp>
        <p:nvCxnSpPr>
          <p:cNvPr id="397" name="Google Shape;397;g23bee108c85_0_229"/>
          <p:cNvCxnSpPr/>
          <p:nvPr/>
        </p:nvCxnSpPr>
        <p:spPr>
          <a:xfrm rot="10800000">
            <a:off x="5702725" y="1979650"/>
            <a:ext cx="390900" cy="248700"/>
          </a:xfrm>
          <a:prstGeom prst="straightConnector1">
            <a:avLst/>
          </a:prstGeom>
          <a:noFill/>
          <a:ln cap="flat" cmpd="sng" w="19050">
            <a:solidFill>
              <a:srgbClr val="009287"/>
            </a:solidFill>
            <a:prstDash val="solid"/>
            <a:round/>
            <a:headEnd len="sm" w="sm" type="none"/>
            <a:tailEnd len="sm" w="sm" type="none"/>
          </a:ln>
        </p:spPr>
      </p:cxnSp>
      <p:sp>
        <p:nvSpPr>
          <p:cNvPr id="398" name="Google Shape;398;g23bee108c85_0_229"/>
          <p:cNvSpPr/>
          <p:nvPr/>
        </p:nvSpPr>
        <p:spPr>
          <a:xfrm>
            <a:off x="5582400" y="1526507"/>
            <a:ext cx="390900" cy="317100"/>
          </a:xfrm>
          <a:prstGeom prst="rect">
            <a:avLst/>
          </a:prstGeom>
          <a:solidFill>
            <a:schemeClr val="lt2"/>
          </a:solidFill>
          <a:ln cap="flat" cmpd="sng" w="952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1900" u="none" cap="none" strike="noStrike">
                <a:solidFill>
                  <a:srgbClr val="000000"/>
                </a:solidFill>
                <a:latin typeface="Patrick Hand"/>
                <a:ea typeface="Patrick Hand"/>
                <a:cs typeface="Patrick Hand"/>
                <a:sym typeface="Patrick Hand"/>
              </a:rPr>
              <a:t>10</a:t>
            </a:r>
            <a:endParaRPr b="0" i="0" sz="1900" u="none" cap="none" strike="noStrike">
              <a:solidFill>
                <a:srgbClr val="000000"/>
              </a:solidFill>
              <a:latin typeface="Patrick Hand"/>
              <a:ea typeface="Patrick Hand"/>
              <a:cs typeface="Patrick Hand"/>
              <a:sym typeface="Patrick Hand"/>
            </a:endParaRPr>
          </a:p>
        </p:txBody>
      </p:sp>
      <p:sp>
        <p:nvSpPr>
          <p:cNvPr id="399" name="Google Shape;399;g23bee108c85_0_229"/>
          <p:cNvSpPr/>
          <p:nvPr/>
        </p:nvSpPr>
        <p:spPr>
          <a:xfrm>
            <a:off x="5201400" y="1526507"/>
            <a:ext cx="390900" cy="317100"/>
          </a:xfrm>
          <a:prstGeom prst="rect">
            <a:avLst/>
          </a:prstGeom>
          <a:solidFill>
            <a:schemeClr val="lt2"/>
          </a:solidFill>
          <a:ln cap="flat" cmpd="sng" w="952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1900" u="none" cap="none" strike="noStrike">
                <a:solidFill>
                  <a:srgbClr val="000000"/>
                </a:solidFill>
                <a:latin typeface="Patrick Hand"/>
                <a:ea typeface="Patrick Hand"/>
                <a:cs typeface="Patrick Hand"/>
                <a:sym typeface="Patrick Hand"/>
              </a:rPr>
              <a:t>8</a:t>
            </a:r>
            <a:endParaRPr b="0" i="0" sz="1900" u="none" cap="none" strike="noStrike">
              <a:solidFill>
                <a:srgbClr val="000000"/>
              </a:solidFill>
              <a:latin typeface="Patrick Hand"/>
              <a:ea typeface="Patrick Hand"/>
              <a:cs typeface="Patrick Hand"/>
              <a:sym typeface="Patrick Hand"/>
            </a:endParaRPr>
          </a:p>
        </p:txBody>
      </p:sp>
      <p:sp>
        <p:nvSpPr>
          <p:cNvPr id="400" name="Google Shape;400;g23bee108c85_0_229"/>
          <p:cNvSpPr/>
          <p:nvPr/>
        </p:nvSpPr>
        <p:spPr>
          <a:xfrm>
            <a:off x="5582400" y="1221707"/>
            <a:ext cx="390900" cy="317100"/>
          </a:xfrm>
          <a:prstGeom prst="rect">
            <a:avLst/>
          </a:prstGeom>
          <a:solidFill>
            <a:schemeClr val="lt2"/>
          </a:solidFill>
          <a:ln cap="flat" cmpd="sng" w="952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1900" u="none" cap="none" strike="noStrike">
                <a:solidFill>
                  <a:srgbClr val="000000"/>
                </a:solidFill>
                <a:latin typeface="Patrick Hand"/>
                <a:ea typeface="Patrick Hand"/>
                <a:cs typeface="Patrick Hand"/>
                <a:sym typeface="Patrick Hand"/>
              </a:rPr>
              <a:t>9</a:t>
            </a:r>
            <a:endParaRPr b="0" i="0" sz="1900" u="none" cap="none" strike="noStrike">
              <a:solidFill>
                <a:srgbClr val="000000"/>
              </a:solidFill>
              <a:latin typeface="Patrick Hand"/>
              <a:ea typeface="Patrick Hand"/>
              <a:cs typeface="Patrick Hand"/>
              <a:sym typeface="Patrick Hand"/>
            </a:endParaRPr>
          </a:p>
        </p:txBody>
      </p:sp>
      <p:cxnSp>
        <p:nvCxnSpPr>
          <p:cNvPr id="401" name="Google Shape;401;g23bee108c85_0_229"/>
          <p:cNvCxnSpPr/>
          <p:nvPr/>
        </p:nvCxnSpPr>
        <p:spPr>
          <a:xfrm rot="10800000">
            <a:off x="5245525" y="1979650"/>
            <a:ext cx="390900" cy="248700"/>
          </a:xfrm>
          <a:prstGeom prst="straightConnector1">
            <a:avLst/>
          </a:prstGeom>
          <a:noFill/>
          <a:ln cap="flat" cmpd="sng" w="19050">
            <a:solidFill>
              <a:srgbClr val="009287"/>
            </a:solidFill>
            <a:prstDash val="solid"/>
            <a:round/>
            <a:headEnd len="sm" w="sm" type="none"/>
            <a:tailEnd len="sm" w="sm" type="none"/>
          </a:ln>
        </p:spPr>
      </p:cxnSp>
      <p:cxnSp>
        <p:nvCxnSpPr>
          <p:cNvPr id="402" name="Google Shape;402;g23bee108c85_0_229"/>
          <p:cNvCxnSpPr/>
          <p:nvPr/>
        </p:nvCxnSpPr>
        <p:spPr>
          <a:xfrm rot="10800000">
            <a:off x="5550325" y="1598650"/>
            <a:ext cx="390900" cy="248700"/>
          </a:xfrm>
          <a:prstGeom prst="straightConnector1">
            <a:avLst/>
          </a:prstGeom>
          <a:noFill/>
          <a:ln cap="flat" cmpd="sng" w="19050">
            <a:solidFill>
              <a:srgbClr val="009287"/>
            </a:solidFill>
            <a:prstDash val="solid"/>
            <a:round/>
            <a:headEnd len="sm" w="sm" type="none"/>
            <a:tailEnd len="sm" w="sm" type="none"/>
          </a:ln>
        </p:spPr>
      </p:cxnSp>
      <p:sp>
        <p:nvSpPr>
          <p:cNvPr id="403" name="Google Shape;403;g23bee108c85_0_229"/>
          <p:cNvSpPr txBox="1"/>
          <p:nvPr/>
        </p:nvSpPr>
        <p:spPr>
          <a:xfrm>
            <a:off x="8408825" y="1753775"/>
            <a:ext cx="1616700" cy="1510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rgbClr val="000000"/>
                </a:solidFill>
                <a:latin typeface="Patrick Hand"/>
                <a:ea typeface="Patrick Hand"/>
                <a:cs typeface="Patrick Hand"/>
                <a:sym typeface="Patrick Hand"/>
              </a:rPr>
              <a:t>    3  0 0 </a:t>
            </a:r>
            <a:endParaRPr b="0" i="0" sz="3400" u="none" cap="none" strike="noStrike">
              <a:solidFill>
                <a:srgbClr val="000000"/>
              </a:solidFill>
              <a:latin typeface="Patrick Hand"/>
              <a:ea typeface="Patrick Hand"/>
              <a:cs typeface="Patrick Hand"/>
              <a:sym typeface="Patrick Hand"/>
            </a:endParaRPr>
          </a:p>
          <a:p>
            <a:pPr indent="-444500" lvl="0" marL="457200" marR="0" rtl="0" algn="l">
              <a:lnSpc>
                <a:spcPct val="100000"/>
              </a:lnSpc>
              <a:spcBef>
                <a:spcPts val="0"/>
              </a:spcBef>
              <a:spcAft>
                <a:spcPts val="0"/>
              </a:spcAft>
              <a:buClr>
                <a:srgbClr val="000000"/>
              </a:buClr>
              <a:buSzPts val="3400"/>
              <a:buFont typeface="Patrick Hand"/>
              <a:buChar char="-"/>
            </a:pPr>
            <a:r>
              <a:rPr b="0" i="0" lang="es-ES" sz="3400" u="none" cap="none" strike="noStrike">
                <a:solidFill>
                  <a:srgbClr val="000000"/>
                </a:solidFill>
                <a:latin typeface="Patrick Hand"/>
                <a:ea typeface="Patrick Hand"/>
                <a:cs typeface="Patrick Hand"/>
                <a:sym typeface="Patrick Hand"/>
              </a:rPr>
              <a:t>2 5 8</a:t>
            </a:r>
            <a:endParaRPr b="0" i="0" sz="3400" u="none" cap="none" strike="noStrike">
              <a:solidFill>
                <a:srgbClr val="000000"/>
              </a:solidFill>
              <a:latin typeface="Patrick Hand"/>
              <a:ea typeface="Patrick Hand"/>
              <a:cs typeface="Patrick Hand"/>
              <a:sym typeface="Patrick Hand"/>
            </a:endParaRPr>
          </a:p>
        </p:txBody>
      </p:sp>
      <p:sp>
        <p:nvSpPr>
          <p:cNvPr id="404" name="Google Shape;404;g23bee108c85_0_229"/>
          <p:cNvSpPr txBox="1"/>
          <p:nvPr/>
        </p:nvSpPr>
        <p:spPr>
          <a:xfrm>
            <a:off x="8806950" y="2830775"/>
            <a:ext cx="11475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chemeClr val="dk1"/>
                </a:solidFill>
                <a:latin typeface="Patrick Hand"/>
                <a:ea typeface="Patrick Hand"/>
                <a:cs typeface="Patrick Hand"/>
                <a:sym typeface="Patrick Hand"/>
              </a:rPr>
              <a:t>    4 2</a:t>
            </a:r>
            <a:endParaRPr b="0" i="0" sz="1400" u="none" cap="none" strike="noStrike">
              <a:solidFill>
                <a:srgbClr val="000000"/>
              </a:solidFill>
              <a:latin typeface="Arial"/>
              <a:ea typeface="Arial"/>
              <a:cs typeface="Arial"/>
              <a:sym typeface="Arial"/>
            </a:endParaRPr>
          </a:p>
        </p:txBody>
      </p:sp>
      <p:cxnSp>
        <p:nvCxnSpPr>
          <p:cNvPr id="405" name="Google Shape;405;g23bee108c85_0_229"/>
          <p:cNvCxnSpPr/>
          <p:nvPr/>
        </p:nvCxnSpPr>
        <p:spPr>
          <a:xfrm>
            <a:off x="8654825" y="2890850"/>
            <a:ext cx="1172700" cy="0"/>
          </a:xfrm>
          <a:prstGeom prst="straightConnector1">
            <a:avLst/>
          </a:prstGeom>
          <a:noFill/>
          <a:ln cap="flat" cmpd="sng" w="9525">
            <a:solidFill>
              <a:schemeClr val="dk1"/>
            </a:solidFill>
            <a:prstDash val="solid"/>
            <a:round/>
            <a:headEnd len="sm" w="sm" type="none"/>
            <a:tailEnd len="sm" w="sm" type="none"/>
          </a:ln>
        </p:spPr>
      </p:cxnSp>
      <p:sp>
        <p:nvSpPr>
          <p:cNvPr id="406" name="Google Shape;406;g23bee108c85_0_229"/>
          <p:cNvSpPr/>
          <p:nvPr/>
        </p:nvSpPr>
        <p:spPr>
          <a:xfrm>
            <a:off x="9468600" y="1526507"/>
            <a:ext cx="390900" cy="317100"/>
          </a:xfrm>
          <a:prstGeom prst="rect">
            <a:avLst/>
          </a:prstGeom>
          <a:solidFill>
            <a:schemeClr val="lt2"/>
          </a:solidFill>
          <a:ln cap="flat" cmpd="sng" w="952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1900" u="none" cap="none" strike="noStrike">
                <a:solidFill>
                  <a:srgbClr val="000000"/>
                </a:solidFill>
                <a:latin typeface="Patrick Hand"/>
                <a:ea typeface="Patrick Hand"/>
                <a:cs typeface="Patrick Hand"/>
                <a:sym typeface="Patrick Hand"/>
              </a:rPr>
              <a:t>10</a:t>
            </a:r>
            <a:endParaRPr b="0" i="0" sz="1900" u="none" cap="none" strike="noStrike">
              <a:solidFill>
                <a:srgbClr val="000000"/>
              </a:solidFill>
              <a:latin typeface="Patrick Hand"/>
              <a:ea typeface="Patrick Hand"/>
              <a:cs typeface="Patrick Hand"/>
              <a:sym typeface="Patrick Hand"/>
            </a:endParaRPr>
          </a:p>
        </p:txBody>
      </p:sp>
      <p:cxnSp>
        <p:nvCxnSpPr>
          <p:cNvPr id="407" name="Google Shape;407;g23bee108c85_0_229"/>
          <p:cNvCxnSpPr/>
          <p:nvPr/>
        </p:nvCxnSpPr>
        <p:spPr>
          <a:xfrm rot="10800000">
            <a:off x="9512725" y="2055850"/>
            <a:ext cx="390900" cy="248700"/>
          </a:xfrm>
          <a:prstGeom prst="straightConnector1">
            <a:avLst/>
          </a:prstGeom>
          <a:noFill/>
          <a:ln cap="flat" cmpd="sng" w="19050">
            <a:solidFill>
              <a:srgbClr val="009287"/>
            </a:solidFill>
            <a:prstDash val="solid"/>
            <a:round/>
            <a:headEnd len="sm" w="sm" type="none"/>
            <a:tailEnd len="sm" w="sm" type="none"/>
          </a:ln>
        </p:spPr>
      </p:cxnSp>
      <p:cxnSp>
        <p:nvCxnSpPr>
          <p:cNvPr id="408" name="Google Shape;408;g23bee108c85_0_229"/>
          <p:cNvCxnSpPr/>
          <p:nvPr/>
        </p:nvCxnSpPr>
        <p:spPr>
          <a:xfrm rot="10800000">
            <a:off x="9207925" y="1979650"/>
            <a:ext cx="390900" cy="248700"/>
          </a:xfrm>
          <a:prstGeom prst="straightConnector1">
            <a:avLst/>
          </a:prstGeom>
          <a:noFill/>
          <a:ln cap="flat" cmpd="sng" w="19050">
            <a:solidFill>
              <a:srgbClr val="009287"/>
            </a:solidFill>
            <a:prstDash val="solid"/>
            <a:round/>
            <a:headEnd len="sm" w="sm" type="none"/>
            <a:tailEnd len="sm" w="sm" type="none"/>
          </a:ln>
        </p:spPr>
      </p:cxnSp>
      <p:sp>
        <p:nvSpPr>
          <p:cNvPr id="409" name="Google Shape;409;g23bee108c85_0_229"/>
          <p:cNvSpPr/>
          <p:nvPr/>
        </p:nvSpPr>
        <p:spPr>
          <a:xfrm>
            <a:off x="9087600" y="1526507"/>
            <a:ext cx="390900" cy="317100"/>
          </a:xfrm>
          <a:prstGeom prst="rect">
            <a:avLst/>
          </a:prstGeom>
          <a:solidFill>
            <a:schemeClr val="lt2"/>
          </a:solidFill>
          <a:ln cap="flat" cmpd="sng" w="952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1900" u="none" cap="none" strike="noStrike">
                <a:solidFill>
                  <a:srgbClr val="000000"/>
                </a:solidFill>
                <a:latin typeface="Patrick Hand"/>
                <a:ea typeface="Patrick Hand"/>
                <a:cs typeface="Patrick Hand"/>
                <a:sym typeface="Patrick Hand"/>
              </a:rPr>
              <a:t>10</a:t>
            </a:r>
            <a:endParaRPr b="0" i="0" sz="1900" u="none" cap="none" strike="noStrike">
              <a:solidFill>
                <a:srgbClr val="000000"/>
              </a:solidFill>
              <a:latin typeface="Patrick Hand"/>
              <a:ea typeface="Patrick Hand"/>
              <a:cs typeface="Patrick Hand"/>
              <a:sym typeface="Patrick Hand"/>
            </a:endParaRPr>
          </a:p>
        </p:txBody>
      </p:sp>
      <p:sp>
        <p:nvSpPr>
          <p:cNvPr id="410" name="Google Shape;410;g23bee108c85_0_229"/>
          <p:cNvSpPr/>
          <p:nvPr/>
        </p:nvSpPr>
        <p:spPr>
          <a:xfrm>
            <a:off x="8706600" y="1526507"/>
            <a:ext cx="390900" cy="317100"/>
          </a:xfrm>
          <a:prstGeom prst="rect">
            <a:avLst/>
          </a:prstGeom>
          <a:solidFill>
            <a:schemeClr val="lt2"/>
          </a:solidFill>
          <a:ln cap="flat" cmpd="sng" w="952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1900" u="none" cap="none" strike="noStrike">
                <a:solidFill>
                  <a:srgbClr val="000000"/>
                </a:solidFill>
                <a:latin typeface="Patrick Hand"/>
                <a:ea typeface="Patrick Hand"/>
                <a:cs typeface="Patrick Hand"/>
                <a:sym typeface="Patrick Hand"/>
              </a:rPr>
              <a:t>2</a:t>
            </a:r>
            <a:endParaRPr b="0" i="0" sz="1900" u="none" cap="none" strike="noStrike">
              <a:solidFill>
                <a:srgbClr val="000000"/>
              </a:solidFill>
              <a:latin typeface="Patrick Hand"/>
              <a:ea typeface="Patrick Hand"/>
              <a:cs typeface="Patrick Hand"/>
              <a:sym typeface="Patrick Hand"/>
            </a:endParaRPr>
          </a:p>
        </p:txBody>
      </p:sp>
      <p:sp>
        <p:nvSpPr>
          <p:cNvPr id="411" name="Google Shape;411;g23bee108c85_0_229"/>
          <p:cNvSpPr/>
          <p:nvPr/>
        </p:nvSpPr>
        <p:spPr>
          <a:xfrm>
            <a:off x="9087600" y="1221707"/>
            <a:ext cx="390900" cy="317100"/>
          </a:xfrm>
          <a:prstGeom prst="rect">
            <a:avLst/>
          </a:prstGeom>
          <a:solidFill>
            <a:schemeClr val="lt2"/>
          </a:solidFill>
          <a:ln cap="flat" cmpd="sng" w="952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1900" u="none" cap="none" strike="noStrike">
                <a:solidFill>
                  <a:srgbClr val="000000"/>
                </a:solidFill>
                <a:latin typeface="Patrick Hand"/>
                <a:ea typeface="Patrick Hand"/>
                <a:cs typeface="Patrick Hand"/>
                <a:sym typeface="Patrick Hand"/>
              </a:rPr>
              <a:t>9</a:t>
            </a:r>
            <a:endParaRPr b="0" i="0" sz="1900" u="none" cap="none" strike="noStrike">
              <a:solidFill>
                <a:srgbClr val="000000"/>
              </a:solidFill>
              <a:latin typeface="Patrick Hand"/>
              <a:ea typeface="Patrick Hand"/>
              <a:cs typeface="Patrick Hand"/>
              <a:sym typeface="Patrick Hand"/>
            </a:endParaRPr>
          </a:p>
        </p:txBody>
      </p:sp>
      <p:cxnSp>
        <p:nvCxnSpPr>
          <p:cNvPr id="412" name="Google Shape;412;g23bee108c85_0_229"/>
          <p:cNvCxnSpPr/>
          <p:nvPr/>
        </p:nvCxnSpPr>
        <p:spPr>
          <a:xfrm rot="10800000">
            <a:off x="8750725" y="1979650"/>
            <a:ext cx="390900" cy="248700"/>
          </a:xfrm>
          <a:prstGeom prst="straightConnector1">
            <a:avLst/>
          </a:prstGeom>
          <a:noFill/>
          <a:ln cap="flat" cmpd="sng" w="19050">
            <a:solidFill>
              <a:srgbClr val="009287"/>
            </a:solidFill>
            <a:prstDash val="solid"/>
            <a:round/>
            <a:headEnd len="sm" w="sm" type="none"/>
            <a:tailEnd len="sm" w="sm" type="none"/>
          </a:ln>
        </p:spPr>
      </p:cxnSp>
      <p:cxnSp>
        <p:nvCxnSpPr>
          <p:cNvPr id="413" name="Google Shape;413;g23bee108c85_0_229"/>
          <p:cNvCxnSpPr/>
          <p:nvPr/>
        </p:nvCxnSpPr>
        <p:spPr>
          <a:xfrm rot="10800000">
            <a:off x="9055525" y="1598650"/>
            <a:ext cx="390900" cy="248700"/>
          </a:xfrm>
          <a:prstGeom prst="straightConnector1">
            <a:avLst/>
          </a:prstGeom>
          <a:noFill/>
          <a:ln cap="flat" cmpd="sng" w="19050">
            <a:solidFill>
              <a:srgbClr val="009287"/>
            </a:solidFill>
            <a:prstDash val="solid"/>
            <a:round/>
            <a:headEnd len="sm" w="sm" type="none"/>
            <a:tailEnd len="sm" w="sm" type="none"/>
          </a:ln>
        </p:spPr>
      </p:cxnSp>
      <p:sp>
        <p:nvSpPr>
          <p:cNvPr id="414" name="Google Shape;414;g23bee108c85_0_229"/>
          <p:cNvSpPr txBox="1"/>
          <p:nvPr/>
        </p:nvSpPr>
        <p:spPr>
          <a:xfrm>
            <a:off x="2008025" y="4649375"/>
            <a:ext cx="1616700" cy="1510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rgbClr val="000000"/>
                </a:solidFill>
                <a:latin typeface="Patrick Hand"/>
                <a:ea typeface="Patrick Hand"/>
                <a:cs typeface="Patrick Hand"/>
                <a:sym typeface="Patrick Hand"/>
              </a:rPr>
              <a:t>    6  0 0 </a:t>
            </a:r>
            <a:endParaRPr b="0" i="0" sz="3400" u="none" cap="none" strike="noStrike">
              <a:solidFill>
                <a:srgbClr val="000000"/>
              </a:solidFill>
              <a:latin typeface="Patrick Hand"/>
              <a:ea typeface="Patrick Hand"/>
              <a:cs typeface="Patrick Hand"/>
              <a:sym typeface="Patrick Hand"/>
            </a:endParaRPr>
          </a:p>
          <a:p>
            <a:pPr indent="-444500" lvl="0" marL="457200" marR="0" rtl="0" algn="l">
              <a:lnSpc>
                <a:spcPct val="100000"/>
              </a:lnSpc>
              <a:spcBef>
                <a:spcPts val="0"/>
              </a:spcBef>
              <a:spcAft>
                <a:spcPts val="0"/>
              </a:spcAft>
              <a:buClr>
                <a:srgbClr val="000000"/>
              </a:buClr>
              <a:buSzPts val="3400"/>
              <a:buFont typeface="Patrick Hand"/>
              <a:buChar char="-"/>
            </a:pPr>
            <a:r>
              <a:rPr b="0" i="0" lang="es-ES" sz="3400" u="none" cap="none" strike="noStrike">
                <a:solidFill>
                  <a:srgbClr val="000000"/>
                </a:solidFill>
                <a:latin typeface="Patrick Hand"/>
                <a:ea typeface="Patrick Hand"/>
                <a:cs typeface="Patrick Hand"/>
                <a:sym typeface="Patrick Hand"/>
              </a:rPr>
              <a:t>5 0 9</a:t>
            </a:r>
            <a:endParaRPr b="0" i="0" sz="3400" u="none" cap="none" strike="noStrike">
              <a:solidFill>
                <a:srgbClr val="000000"/>
              </a:solidFill>
              <a:latin typeface="Patrick Hand"/>
              <a:ea typeface="Patrick Hand"/>
              <a:cs typeface="Patrick Hand"/>
              <a:sym typeface="Patrick Hand"/>
            </a:endParaRPr>
          </a:p>
        </p:txBody>
      </p:sp>
      <p:sp>
        <p:nvSpPr>
          <p:cNvPr id="415" name="Google Shape;415;g23bee108c85_0_229"/>
          <p:cNvSpPr txBox="1"/>
          <p:nvPr/>
        </p:nvSpPr>
        <p:spPr>
          <a:xfrm>
            <a:off x="2406150" y="5726375"/>
            <a:ext cx="11475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chemeClr val="dk1"/>
                </a:solidFill>
                <a:latin typeface="Patrick Hand"/>
                <a:ea typeface="Patrick Hand"/>
                <a:cs typeface="Patrick Hand"/>
                <a:sym typeface="Patrick Hand"/>
              </a:rPr>
              <a:t>    9 1</a:t>
            </a:r>
            <a:endParaRPr b="0" i="0" sz="1400" u="none" cap="none" strike="noStrike">
              <a:solidFill>
                <a:srgbClr val="000000"/>
              </a:solidFill>
              <a:latin typeface="Arial"/>
              <a:ea typeface="Arial"/>
              <a:cs typeface="Arial"/>
              <a:sym typeface="Arial"/>
            </a:endParaRPr>
          </a:p>
        </p:txBody>
      </p:sp>
      <p:cxnSp>
        <p:nvCxnSpPr>
          <p:cNvPr id="416" name="Google Shape;416;g23bee108c85_0_229"/>
          <p:cNvCxnSpPr/>
          <p:nvPr/>
        </p:nvCxnSpPr>
        <p:spPr>
          <a:xfrm>
            <a:off x="2254025" y="5786450"/>
            <a:ext cx="1172700" cy="0"/>
          </a:xfrm>
          <a:prstGeom prst="straightConnector1">
            <a:avLst/>
          </a:prstGeom>
          <a:noFill/>
          <a:ln cap="flat" cmpd="sng" w="9525">
            <a:solidFill>
              <a:schemeClr val="dk1"/>
            </a:solidFill>
            <a:prstDash val="solid"/>
            <a:round/>
            <a:headEnd len="sm" w="sm" type="none"/>
            <a:tailEnd len="sm" w="sm" type="none"/>
          </a:ln>
        </p:spPr>
      </p:cxnSp>
      <p:sp>
        <p:nvSpPr>
          <p:cNvPr id="417" name="Google Shape;417;g23bee108c85_0_229"/>
          <p:cNvSpPr/>
          <p:nvPr/>
        </p:nvSpPr>
        <p:spPr>
          <a:xfrm>
            <a:off x="3067800" y="4422107"/>
            <a:ext cx="390900" cy="317100"/>
          </a:xfrm>
          <a:prstGeom prst="rect">
            <a:avLst/>
          </a:prstGeom>
          <a:solidFill>
            <a:schemeClr val="lt2"/>
          </a:solidFill>
          <a:ln cap="flat" cmpd="sng" w="952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1900" u="none" cap="none" strike="noStrike">
                <a:solidFill>
                  <a:srgbClr val="000000"/>
                </a:solidFill>
                <a:latin typeface="Patrick Hand"/>
                <a:ea typeface="Patrick Hand"/>
                <a:cs typeface="Patrick Hand"/>
                <a:sym typeface="Patrick Hand"/>
              </a:rPr>
              <a:t>10</a:t>
            </a:r>
            <a:endParaRPr b="0" i="0" sz="1900" u="none" cap="none" strike="noStrike">
              <a:solidFill>
                <a:srgbClr val="000000"/>
              </a:solidFill>
              <a:latin typeface="Patrick Hand"/>
              <a:ea typeface="Patrick Hand"/>
              <a:cs typeface="Patrick Hand"/>
              <a:sym typeface="Patrick Hand"/>
            </a:endParaRPr>
          </a:p>
        </p:txBody>
      </p:sp>
      <p:cxnSp>
        <p:nvCxnSpPr>
          <p:cNvPr id="418" name="Google Shape;418;g23bee108c85_0_229"/>
          <p:cNvCxnSpPr/>
          <p:nvPr/>
        </p:nvCxnSpPr>
        <p:spPr>
          <a:xfrm rot="10800000">
            <a:off x="3111925" y="4951450"/>
            <a:ext cx="390900" cy="248700"/>
          </a:xfrm>
          <a:prstGeom prst="straightConnector1">
            <a:avLst/>
          </a:prstGeom>
          <a:noFill/>
          <a:ln cap="flat" cmpd="sng" w="19050">
            <a:solidFill>
              <a:srgbClr val="009287"/>
            </a:solidFill>
            <a:prstDash val="solid"/>
            <a:round/>
            <a:headEnd len="sm" w="sm" type="none"/>
            <a:tailEnd len="sm" w="sm" type="none"/>
          </a:ln>
        </p:spPr>
      </p:cxnSp>
      <p:cxnSp>
        <p:nvCxnSpPr>
          <p:cNvPr id="419" name="Google Shape;419;g23bee108c85_0_229"/>
          <p:cNvCxnSpPr/>
          <p:nvPr/>
        </p:nvCxnSpPr>
        <p:spPr>
          <a:xfrm rot="10800000">
            <a:off x="2807125" y="4875250"/>
            <a:ext cx="390900" cy="248700"/>
          </a:xfrm>
          <a:prstGeom prst="straightConnector1">
            <a:avLst/>
          </a:prstGeom>
          <a:noFill/>
          <a:ln cap="flat" cmpd="sng" w="19050">
            <a:solidFill>
              <a:srgbClr val="009287"/>
            </a:solidFill>
            <a:prstDash val="solid"/>
            <a:round/>
            <a:headEnd len="sm" w="sm" type="none"/>
            <a:tailEnd len="sm" w="sm" type="none"/>
          </a:ln>
        </p:spPr>
      </p:cxnSp>
      <p:sp>
        <p:nvSpPr>
          <p:cNvPr id="420" name="Google Shape;420;g23bee108c85_0_229"/>
          <p:cNvSpPr/>
          <p:nvPr/>
        </p:nvSpPr>
        <p:spPr>
          <a:xfrm>
            <a:off x="2686800" y="4422107"/>
            <a:ext cx="390900" cy="317100"/>
          </a:xfrm>
          <a:prstGeom prst="rect">
            <a:avLst/>
          </a:prstGeom>
          <a:solidFill>
            <a:schemeClr val="lt2"/>
          </a:solidFill>
          <a:ln cap="flat" cmpd="sng" w="952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1900" u="none" cap="none" strike="noStrike">
                <a:solidFill>
                  <a:srgbClr val="000000"/>
                </a:solidFill>
                <a:latin typeface="Patrick Hand"/>
                <a:ea typeface="Patrick Hand"/>
                <a:cs typeface="Patrick Hand"/>
                <a:sym typeface="Patrick Hand"/>
              </a:rPr>
              <a:t>10</a:t>
            </a:r>
            <a:endParaRPr b="0" i="0" sz="1900" u="none" cap="none" strike="noStrike">
              <a:solidFill>
                <a:srgbClr val="000000"/>
              </a:solidFill>
              <a:latin typeface="Patrick Hand"/>
              <a:ea typeface="Patrick Hand"/>
              <a:cs typeface="Patrick Hand"/>
              <a:sym typeface="Patrick Hand"/>
            </a:endParaRPr>
          </a:p>
        </p:txBody>
      </p:sp>
      <p:sp>
        <p:nvSpPr>
          <p:cNvPr id="421" name="Google Shape;421;g23bee108c85_0_229"/>
          <p:cNvSpPr/>
          <p:nvPr/>
        </p:nvSpPr>
        <p:spPr>
          <a:xfrm>
            <a:off x="2305800" y="4422107"/>
            <a:ext cx="390900" cy="317100"/>
          </a:xfrm>
          <a:prstGeom prst="rect">
            <a:avLst/>
          </a:prstGeom>
          <a:solidFill>
            <a:schemeClr val="lt2"/>
          </a:solidFill>
          <a:ln cap="flat" cmpd="sng" w="952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1900" u="none" cap="none" strike="noStrike">
                <a:solidFill>
                  <a:srgbClr val="000000"/>
                </a:solidFill>
                <a:latin typeface="Patrick Hand"/>
                <a:ea typeface="Patrick Hand"/>
                <a:cs typeface="Patrick Hand"/>
                <a:sym typeface="Patrick Hand"/>
              </a:rPr>
              <a:t>5</a:t>
            </a:r>
            <a:endParaRPr b="0" i="0" sz="1900" u="none" cap="none" strike="noStrike">
              <a:solidFill>
                <a:srgbClr val="000000"/>
              </a:solidFill>
              <a:latin typeface="Patrick Hand"/>
              <a:ea typeface="Patrick Hand"/>
              <a:cs typeface="Patrick Hand"/>
              <a:sym typeface="Patrick Hand"/>
            </a:endParaRPr>
          </a:p>
        </p:txBody>
      </p:sp>
      <p:sp>
        <p:nvSpPr>
          <p:cNvPr id="422" name="Google Shape;422;g23bee108c85_0_229"/>
          <p:cNvSpPr/>
          <p:nvPr/>
        </p:nvSpPr>
        <p:spPr>
          <a:xfrm>
            <a:off x="2686800" y="4117307"/>
            <a:ext cx="390900" cy="317100"/>
          </a:xfrm>
          <a:prstGeom prst="rect">
            <a:avLst/>
          </a:prstGeom>
          <a:solidFill>
            <a:schemeClr val="lt2"/>
          </a:solidFill>
          <a:ln cap="flat" cmpd="sng" w="952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1900" u="none" cap="none" strike="noStrike">
                <a:solidFill>
                  <a:srgbClr val="000000"/>
                </a:solidFill>
                <a:latin typeface="Patrick Hand"/>
                <a:ea typeface="Patrick Hand"/>
                <a:cs typeface="Patrick Hand"/>
                <a:sym typeface="Patrick Hand"/>
              </a:rPr>
              <a:t>9</a:t>
            </a:r>
            <a:endParaRPr b="0" i="0" sz="1900" u="none" cap="none" strike="noStrike">
              <a:solidFill>
                <a:srgbClr val="000000"/>
              </a:solidFill>
              <a:latin typeface="Patrick Hand"/>
              <a:ea typeface="Patrick Hand"/>
              <a:cs typeface="Patrick Hand"/>
              <a:sym typeface="Patrick Hand"/>
            </a:endParaRPr>
          </a:p>
        </p:txBody>
      </p:sp>
      <p:cxnSp>
        <p:nvCxnSpPr>
          <p:cNvPr id="423" name="Google Shape;423;g23bee108c85_0_229"/>
          <p:cNvCxnSpPr/>
          <p:nvPr/>
        </p:nvCxnSpPr>
        <p:spPr>
          <a:xfrm rot="10800000">
            <a:off x="2349925" y="4875250"/>
            <a:ext cx="390900" cy="248700"/>
          </a:xfrm>
          <a:prstGeom prst="straightConnector1">
            <a:avLst/>
          </a:prstGeom>
          <a:noFill/>
          <a:ln cap="flat" cmpd="sng" w="19050">
            <a:solidFill>
              <a:srgbClr val="009287"/>
            </a:solidFill>
            <a:prstDash val="solid"/>
            <a:round/>
            <a:headEnd len="sm" w="sm" type="none"/>
            <a:tailEnd len="sm" w="sm" type="none"/>
          </a:ln>
        </p:spPr>
      </p:cxnSp>
      <p:cxnSp>
        <p:nvCxnSpPr>
          <p:cNvPr id="424" name="Google Shape;424;g23bee108c85_0_229"/>
          <p:cNvCxnSpPr/>
          <p:nvPr/>
        </p:nvCxnSpPr>
        <p:spPr>
          <a:xfrm rot="10800000">
            <a:off x="2654725" y="4494250"/>
            <a:ext cx="390900" cy="248700"/>
          </a:xfrm>
          <a:prstGeom prst="straightConnector1">
            <a:avLst/>
          </a:prstGeom>
          <a:noFill/>
          <a:ln cap="flat" cmpd="sng" w="19050">
            <a:solidFill>
              <a:srgbClr val="009287"/>
            </a:solidFill>
            <a:prstDash val="solid"/>
            <a:round/>
            <a:headEnd len="sm" w="sm" type="none"/>
            <a:tailEnd len="sm" w="sm" type="none"/>
          </a:ln>
        </p:spPr>
      </p:cxnSp>
      <p:sp>
        <p:nvSpPr>
          <p:cNvPr id="425" name="Google Shape;425;g23bee108c85_0_229"/>
          <p:cNvSpPr txBox="1"/>
          <p:nvPr/>
        </p:nvSpPr>
        <p:spPr>
          <a:xfrm>
            <a:off x="4903625" y="4573175"/>
            <a:ext cx="1616700" cy="1510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rgbClr val="000000"/>
                </a:solidFill>
                <a:latin typeface="Patrick Hand"/>
                <a:ea typeface="Patrick Hand"/>
                <a:cs typeface="Patrick Hand"/>
                <a:sym typeface="Patrick Hand"/>
              </a:rPr>
              <a:t>    5 0 0 </a:t>
            </a:r>
            <a:endParaRPr b="0" i="0" sz="3400" u="none" cap="none" strike="noStrike">
              <a:solidFill>
                <a:srgbClr val="000000"/>
              </a:solidFill>
              <a:latin typeface="Patrick Hand"/>
              <a:ea typeface="Patrick Hand"/>
              <a:cs typeface="Patrick Hand"/>
              <a:sym typeface="Patrick Hand"/>
            </a:endParaRPr>
          </a:p>
          <a:p>
            <a:pPr indent="-444500" lvl="0" marL="457200" marR="0" rtl="0" algn="l">
              <a:lnSpc>
                <a:spcPct val="100000"/>
              </a:lnSpc>
              <a:spcBef>
                <a:spcPts val="0"/>
              </a:spcBef>
              <a:spcAft>
                <a:spcPts val="0"/>
              </a:spcAft>
              <a:buClr>
                <a:srgbClr val="000000"/>
              </a:buClr>
              <a:buSzPts val="3400"/>
              <a:buFont typeface="Patrick Hand"/>
              <a:buChar char="-"/>
            </a:pPr>
            <a:r>
              <a:rPr b="0" i="0" lang="es-ES" sz="3400" u="none" cap="none" strike="noStrike">
                <a:solidFill>
                  <a:srgbClr val="000000"/>
                </a:solidFill>
                <a:latin typeface="Patrick Hand"/>
                <a:ea typeface="Patrick Hand"/>
                <a:cs typeface="Patrick Hand"/>
                <a:sym typeface="Patrick Hand"/>
              </a:rPr>
              <a:t>1 8 5</a:t>
            </a:r>
            <a:endParaRPr b="0" i="0" sz="3400" u="none" cap="none" strike="noStrike">
              <a:solidFill>
                <a:srgbClr val="000000"/>
              </a:solidFill>
              <a:latin typeface="Patrick Hand"/>
              <a:ea typeface="Patrick Hand"/>
              <a:cs typeface="Patrick Hand"/>
              <a:sym typeface="Patrick Hand"/>
            </a:endParaRPr>
          </a:p>
        </p:txBody>
      </p:sp>
      <p:sp>
        <p:nvSpPr>
          <p:cNvPr id="426" name="Google Shape;426;g23bee108c85_0_229"/>
          <p:cNvSpPr txBox="1"/>
          <p:nvPr/>
        </p:nvSpPr>
        <p:spPr>
          <a:xfrm>
            <a:off x="5301750" y="5650175"/>
            <a:ext cx="11475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chemeClr val="dk1"/>
                </a:solidFill>
                <a:latin typeface="Patrick Hand"/>
                <a:ea typeface="Patrick Hand"/>
                <a:cs typeface="Patrick Hand"/>
                <a:sym typeface="Patrick Hand"/>
              </a:rPr>
              <a:t> 3 1 5</a:t>
            </a:r>
            <a:endParaRPr b="0" i="0" sz="1400" u="none" cap="none" strike="noStrike">
              <a:solidFill>
                <a:srgbClr val="000000"/>
              </a:solidFill>
              <a:latin typeface="Arial"/>
              <a:ea typeface="Arial"/>
              <a:cs typeface="Arial"/>
              <a:sym typeface="Arial"/>
            </a:endParaRPr>
          </a:p>
        </p:txBody>
      </p:sp>
      <p:cxnSp>
        <p:nvCxnSpPr>
          <p:cNvPr id="427" name="Google Shape;427;g23bee108c85_0_229"/>
          <p:cNvCxnSpPr/>
          <p:nvPr/>
        </p:nvCxnSpPr>
        <p:spPr>
          <a:xfrm>
            <a:off x="5149625" y="5710250"/>
            <a:ext cx="1172700" cy="0"/>
          </a:xfrm>
          <a:prstGeom prst="straightConnector1">
            <a:avLst/>
          </a:prstGeom>
          <a:noFill/>
          <a:ln cap="flat" cmpd="sng" w="9525">
            <a:solidFill>
              <a:schemeClr val="dk1"/>
            </a:solidFill>
            <a:prstDash val="solid"/>
            <a:round/>
            <a:headEnd len="sm" w="sm" type="none"/>
            <a:tailEnd len="sm" w="sm" type="none"/>
          </a:ln>
        </p:spPr>
      </p:cxnSp>
      <p:sp>
        <p:nvSpPr>
          <p:cNvPr id="428" name="Google Shape;428;g23bee108c85_0_229"/>
          <p:cNvSpPr/>
          <p:nvPr/>
        </p:nvSpPr>
        <p:spPr>
          <a:xfrm>
            <a:off x="5963400" y="4345907"/>
            <a:ext cx="390900" cy="317100"/>
          </a:xfrm>
          <a:prstGeom prst="rect">
            <a:avLst/>
          </a:prstGeom>
          <a:solidFill>
            <a:schemeClr val="lt2"/>
          </a:solidFill>
          <a:ln cap="flat" cmpd="sng" w="952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1900" u="none" cap="none" strike="noStrike">
                <a:solidFill>
                  <a:srgbClr val="000000"/>
                </a:solidFill>
                <a:latin typeface="Patrick Hand"/>
                <a:ea typeface="Patrick Hand"/>
                <a:cs typeface="Patrick Hand"/>
                <a:sym typeface="Patrick Hand"/>
              </a:rPr>
              <a:t>10</a:t>
            </a:r>
            <a:endParaRPr b="0" i="0" sz="1900" u="none" cap="none" strike="noStrike">
              <a:solidFill>
                <a:srgbClr val="000000"/>
              </a:solidFill>
              <a:latin typeface="Patrick Hand"/>
              <a:ea typeface="Patrick Hand"/>
              <a:cs typeface="Patrick Hand"/>
              <a:sym typeface="Patrick Hand"/>
            </a:endParaRPr>
          </a:p>
        </p:txBody>
      </p:sp>
      <p:cxnSp>
        <p:nvCxnSpPr>
          <p:cNvPr id="429" name="Google Shape;429;g23bee108c85_0_229"/>
          <p:cNvCxnSpPr/>
          <p:nvPr/>
        </p:nvCxnSpPr>
        <p:spPr>
          <a:xfrm rot="10800000">
            <a:off x="6007525" y="4875250"/>
            <a:ext cx="390900" cy="248700"/>
          </a:xfrm>
          <a:prstGeom prst="straightConnector1">
            <a:avLst/>
          </a:prstGeom>
          <a:noFill/>
          <a:ln cap="flat" cmpd="sng" w="19050">
            <a:solidFill>
              <a:srgbClr val="009287"/>
            </a:solidFill>
            <a:prstDash val="solid"/>
            <a:round/>
            <a:headEnd len="sm" w="sm" type="none"/>
            <a:tailEnd len="sm" w="sm" type="none"/>
          </a:ln>
        </p:spPr>
      </p:cxnSp>
      <p:cxnSp>
        <p:nvCxnSpPr>
          <p:cNvPr id="430" name="Google Shape;430;g23bee108c85_0_229"/>
          <p:cNvCxnSpPr/>
          <p:nvPr/>
        </p:nvCxnSpPr>
        <p:spPr>
          <a:xfrm rot="10800000">
            <a:off x="5702725" y="4799050"/>
            <a:ext cx="390900" cy="248700"/>
          </a:xfrm>
          <a:prstGeom prst="straightConnector1">
            <a:avLst/>
          </a:prstGeom>
          <a:noFill/>
          <a:ln cap="flat" cmpd="sng" w="19050">
            <a:solidFill>
              <a:srgbClr val="009287"/>
            </a:solidFill>
            <a:prstDash val="solid"/>
            <a:round/>
            <a:headEnd len="sm" w="sm" type="none"/>
            <a:tailEnd len="sm" w="sm" type="none"/>
          </a:ln>
        </p:spPr>
      </p:cxnSp>
      <p:sp>
        <p:nvSpPr>
          <p:cNvPr id="431" name="Google Shape;431;g23bee108c85_0_229"/>
          <p:cNvSpPr/>
          <p:nvPr/>
        </p:nvSpPr>
        <p:spPr>
          <a:xfrm>
            <a:off x="5582400" y="4345907"/>
            <a:ext cx="390900" cy="317100"/>
          </a:xfrm>
          <a:prstGeom prst="rect">
            <a:avLst/>
          </a:prstGeom>
          <a:solidFill>
            <a:schemeClr val="lt2"/>
          </a:solidFill>
          <a:ln cap="flat" cmpd="sng" w="952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1900" u="none" cap="none" strike="noStrike">
                <a:solidFill>
                  <a:srgbClr val="000000"/>
                </a:solidFill>
                <a:latin typeface="Patrick Hand"/>
                <a:ea typeface="Patrick Hand"/>
                <a:cs typeface="Patrick Hand"/>
                <a:sym typeface="Patrick Hand"/>
              </a:rPr>
              <a:t>10</a:t>
            </a:r>
            <a:endParaRPr b="0" i="0" sz="1900" u="none" cap="none" strike="noStrike">
              <a:solidFill>
                <a:srgbClr val="000000"/>
              </a:solidFill>
              <a:latin typeface="Patrick Hand"/>
              <a:ea typeface="Patrick Hand"/>
              <a:cs typeface="Patrick Hand"/>
              <a:sym typeface="Patrick Hand"/>
            </a:endParaRPr>
          </a:p>
        </p:txBody>
      </p:sp>
      <p:sp>
        <p:nvSpPr>
          <p:cNvPr id="432" name="Google Shape;432;g23bee108c85_0_229"/>
          <p:cNvSpPr/>
          <p:nvPr/>
        </p:nvSpPr>
        <p:spPr>
          <a:xfrm>
            <a:off x="5201400" y="4345907"/>
            <a:ext cx="390900" cy="317100"/>
          </a:xfrm>
          <a:prstGeom prst="rect">
            <a:avLst/>
          </a:prstGeom>
          <a:solidFill>
            <a:schemeClr val="lt2"/>
          </a:solidFill>
          <a:ln cap="flat" cmpd="sng" w="952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1900" u="none" cap="none" strike="noStrike">
                <a:solidFill>
                  <a:srgbClr val="000000"/>
                </a:solidFill>
                <a:latin typeface="Patrick Hand"/>
                <a:ea typeface="Patrick Hand"/>
                <a:cs typeface="Patrick Hand"/>
                <a:sym typeface="Patrick Hand"/>
              </a:rPr>
              <a:t>4</a:t>
            </a:r>
            <a:endParaRPr b="0" i="0" sz="1900" u="none" cap="none" strike="noStrike">
              <a:solidFill>
                <a:srgbClr val="000000"/>
              </a:solidFill>
              <a:latin typeface="Patrick Hand"/>
              <a:ea typeface="Patrick Hand"/>
              <a:cs typeface="Patrick Hand"/>
              <a:sym typeface="Patrick Hand"/>
            </a:endParaRPr>
          </a:p>
        </p:txBody>
      </p:sp>
      <p:sp>
        <p:nvSpPr>
          <p:cNvPr id="433" name="Google Shape;433;g23bee108c85_0_229"/>
          <p:cNvSpPr/>
          <p:nvPr/>
        </p:nvSpPr>
        <p:spPr>
          <a:xfrm>
            <a:off x="5582400" y="4041107"/>
            <a:ext cx="390900" cy="317100"/>
          </a:xfrm>
          <a:prstGeom prst="rect">
            <a:avLst/>
          </a:prstGeom>
          <a:solidFill>
            <a:schemeClr val="lt2"/>
          </a:solidFill>
          <a:ln cap="flat" cmpd="sng" w="952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1900" u="none" cap="none" strike="noStrike">
                <a:solidFill>
                  <a:srgbClr val="000000"/>
                </a:solidFill>
                <a:latin typeface="Patrick Hand"/>
                <a:ea typeface="Patrick Hand"/>
                <a:cs typeface="Patrick Hand"/>
                <a:sym typeface="Patrick Hand"/>
              </a:rPr>
              <a:t>9</a:t>
            </a:r>
            <a:endParaRPr b="0" i="0" sz="1900" u="none" cap="none" strike="noStrike">
              <a:solidFill>
                <a:srgbClr val="000000"/>
              </a:solidFill>
              <a:latin typeface="Patrick Hand"/>
              <a:ea typeface="Patrick Hand"/>
              <a:cs typeface="Patrick Hand"/>
              <a:sym typeface="Patrick Hand"/>
            </a:endParaRPr>
          </a:p>
        </p:txBody>
      </p:sp>
      <p:cxnSp>
        <p:nvCxnSpPr>
          <p:cNvPr id="434" name="Google Shape;434;g23bee108c85_0_229"/>
          <p:cNvCxnSpPr/>
          <p:nvPr/>
        </p:nvCxnSpPr>
        <p:spPr>
          <a:xfrm rot="10800000">
            <a:off x="5245525" y="4799050"/>
            <a:ext cx="390900" cy="248700"/>
          </a:xfrm>
          <a:prstGeom prst="straightConnector1">
            <a:avLst/>
          </a:prstGeom>
          <a:noFill/>
          <a:ln cap="flat" cmpd="sng" w="19050">
            <a:solidFill>
              <a:srgbClr val="009287"/>
            </a:solidFill>
            <a:prstDash val="solid"/>
            <a:round/>
            <a:headEnd len="sm" w="sm" type="none"/>
            <a:tailEnd len="sm" w="sm" type="none"/>
          </a:ln>
        </p:spPr>
      </p:cxnSp>
      <p:cxnSp>
        <p:nvCxnSpPr>
          <p:cNvPr id="435" name="Google Shape;435;g23bee108c85_0_229"/>
          <p:cNvCxnSpPr/>
          <p:nvPr/>
        </p:nvCxnSpPr>
        <p:spPr>
          <a:xfrm rot="10800000">
            <a:off x="5550325" y="4418050"/>
            <a:ext cx="390900" cy="248700"/>
          </a:xfrm>
          <a:prstGeom prst="straightConnector1">
            <a:avLst/>
          </a:prstGeom>
          <a:noFill/>
          <a:ln cap="flat" cmpd="sng" w="19050">
            <a:solidFill>
              <a:srgbClr val="009287"/>
            </a:solidFill>
            <a:prstDash val="solid"/>
            <a:round/>
            <a:headEnd len="sm" w="sm" type="none"/>
            <a:tailEnd len="sm" w="sm" type="none"/>
          </a:ln>
        </p:spPr>
      </p:cxnSp>
      <p:sp>
        <p:nvSpPr>
          <p:cNvPr id="436" name="Google Shape;436;g23bee108c85_0_229"/>
          <p:cNvSpPr txBox="1"/>
          <p:nvPr/>
        </p:nvSpPr>
        <p:spPr>
          <a:xfrm>
            <a:off x="8408825" y="4573175"/>
            <a:ext cx="1616700" cy="1510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rgbClr val="000000"/>
                </a:solidFill>
                <a:latin typeface="Patrick Hand"/>
                <a:ea typeface="Patrick Hand"/>
                <a:cs typeface="Patrick Hand"/>
                <a:sym typeface="Patrick Hand"/>
              </a:rPr>
              <a:t>    7  0 0 </a:t>
            </a:r>
            <a:endParaRPr b="0" i="0" sz="3400" u="none" cap="none" strike="noStrike">
              <a:solidFill>
                <a:srgbClr val="000000"/>
              </a:solidFill>
              <a:latin typeface="Patrick Hand"/>
              <a:ea typeface="Patrick Hand"/>
              <a:cs typeface="Patrick Hand"/>
              <a:sym typeface="Patrick Hand"/>
            </a:endParaRPr>
          </a:p>
          <a:p>
            <a:pPr indent="-444500" lvl="0" marL="457200" marR="0" rtl="0" algn="l">
              <a:lnSpc>
                <a:spcPct val="100000"/>
              </a:lnSpc>
              <a:spcBef>
                <a:spcPts val="0"/>
              </a:spcBef>
              <a:spcAft>
                <a:spcPts val="0"/>
              </a:spcAft>
              <a:buClr>
                <a:srgbClr val="000000"/>
              </a:buClr>
              <a:buSzPts val="3400"/>
              <a:buFont typeface="Patrick Hand"/>
              <a:buChar char="-"/>
            </a:pPr>
            <a:r>
              <a:rPr b="0" i="0" lang="es-ES" sz="3400" u="none" cap="none" strike="noStrike">
                <a:solidFill>
                  <a:srgbClr val="000000"/>
                </a:solidFill>
                <a:latin typeface="Patrick Hand"/>
                <a:ea typeface="Patrick Hand"/>
                <a:cs typeface="Patrick Hand"/>
                <a:sym typeface="Patrick Hand"/>
              </a:rPr>
              <a:t>2 3 4</a:t>
            </a:r>
            <a:endParaRPr b="0" i="0" sz="3400" u="none" cap="none" strike="noStrike">
              <a:solidFill>
                <a:srgbClr val="000000"/>
              </a:solidFill>
              <a:latin typeface="Patrick Hand"/>
              <a:ea typeface="Patrick Hand"/>
              <a:cs typeface="Patrick Hand"/>
              <a:sym typeface="Patrick Hand"/>
            </a:endParaRPr>
          </a:p>
        </p:txBody>
      </p:sp>
      <p:sp>
        <p:nvSpPr>
          <p:cNvPr id="437" name="Google Shape;437;g23bee108c85_0_229"/>
          <p:cNvSpPr txBox="1"/>
          <p:nvPr/>
        </p:nvSpPr>
        <p:spPr>
          <a:xfrm>
            <a:off x="8806950" y="5650175"/>
            <a:ext cx="11475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chemeClr val="dk1"/>
                </a:solidFill>
                <a:latin typeface="Patrick Hand"/>
                <a:ea typeface="Patrick Hand"/>
                <a:cs typeface="Patrick Hand"/>
                <a:sym typeface="Patrick Hand"/>
              </a:rPr>
              <a:t> 4 6 6</a:t>
            </a:r>
            <a:endParaRPr b="0" i="0" sz="1400" u="none" cap="none" strike="noStrike">
              <a:solidFill>
                <a:srgbClr val="000000"/>
              </a:solidFill>
              <a:latin typeface="Arial"/>
              <a:ea typeface="Arial"/>
              <a:cs typeface="Arial"/>
              <a:sym typeface="Arial"/>
            </a:endParaRPr>
          </a:p>
        </p:txBody>
      </p:sp>
      <p:cxnSp>
        <p:nvCxnSpPr>
          <p:cNvPr id="438" name="Google Shape;438;g23bee108c85_0_229"/>
          <p:cNvCxnSpPr/>
          <p:nvPr/>
        </p:nvCxnSpPr>
        <p:spPr>
          <a:xfrm>
            <a:off x="8654825" y="5710250"/>
            <a:ext cx="1172700" cy="0"/>
          </a:xfrm>
          <a:prstGeom prst="straightConnector1">
            <a:avLst/>
          </a:prstGeom>
          <a:noFill/>
          <a:ln cap="flat" cmpd="sng" w="9525">
            <a:solidFill>
              <a:schemeClr val="dk1"/>
            </a:solidFill>
            <a:prstDash val="solid"/>
            <a:round/>
            <a:headEnd len="sm" w="sm" type="none"/>
            <a:tailEnd len="sm" w="sm" type="none"/>
          </a:ln>
        </p:spPr>
      </p:cxnSp>
      <p:sp>
        <p:nvSpPr>
          <p:cNvPr id="439" name="Google Shape;439;g23bee108c85_0_229"/>
          <p:cNvSpPr/>
          <p:nvPr/>
        </p:nvSpPr>
        <p:spPr>
          <a:xfrm>
            <a:off x="9468600" y="4345907"/>
            <a:ext cx="390900" cy="317100"/>
          </a:xfrm>
          <a:prstGeom prst="rect">
            <a:avLst/>
          </a:prstGeom>
          <a:solidFill>
            <a:schemeClr val="lt2"/>
          </a:solidFill>
          <a:ln cap="flat" cmpd="sng" w="952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1900" u="none" cap="none" strike="noStrike">
                <a:solidFill>
                  <a:srgbClr val="000000"/>
                </a:solidFill>
                <a:latin typeface="Patrick Hand"/>
                <a:ea typeface="Patrick Hand"/>
                <a:cs typeface="Patrick Hand"/>
                <a:sym typeface="Patrick Hand"/>
              </a:rPr>
              <a:t>10</a:t>
            </a:r>
            <a:endParaRPr b="0" i="0" sz="1900" u="none" cap="none" strike="noStrike">
              <a:solidFill>
                <a:srgbClr val="000000"/>
              </a:solidFill>
              <a:latin typeface="Patrick Hand"/>
              <a:ea typeface="Patrick Hand"/>
              <a:cs typeface="Patrick Hand"/>
              <a:sym typeface="Patrick Hand"/>
            </a:endParaRPr>
          </a:p>
        </p:txBody>
      </p:sp>
      <p:cxnSp>
        <p:nvCxnSpPr>
          <p:cNvPr id="440" name="Google Shape;440;g23bee108c85_0_229"/>
          <p:cNvCxnSpPr/>
          <p:nvPr/>
        </p:nvCxnSpPr>
        <p:spPr>
          <a:xfrm rot="10800000">
            <a:off x="9512725" y="4875250"/>
            <a:ext cx="390900" cy="248700"/>
          </a:xfrm>
          <a:prstGeom prst="straightConnector1">
            <a:avLst/>
          </a:prstGeom>
          <a:noFill/>
          <a:ln cap="flat" cmpd="sng" w="19050">
            <a:solidFill>
              <a:srgbClr val="009287"/>
            </a:solidFill>
            <a:prstDash val="solid"/>
            <a:round/>
            <a:headEnd len="sm" w="sm" type="none"/>
            <a:tailEnd len="sm" w="sm" type="none"/>
          </a:ln>
        </p:spPr>
      </p:cxnSp>
      <p:cxnSp>
        <p:nvCxnSpPr>
          <p:cNvPr id="441" name="Google Shape;441;g23bee108c85_0_229"/>
          <p:cNvCxnSpPr/>
          <p:nvPr/>
        </p:nvCxnSpPr>
        <p:spPr>
          <a:xfrm rot="10800000">
            <a:off x="9207925" y="4799050"/>
            <a:ext cx="390900" cy="248700"/>
          </a:xfrm>
          <a:prstGeom prst="straightConnector1">
            <a:avLst/>
          </a:prstGeom>
          <a:noFill/>
          <a:ln cap="flat" cmpd="sng" w="19050">
            <a:solidFill>
              <a:srgbClr val="009287"/>
            </a:solidFill>
            <a:prstDash val="solid"/>
            <a:round/>
            <a:headEnd len="sm" w="sm" type="none"/>
            <a:tailEnd len="sm" w="sm" type="none"/>
          </a:ln>
        </p:spPr>
      </p:cxnSp>
      <p:sp>
        <p:nvSpPr>
          <p:cNvPr id="442" name="Google Shape;442;g23bee108c85_0_229"/>
          <p:cNvSpPr/>
          <p:nvPr/>
        </p:nvSpPr>
        <p:spPr>
          <a:xfrm>
            <a:off x="9087600" y="4345907"/>
            <a:ext cx="390900" cy="317100"/>
          </a:xfrm>
          <a:prstGeom prst="rect">
            <a:avLst/>
          </a:prstGeom>
          <a:solidFill>
            <a:schemeClr val="lt2"/>
          </a:solidFill>
          <a:ln cap="flat" cmpd="sng" w="952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1900" u="none" cap="none" strike="noStrike">
                <a:solidFill>
                  <a:srgbClr val="000000"/>
                </a:solidFill>
                <a:latin typeface="Patrick Hand"/>
                <a:ea typeface="Patrick Hand"/>
                <a:cs typeface="Patrick Hand"/>
                <a:sym typeface="Patrick Hand"/>
              </a:rPr>
              <a:t>10</a:t>
            </a:r>
            <a:endParaRPr b="0" i="0" sz="1900" u="none" cap="none" strike="noStrike">
              <a:solidFill>
                <a:srgbClr val="000000"/>
              </a:solidFill>
              <a:latin typeface="Patrick Hand"/>
              <a:ea typeface="Patrick Hand"/>
              <a:cs typeface="Patrick Hand"/>
              <a:sym typeface="Patrick Hand"/>
            </a:endParaRPr>
          </a:p>
        </p:txBody>
      </p:sp>
      <p:sp>
        <p:nvSpPr>
          <p:cNvPr id="443" name="Google Shape;443;g23bee108c85_0_229"/>
          <p:cNvSpPr/>
          <p:nvPr/>
        </p:nvSpPr>
        <p:spPr>
          <a:xfrm>
            <a:off x="8706600" y="4345907"/>
            <a:ext cx="390900" cy="317100"/>
          </a:xfrm>
          <a:prstGeom prst="rect">
            <a:avLst/>
          </a:prstGeom>
          <a:solidFill>
            <a:schemeClr val="lt2"/>
          </a:solidFill>
          <a:ln cap="flat" cmpd="sng" w="952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1900" u="none" cap="none" strike="noStrike">
                <a:solidFill>
                  <a:srgbClr val="000000"/>
                </a:solidFill>
                <a:latin typeface="Patrick Hand"/>
                <a:ea typeface="Patrick Hand"/>
                <a:cs typeface="Patrick Hand"/>
                <a:sym typeface="Patrick Hand"/>
              </a:rPr>
              <a:t>6</a:t>
            </a:r>
            <a:endParaRPr b="0" i="0" sz="1900" u="none" cap="none" strike="noStrike">
              <a:solidFill>
                <a:srgbClr val="000000"/>
              </a:solidFill>
              <a:latin typeface="Patrick Hand"/>
              <a:ea typeface="Patrick Hand"/>
              <a:cs typeface="Patrick Hand"/>
              <a:sym typeface="Patrick Hand"/>
            </a:endParaRPr>
          </a:p>
        </p:txBody>
      </p:sp>
      <p:sp>
        <p:nvSpPr>
          <p:cNvPr id="444" name="Google Shape;444;g23bee108c85_0_229"/>
          <p:cNvSpPr/>
          <p:nvPr/>
        </p:nvSpPr>
        <p:spPr>
          <a:xfrm>
            <a:off x="9087600" y="4041107"/>
            <a:ext cx="390900" cy="317100"/>
          </a:xfrm>
          <a:prstGeom prst="rect">
            <a:avLst/>
          </a:prstGeom>
          <a:solidFill>
            <a:schemeClr val="lt2"/>
          </a:solidFill>
          <a:ln cap="flat" cmpd="sng" w="952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1900" u="none" cap="none" strike="noStrike">
                <a:solidFill>
                  <a:srgbClr val="000000"/>
                </a:solidFill>
                <a:latin typeface="Patrick Hand"/>
                <a:ea typeface="Patrick Hand"/>
                <a:cs typeface="Patrick Hand"/>
                <a:sym typeface="Patrick Hand"/>
              </a:rPr>
              <a:t>9</a:t>
            </a:r>
            <a:endParaRPr b="0" i="0" sz="1900" u="none" cap="none" strike="noStrike">
              <a:solidFill>
                <a:srgbClr val="000000"/>
              </a:solidFill>
              <a:latin typeface="Patrick Hand"/>
              <a:ea typeface="Patrick Hand"/>
              <a:cs typeface="Patrick Hand"/>
              <a:sym typeface="Patrick Hand"/>
            </a:endParaRPr>
          </a:p>
        </p:txBody>
      </p:sp>
      <p:cxnSp>
        <p:nvCxnSpPr>
          <p:cNvPr id="445" name="Google Shape;445;g23bee108c85_0_229"/>
          <p:cNvCxnSpPr/>
          <p:nvPr/>
        </p:nvCxnSpPr>
        <p:spPr>
          <a:xfrm rot="10800000">
            <a:off x="8750725" y="4799050"/>
            <a:ext cx="390900" cy="248700"/>
          </a:xfrm>
          <a:prstGeom prst="straightConnector1">
            <a:avLst/>
          </a:prstGeom>
          <a:noFill/>
          <a:ln cap="flat" cmpd="sng" w="19050">
            <a:solidFill>
              <a:srgbClr val="009287"/>
            </a:solidFill>
            <a:prstDash val="solid"/>
            <a:round/>
            <a:headEnd len="sm" w="sm" type="none"/>
            <a:tailEnd len="sm" w="sm" type="none"/>
          </a:ln>
        </p:spPr>
      </p:cxnSp>
      <p:cxnSp>
        <p:nvCxnSpPr>
          <p:cNvPr id="446" name="Google Shape;446;g23bee108c85_0_229"/>
          <p:cNvCxnSpPr/>
          <p:nvPr/>
        </p:nvCxnSpPr>
        <p:spPr>
          <a:xfrm rot="10800000">
            <a:off x="9055525" y="4418050"/>
            <a:ext cx="390900" cy="248700"/>
          </a:xfrm>
          <a:prstGeom prst="straightConnector1">
            <a:avLst/>
          </a:prstGeom>
          <a:noFill/>
          <a:ln cap="flat" cmpd="sng" w="19050">
            <a:solidFill>
              <a:srgbClr val="009287"/>
            </a:solidFill>
            <a:prstDash val="solid"/>
            <a:round/>
            <a:headEnd len="sm" w="sm" type="none"/>
            <a:tailEnd len="sm" w="sm" type="none"/>
          </a:ln>
        </p:spPr>
      </p:cxnSp>
      <p:pic>
        <p:nvPicPr>
          <p:cNvPr id="447" name="Google Shape;447;g23bee108c85_0_229"/>
          <p:cNvPicPr preferRelativeResize="0"/>
          <p:nvPr/>
        </p:nvPicPr>
        <p:blipFill>
          <a:blip r:embed="rId4">
            <a:alphaModFix/>
          </a:blip>
          <a:stretch>
            <a:fillRect/>
          </a:stretch>
        </p:blipFill>
        <p:spPr>
          <a:xfrm>
            <a:off x="11039425" y="5216912"/>
            <a:ext cx="975700" cy="10291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 name="Shape 451"/>
        <p:cNvGrpSpPr/>
        <p:nvPr/>
      </p:nvGrpSpPr>
      <p:grpSpPr>
        <a:xfrm>
          <a:off x="0" y="0"/>
          <a:ext cx="0" cy="0"/>
          <a:chOff x="0" y="0"/>
          <a:chExt cx="0" cy="0"/>
        </a:xfrm>
      </p:grpSpPr>
      <p:pic>
        <p:nvPicPr>
          <p:cNvPr descr="Forma&#10;&#10;Descripción generada automáticamente con confianza media" id="452" name="Google Shape;452;g2b50dac064d_0_0"/>
          <p:cNvPicPr preferRelativeResize="0"/>
          <p:nvPr>
            <p:ph idx="1" type="body"/>
          </p:nvPr>
        </p:nvPicPr>
        <p:blipFill rotWithShape="1">
          <a:blip r:embed="rId3">
            <a:alphaModFix/>
          </a:blip>
          <a:srcRect b="0" l="0" r="0" t="0"/>
          <a:stretch/>
        </p:blipFill>
        <p:spPr>
          <a:xfrm>
            <a:off x="-7" y="12767"/>
            <a:ext cx="12192000" cy="6858000"/>
          </a:xfrm>
          <a:prstGeom prst="rect">
            <a:avLst/>
          </a:prstGeom>
          <a:noFill/>
          <a:ln>
            <a:noFill/>
          </a:ln>
        </p:spPr>
      </p:pic>
      <p:sp>
        <p:nvSpPr>
          <p:cNvPr id="453" name="Google Shape;453;g2b50dac064d_0_0"/>
          <p:cNvSpPr txBox="1"/>
          <p:nvPr/>
        </p:nvSpPr>
        <p:spPr>
          <a:xfrm>
            <a:off x="1857393" y="490361"/>
            <a:ext cx="8477100" cy="908100"/>
          </a:xfrm>
          <a:prstGeom prst="rect">
            <a:avLst/>
          </a:prstGeom>
          <a:noFill/>
          <a:ln>
            <a:noFill/>
          </a:ln>
        </p:spPr>
        <p:txBody>
          <a:bodyPr anchorCtr="0" anchor="t" bIns="121900" lIns="121900" spcFirstLastPara="1" rIns="121900" wrap="square" tIns="121900">
            <a:spAutoFit/>
          </a:bodyPr>
          <a:lstStyle/>
          <a:p>
            <a:pPr indent="0" lvl="0" marL="0" marR="0" rtl="0" algn="ctr">
              <a:lnSpc>
                <a:spcPct val="100000"/>
              </a:lnSpc>
              <a:spcBef>
                <a:spcPts val="0"/>
              </a:spcBef>
              <a:spcAft>
                <a:spcPts val="0"/>
              </a:spcAft>
              <a:buClr>
                <a:srgbClr val="000000"/>
              </a:buClr>
              <a:buSzPts val="4300"/>
              <a:buFont typeface="Arial"/>
              <a:buNone/>
            </a:pPr>
            <a:r>
              <a:rPr b="0" i="0" lang="es-ES" sz="4300" u="none" cap="none" strike="noStrike">
                <a:solidFill>
                  <a:schemeClr val="lt1"/>
                </a:solidFill>
                <a:highlight>
                  <a:srgbClr val="009287"/>
                </a:highlight>
                <a:latin typeface="Patrick Hand"/>
                <a:ea typeface="Patrick Hand"/>
                <a:cs typeface="Patrick Hand"/>
                <a:sym typeface="Patrick Hand"/>
              </a:rPr>
              <a:t>¡Resumen de hoy!</a:t>
            </a:r>
            <a:endParaRPr b="0" i="0" sz="1900" u="none" cap="none" strike="noStrike">
              <a:solidFill>
                <a:schemeClr val="lt1"/>
              </a:solidFill>
              <a:highlight>
                <a:srgbClr val="009287"/>
              </a:highlight>
              <a:latin typeface="Arial"/>
              <a:ea typeface="Arial"/>
              <a:cs typeface="Arial"/>
              <a:sym typeface="Arial"/>
            </a:endParaRPr>
          </a:p>
        </p:txBody>
      </p:sp>
      <p:sp>
        <p:nvSpPr>
          <p:cNvPr id="454" name="Google Shape;454;g2b50dac064d_0_0"/>
          <p:cNvSpPr/>
          <p:nvPr/>
        </p:nvSpPr>
        <p:spPr>
          <a:xfrm>
            <a:off x="2459659" y="1626836"/>
            <a:ext cx="7272900" cy="3630000"/>
          </a:xfrm>
          <a:prstGeom prst="rect">
            <a:avLst/>
          </a:prstGeom>
          <a:solidFill>
            <a:srgbClr val="F5C571"/>
          </a:solidFill>
          <a:ln cap="flat" cmpd="sng" w="25400">
            <a:solidFill>
              <a:schemeClr val="dk1"/>
            </a:solidFill>
            <a:prstDash val="solid"/>
            <a:round/>
            <a:headEnd len="sm" w="sm" type="none"/>
            <a:tailEnd len="sm" w="sm" type="none"/>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None/>
            </a:pPr>
            <a:r>
              <a:t/>
            </a:r>
            <a:endParaRPr b="0" i="0" sz="1900" u="none" cap="none" strike="noStrike">
              <a:solidFill>
                <a:schemeClr val="lt1"/>
              </a:solidFill>
              <a:latin typeface="Arial"/>
              <a:ea typeface="Arial"/>
              <a:cs typeface="Arial"/>
              <a:sym typeface="Arial"/>
            </a:endParaRPr>
          </a:p>
        </p:txBody>
      </p:sp>
      <p:pic>
        <p:nvPicPr>
          <p:cNvPr descr="¿Te gustaría ser Tutor o inscribirte como Estudiante de Conectado Aprendo? &#10;¡Regístrate en nuestro sitio web! https://www.conectadoaprendo.cl/&#10;&#10;¡Síguenos en nuestras redes sociales!&#10;https://www.instagram.com/conectado_aprendo&#10;https://www.linkedin.com/in/fundacion-conectado-aprendo-535bb4241&#10;https://www.instagram.com/clubdegoceporlalectura_ca/&#10;&#10;Consultas generales (mail):&#10;contacto@conectadoaprendo.cl&#10;&#10;Profesor y producción:&#10;https://www.youtube.com/@psudiego&#10;&#10;#tutorias #mineduc #resta" id="455" name="Google Shape;455;g2b50dac064d_0_0" title="Resumen - Resta (14) - 3 dígitos con ceros">
            <a:hlinkClick r:id="rId4"/>
          </p:cNvPr>
          <p:cNvPicPr preferRelativeResize="0"/>
          <p:nvPr/>
        </p:nvPicPr>
        <p:blipFill>
          <a:blip r:embed="rId5">
            <a:alphaModFix/>
          </a:blip>
          <a:stretch>
            <a:fillRect/>
          </a:stretch>
        </p:blipFill>
        <p:spPr>
          <a:xfrm>
            <a:off x="1744175" y="1398450"/>
            <a:ext cx="8703550" cy="4895750"/>
          </a:xfrm>
          <a:prstGeom prst="rect">
            <a:avLst/>
          </a:prstGeom>
          <a:noFill/>
          <a:ln cap="flat" cmpd="sng" w="28575">
            <a:solidFill>
              <a:schemeClr val="dk2"/>
            </a:solidFill>
            <a:prstDash val="solid"/>
            <a:round/>
            <a:headEnd len="sm" w="sm" type="none"/>
            <a:tailEnd len="sm" w="sm" type="none"/>
          </a:ln>
        </p:spPr>
      </p:pic>
      <p:pic>
        <p:nvPicPr>
          <p:cNvPr id="456" name="Google Shape;456;g2b50dac064d_0_0"/>
          <p:cNvPicPr preferRelativeResize="0"/>
          <p:nvPr/>
        </p:nvPicPr>
        <p:blipFill>
          <a:blip r:embed="rId6">
            <a:alphaModFix/>
          </a:blip>
          <a:stretch>
            <a:fillRect/>
          </a:stretch>
        </p:blipFill>
        <p:spPr>
          <a:xfrm>
            <a:off x="11039425" y="5216912"/>
            <a:ext cx="975700" cy="102917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5"/>
                                        </p:tgtEl>
                                        <p:attrNameLst>
                                          <p:attrName>style.visibility</p:attrName>
                                        </p:attrNameLst>
                                      </p:cBhvr>
                                      <p:to>
                                        <p:strVal val="visible"/>
                                      </p:to>
                                    </p:set>
                                    <p:animEffect filter="fade" transition="in">
                                      <p:cBhvr>
                                        <p:cTn dur="1000"/>
                                        <p:tgtEl>
                                          <p:spTgt spid="45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0" name="Shape 460"/>
        <p:cNvGrpSpPr/>
        <p:nvPr/>
      </p:nvGrpSpPr>
      <p:grpSpPr>
        <a:xfrm>
          <a:off x="0" y="0"/>
          <a:ext cx="0" cy="0"/>
          <a:chOff x="0" y="0"/>
          <a:chExt cx="0" cy="0"/>
        </a:xfrm>
      </p:grpSpPr>
      <p:pic>
        <p:nvPicPr>
          <p:cNvPr descr="Forma&#10;&#10;Descripción generada automáticamente con confianza media" id="461" name="Google Shape;461;g2aea9b6464d_0_0"/>
          <p:cNvPicPr preferRelativeResize="0"/>
          <p:nvPr>
            <p:ph idx="1" type="body"/>
          </p:nvPr>
        </p:nvPicPr>
        <p:blipFill rotWithShape="1">
          <a:blip r:embed="rId3">
            <a:alphaModFix/>
          </a:blip>
          <a:srcRect b="0" l="0" r="0" t="0"/>
          <a:stretch/>
        </p:blipFill>
        <p:spPr>
          <a:xfrm>
            <a:off x="1393" y="-18475"/>
            <a:ext cx="12192000" cy="6858000"/>
          </a:xfrm>
          <a:prstGeom prst="rect">
            <a:avLst/>
          </a:prstGeom>
          <a:noFill/>
          <a:ln>
            <a:noFill/>
          </a:ln>
        </p:spPr>
      </p:pic>
      <p:graphicFrame>
        <p:nvGraphicFramePr>
          <p:cNvPr id="462" name="Google Shape;462;g2aea9b6464d_0_0"/>
          <p:cNvGraphicFramePr/>
          <p:nvPr/>
        </p:nvGraphicFramePr>
        <p:xfrm>
          <a:off x="297938" y="450063"/>
          <a:ext cx="3000000" cy="3000000"/>
        </p:xfrm>
        <a:graphic>
          <a:graphicData uri="http://schemas.openxmlformats.org/drawingml/2006/table">
            <a:tbl>
              <a:tblPr>
                <a:noFill/>
                <a:tableStyleId>{5E233AFF-AAD8-4641-85CF-F8D5DC56E261}</a:tableStyleId>
              </a:tblPr>
              <a:tblGrid>
                <a:gridCol w="2123775"/>
                <a:gridCol w="2227750"/>
                <a:gridCol w="2175775"/>
              </a:tblGrid>
              <a:tr h="471250">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28575">
                      <a:solidFill>
                        <a:srgbClr val="009287"/>
                      </a:solidFill>
                      <a:prstDash val="solid"/>
                      <a:round/>
                      <a:headEnd len="sm" w="sm" type="none"/>
                      <a:tailEnd len="sm" w="sm" type="none"/>
                    </a:lnL>
                    <a:lnR cap="flat" cmpd="sng" w="28575">
                      <a:solidFill>
                        <a:srgbClr val="009287"/>
                      </a:solidFill>
                      <a:prstDash val="solid"/>
                      <a:round/>
                      <a:headEnd len="sm" w="sm" type="none"/>
                      <a:tailEnd len="sm" w="sm" type="none"/>
                    </a:lnR>
                    <a:lnT cap="flat" cmpd="sng" w="28575">
                      <a:solidFill>
                        <a:srgbClr val="009287"/>
                      </a:solidFill>
                      <a:prstDash val="solid"/>
                      <a:round/>
                      <a:headEnd len="sm" w="sm" type="none"/>
                      <a:tailEnd len="sm" w="sm" type="none"/>
                    </a:lnT>
                    <a:lnB cap="flat" cmpd="sng" w="28575">
                      <a:solidFill>
                        <a:srgbClr val="009287"/>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28575">
                      <a:solidFill>
                        <a:srgbClr val="009287"/>
                      </a:solidFill>
                      <a:prstDash val="solid"/>
                      <a:round/>
                      <a:headEnd len="sm" w="sm" type="none"/>
                      <a:tailEnd len="sm" w="sm" type="none"/>
                    </a:lnL>
                    <a:lnR cap="flat" cmpd="sng" w="28575">
                      <a:solidFill>
                        <a:srgbClr val="009287"/>
                      </a:solidFill>
                      <a:prstDash val="solid"/>
                      <a:round/>
                      <a:headEnd len="sm" w="sm" type="none"/>
                      <a:tailEnd len="sm" w="sm" type="none"/>
                    </a:lnR>
                    <a:lnT cap="flat" cmpd="sng" w="28575">
                      <a:solidFill>
                        <a:srgbClr val="009287"/>
                      </a:solidFill>
                      <a:prstDash val="solid"/>
                      <a:round/>
                      <a:headEnd len="sm" w="sm" type="none"/>
                      <a:tailEnd len="sm" w="sm" type="none"/>
                    </a:lnT>
                    <a:lnB cap="flat" cmpd="sng" w="28575">
                      <a:solidFill>
                        <a:srgbClr val="009287"/>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28575">
                      <a:solidFill>
                        <a:srgbClr val="009287"/>
                      </a:solidFill>
                      <a:prstDash val="solid"/>
                      <a:round/>
                      <a:headEnd len="sm" w="sm" type="none"/>
                      <a:tailEnd len="sm" w="sm" type="none"/>
                    </a:lnL>
                    <a:lnR cap="flat" cmpd="sng" w="28575">
                      <a:solidFill>
                        <a:srgbClr val="009287"/>
                      </a:solidFill>
                      <a:prstDash val="solid"/>
                      <a:round/>
                      <a:headEnd len="sm" w="sm" type="none"/>
                      <a:tailEnd len="sm" w="sm" type="none"/>
                    </a:lnR>
                    <a:lnT cap="flat" cmpd="sng" w="28575">
                      <a:solidFill>
                        <a:srgbClr val="009287"/>
                      </a:solidFill>
                      <a:prstDash val="solid"/>
                      <a:round/>
                      <a:headEnd len="sm" w="sm" type="none"/>
                      <a:tailEnd len="sm" w="sm" type="none"/>
                    </a:lnT>
                    <a:lnB cap="flat" cmpd="sng" w="28575">
                      <a:solidFill>
                        <a:srgbClr val="009287"/>
                      </a:solidFill>
                      <a:prstDash val="solid"/>
                      <a:round/>
                      <a:headEnd len="sm" w="sm" type="none"/>
                      <a:tailEnd len="sm" w="sm" type="none"/>
                    </a:lnB>
                  </a:tcPr>
                </a:tc>
              </a:tr>
              <a:tr h="1068900">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28575">
                      <a:solidFill>
                        <a:srgbClr val="009287"/>
                      </a:solidFill>
                      <a:prstDash val="solid"/>
                      <a:round/>
                      <a:headEnd len="sm" w="sm" type="none"/>
                      <a:tailEnd len="sm" w="sm" type="none"/>
                    </a:lnL>
                    <a:lnR cap="flat" cmpd="sng" w="28575">
                      <a:solidFill>
                        <a:srgbClr val="009287"/>
                      </a:solidFill>
                      <a:prstDash val="solid"/>
                      <a:round/>
                      <a:headEnd len="sm" w="sm" type="none"/>
                      <a:tailEnd len="sm" w="sm" type="none"/>
                    </a:lnR>
                    <a:lnT cap="flat" cmpd="sng" w="28575">
                      <a:solidFill>
                        <a:srgbClr val="009287"/>
                      </a:solidFill>
                      <a:prstDash val="solid"/>
                      <a:round/>
                      <a:headEnd len="sm" w="sm" type="none"/>
                      <a:tailEnd len="sm" w="sm" type="none"/>
                    </a:lnT>
                    <a:lnB cap="flat" cmpd="sng" w="28575">
                      <a:solidFill>
                        <a:srgbClr val="009287"/>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28575">
                      <a:solidFill>
                        <a:srgbClr val="009287"/>
                      </a:solidFill>
                      <a:prstDash val="solid"/>
                      <a:round/>
                      <a:headEnd len="sm" w="sm" type="none"/>
                      <a:tailEnd len="sm" w="sm" type="none"/>
                    </a:lnL>
                    <a:lnR cap="flat" cmpd="sng" w="28575">
                      <a:solidFill>
                        <a:srgbClr val="009287"/>
                      </a:solidFill>
                      <a:prstDash val="solid"/>
                      <a:round/>
                      <a:headEnd len="sm" w="sm" type="none"/>
                      <a:tailEnd len="sm" w="sm" type="none"/>
                    </a:lnR>
                    <a:lnT cap="flat" cmpd="sng" w="28575">
                      <a:solidFill>
                        <a:srgbClr val="009287"/>
                      </a:solidFill>
                      <a:prstDash val="solid"/>
                      <a:round/>
                      <a:headEnd len="sm" w="sm" type="none"/>
                      <a:tailEnd len="sm" w="sm" type="none"/>
                    </a:lnT>
                    <a:lnB cap="flat" cmpd="sng" w="28575">
                      <a:solidFill>
                        <a:srgbClr val="009287"/>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28575">
                      <a:solidFill>
                        <a:srgbClr val="009287"/>
                      </a:solidFill>
                      <a:prstDash val="solid"/>
                      <a:round/>
                      <a:headEnd len="sm" w="sm" type="none"/>
                      <a:tailEnd len="sm" w="sm" type="none"/>
                    </a:lnL>
                    <a:lnR cap="flat" cmpd="sng" w="28575">
                      <a:solidFill>
                        <a:srgbClr val="009287"/>
                      </a:solidFill>
                      <a:prstDash val="solid"/>
                      <a:round/>
                      <a:headEnd len="sm" w="sm" type="none"/>
                      <a:tailEnd len="sm" w="sm" type="none"/>
                    </a:lnR>
                    <a:lnT cap="flat" cmpd="sng" w="28575">
                      <a:solidFill>
                        <a:srgbClr val="009287"/>
                      </a:solidFill>
                      <a:prstDash val="solid"/>
                      <a:round/>
                      <a:headEnd len="sm" w="sm" type="none"/>
                      <a:tailEnd len="sm" w="sm" type="none"/>
                    </a:lnT>
                    <a:lnB cap="flat" cmpd="sng" w="28575">
                      <a:solidFill>
                        <a:srgbClr val="009287"/>
                      </a:solidFill>
                      <a:prstDash val="solid"/>
                      <a:round/>
                      <a:headEnd len="sm" w="sm" type="none"/>
                      <a:tailEnd len="sm" w="sm" type="none"/>
                    </a:lnB>
                  </a:tcPr>
                </a:tc>
              </a:tr>
              <a:tr h="1068900">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28575">
                      <a:solidFill>
                        <a:srgbClr val="009287"/>
                      </a:solidFill>
                      <a:prstDash val="solid"/>
                      <a:round/>
                      <a:headEnd len="sm" w="sm" type="none"/>
                      <a:tailEnd len="sm" w="sm" type="none"/>
                    </a:lnL>
                    <a:lnR cap="flat" cmpd="sng" w="28575">
                      <a:solidFill>
                        <a:srgbClr val="009287"/>
                      </a:solidFill>
                      <a:prstDash val="solid"/>
                      <a:round/>
                      <a:headEnd len="sm" w="sm" type="none"/>
                      <a:tailEnd len="sm" w="sm" type="none"/>
                    </a:lnR>
                    <a:lnT cap="flat" cmpd="sng" w="28575">
                      <a:solidFill>
                        <a:srgbClr val="009287"/>
                      </a:solidFill>
                      <a:prstDash val="solid"/>
                      <a:round/>
                      <a:headEnd len="sm" w="sm" type="none"/>
                      <a:tailEnd len="sm" w="sm" type="none"/>
                    </a:lnT>
                    <a:lnB cap="flat" cmpd="sng" w="28575">
                      <a:solidFill>
                        <a:srgbClr val="009287"/>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28575">
                      <a:solidFill>
                        <a:srgbClr val="009287"/>
                      </a:solidFill>
                      <a:prstDash val="solid"/>
                      <a:round/>
                      <a:headEnd len="sm" w="sm" type="none"/>
                      <a:tailEnd len="sm" w="sm" type="none"/>
                    </a:lnL>
                    <a:lnR cap="flat" cmpd="sng" w="28575">
                      <a:solidFill>
                        <a:srgbClr val="009287"/>
                      </a:solidFill>
                      <a:prstDash val="solid"/>
                      <a:round/>
                      <a:headEnd len="sm" w="sm" type="none"/>
                      <a:tailEnd len="sm" w="sm" type="none"/>
                    </a:lnR>
                    <a:lnT cap="flat" cmpd="sng" w="28575">
                      <a:solidFill>
                        <a:srgbClr val="009287"/>
                      </a:solidFill>
                      <a:prstDash val="solid"/>
                      <a:round/>
                      <a:headEnd len="sm" w="sm" type="none"/>
                      <a:tailEnd len="sm" w="sm" type="none"/>
                    </a:lnT>
                    <a:lnB cap="flat" cmpd="sng" w="28575">
                      <a:solidFill>
                        <a:srgbClr val="009287"/>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28575">
                      <a:solidFill>
                        <a:srgbClr val="009287"/>
                      </a:solidFill>
                      <a:prstDash val="solid"/>
                      <a:round/>
                      <a:headEnd len="sm" w="sm" type="none"/>
                      <a:tailEnd len="sm" w="sm" type="none"/>
                    </a:lnL>
                    <a:lnR cap="flat" cmpd="sng" w="28575">
                      <a:solidFill>
                        <a:srgbClr val="009287"/>
                      </a:solidFill>
                      <a:prstDash val="solid"/>
                      <a:round/>
                      <a:headEnd len="sm" w="sm" type="none"/>
                      <a:tailEnd len="sm" w="sm" type="none"/>
                    </a:lnR>
                    <a:lnT cap="flat" cmpd="sng" w="28575">
                      <a:solidFill>
                        <a:srgbClr val="009287"/>
                      </a:solidFill>
                      <a:prstDash val="solid"/>
                      <a:round/>
                      <a:headEnd len="sm" w="sm" type="none"/>
                      <a:tailEnd len="sm" w="sm" type="none"/>
                    </a:lnT>
                    <a:lnB cap="flat" cmpd="sng" w="28575">
                      <a:solidFill>
                        <a:srgbClr val="009287"/>
                      </a:solidFill>
                      <a:prstDash val="solid"/>
                      <a:round/>
                      <a:headEnd len="sm" w="sm" type="none"/>
                      <a:tailEnd len="sm" w="sm" type="none"/>
                    </a:lnB>
                  </a:tcPr>
                </a:tc>
              </a:tr>
              <a:tr h="1068900">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28575">
                      <a:solidFill>
                        <a:srgbClr val="009287"/>
                      </a:solidFill>
                      <a:prstDash val="solid"/>
                      <a:round/>
                      <a:headEnd len="sm" w="sm" type="none"/>
                      <a:tailEnd len="sm" w="sm" type="none"/>
                    </a:lnL>
                    <a:lnR cap="flat" cmpd="sng" w="28575">
                      <a:solidFill>
                        <a:srgbClr val="009287"/>
                      </a:solidFill>
                      <a:prstDash val="solid"/>
                      <a:round/>
                      <a:headEnd len="sm" w="sm" type="none"/>
                      <a:tailEnd len="sm" w="sm" type="none"/>
                    </a:lnR>
                    <a:lnT cap="flat" cmpd="sng" w="28575">
                      <a:solidFill>
                        <a:srgbClr val="009287"/>
                      </a:solidFill>
                      <a:prstDash val="solid"/>
                      <a:round/>
                      <a:headEnd len="sm" w="sm" type="none"/>
                      <a:tailEnd len="sm" w="sm" type="none"/>
                    </a:lnT>
                    <a:lnB cap="flat" cmpd="sng" w="28575">
                      <a:solidFill>
                        <a:srgbClr val="009287"/>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28575">
                      <a:solidFill>
                        <a:srgbClr val="009287"/>
                      </a:solidFill>
                      <a:prstDash val="solid"/>
                      <a:round/>
                      <a:headEnd len="sm" w="sm" type="none"/>
                      <a:tailEnd len="sm" w="sm" type="none"/>
                    </a:lnL>
                    <a:lnR cap="flat" cmpd="sng" w="28575">
                      <a:solidFill>
                        <a:srgbClr val="009287"/>
                      </a:solidFill>
                      <a:prstDash val="solid"/>
                      <a:round/>
                      <a:headEnd len="sm" w="sm" type="none"/>
                      <a:tailEnd len="sm" w="sm" type="none"/>
                    </a:lnR>
                    <a:lnT cap="flat" cmpd="sng" w="28575">
                      <a:solidFill>
                        <a:srgbClr val="009287"/>
                      </a:solidFill>
                      <a:prstDash val="solid"/>
                      <a:round/>
                      <a:headEnd len="sm" w="sm" type="none"/>
                      <a:tailEnd len="sm" w="sm" type="none"/>
                    </a:lnT>
                    <a:lnB cap="flat" cmpd="sng" w="28575">
                      <a:solidFill>
                        <a:srgbClr val="009287"/>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28575">
                      <a:solidFill>
                        <a:srgbClr val="009287"/>
                      </a:solidFill>
                      <a:prstDash val="solid"/>
                      <a:round/>
                      <a:headEnd len="sm" w="sm" type="none"/>
                      <a:tailEnd len="sm" w="sm" type="none"/>
                    </a:lnL>
                    <a:lnR cap="flat" cmpd="sng" w="28575">
                      <a:solidFill>
                        <a:srgbClr val="009287"/>
                      </a:solidFill>
                      <a:prstDash val="solid"/>
                      <a:round/>
                      <a:headEnd len="sm" w="sm" type="none"/>
                      <a:tailEnd len="sm" w="sm" type="none"/>
                    </a:lnR>
                    <a:lnT cap="flat" cmpd="sng" w="28575">
                      <a:solidFill>
                        <a:srgbClr val="009287"/>
                      </a:solidFill>
                      <a:prstDash val="solid"/>
                      <a:round/>
                      <a:headEnd len="sm" w="sm" type="none"/>
                      <a:tailEnd len="sm" w="sm" type="none"/>
                    </a:lnT>
                    <a:lnB cap="flat" cmpd="sng" w="28575">
                      <a:solidFill>
                        <a:srgbClr val="009287"/>
                      </a:solidFill>
                      <a:prstDash val="solid"/>
                      <a:round/>
                      <a:headEnd len="sm" w="sm" type="none"/>
                      <a:tailEnd len="sm" w="sm" type="none"/>
                    </a:lnB>
                  </a:tcPr>
                </a:tc>
              </a:tr>
            </a:tbl>
          </a:graphicData>
        </a:graphic>
      </p:graphicFrame>
      <p:sp>
        <p:nvSpPr>
          <p:cNvPr id="463" name="Google Shape;463;g2aea9b6464d_0_0"/>
          <p:cNvSpPr txBox="1"/>
          <p:nvPr/>
        </p:nvSpPr>
        <p:spPr>
          <a:xfrm>
            <a:off x="782100" y="307088"/>
            <a:ext cx="7384800" cy="692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000"/>
              <a:buFont typeface="Arial"/>
              <a:buNone/>
            </a:pPr>
            <a:r>
              <a:rPr b="0" i="0" lang="es-ES" sz="3300" u="none" cap="none" strike="noStrike">
                <a:solidFill>
                  <a:schemeClr val="dk1"/>
                </a:solidFill>
                <a:latin typeface="Patrick Hand"/>
                <a:ea typeface="Patrick Hand"/>
                <a:cs typeface="Patrick Hand"/>
                <a:sym typeface="Patrick Hand"/>
              </a:rPr>
              <a:t> C                     D                       U</a:t>
            </a:r>
            <a:endParaRPr b="0" i="0" sz="700" u="none" cap="none" strike="noStrike">
              <a:solidFill>
                <a:srgbClr val="000000"/>
              </a:solidFill>
              <a:latin typeface="Arial"/>
              <a:ea typeface="Arial"/>
              <a:cs typeface="Arial"/>
              <a:sym typeface="Arial"/>
            </a:endParaRPr>
          </a:p>
        </p:txBody>
      </p:sp>
      <p:pic>
        <p:nvPicPr>
          <p:cNvPr id="464" name="Google Shape;464;g2aea9b6464d_0_0"/>
          <p:cNvPicPr preferRelativeResize="0"/>
          <p:nvPr/>
        </p:nvPicPr>
        <p:blipFill rotWithShape="1">
          <a:blip r:embed="rId4">
            <a:alphaModFix/>
          </a:blip>
          <a:srcRect b="0" l="0" r="0" t="0"/>
          <a:stretch/>
        </p:blipFill>
        <p:spPr>
          <a:xfrm>
            <a:off x="5015832" y="5310648"/>
            <a:ext cx="461702" cy="352082"/>
          </a:xfrm>
          <a:prstGeom prst="rect">
            <a:avLst/>
          </a:prstGeom>
          <a:noFill/>
          <a:ln>
            <a:noFill/>
          </a:ln>
        </p:spPr>
      </p:pic>
      <p:pic>
        <p:nvPicPr>
          <p:cNvPr id="465" name="Google Shape;465;g2aea9b6464d_0_0"/>
          <p:cNvPicPr preferRelativeResize="0"/>
          <p:nvPr/>
        </p:nvPicPr>
        <p:blipFill rotWithShape="1">
          <a:blip r:embed="rId4">
            <a:alphaModFix/>
          </a:blip>
          <a:srcRect b="0" l="0" r="0" t="0"/>
          <a:stretch/>
        </p:blipFill>
        <p:spPr>
          <a:xfrm>
            <a:off x="5296372" y="5364328"/>
            <a:ext cx="461702" cy="352082"/>
          </a:xfrm>
          <a:prstGeom prst="rect">
            <a:avLst/>
          </a:prstGeom>
          <a:noFill/>
          <a:ln>
            <a:noFill/>
          </a:ln>
        </p:spPr>
      </p:pic>
      <p:pic>
        <p:nvPicPr>
          <p:cNvPr id="466" name="Google Shape;466;g2aea9b6464d_0_0"/>
          <p:cNvPicPr preferRelativeResize="0"/>
          <p:nvPr/>
        </p:nvPicPr>
        <p:blipFill rotWithShape="1">
          <a:blip r:embed="rId4">
            <a:alphaModFix/>
          </a:blip>
          <a:srcRect b="0" l="0" r="0" t="0"/>
          <a:stretch/>
        </p:blipFill>
        <p:spPr>
          <a:xfrm>
            <a:off x="5320632" y="5688801"/>
            <a:ext cx="461702" cy="352082"/>
          </a:xfrm>
          <a:prstGeom prst="rect">
            <a:avLst/>
          </a:prstGeom>
          <a:noFill/>
          <a:ln>
            <a:noFill/>
          </a:ln>
        </p:spPr>
      </p:pic>
      <p:pic>
        <p:nvPicPr>
          <p:cNvPr id="467" name="Google Shape;467;g2aea9b6464d_0_0"/>
          <p:cNvPicPr preferRelativeResize="0"/>
          <p:nvPr/>
        </p:nvPicPr>
        <p:blipFill rotWithShape="1">
          <a:blip r:embed="rId4">
            <a:alphaModFix/>
          </a:blip>
          <a:srcRect b="0" l="0" r="0" t="0"/>
          <a:stretch/>
        </p:blipFill>
        <p:spPr>
          <a:xfrm>
            <a:off x="5271272" y="5043557"/>
            <a:ext cx="461702" cy="352082"/>
          </a:xfrm>
          <a:prstGeom prst="rect">
            <a:avLst/>
          </a:prstGeom>
          <a:noFill/>
          <a:ln>
            <a:noFill/>
          </a:ln>
        </p:spPr>
      </p:pic>
      <p:pic>
        <p:nvPicPr>
          <p:cNvPr id="468" name="Google Shape;468;g2aea9b6464d_0_0"/>
          <p:cNvPicPr preferRelativeResize="0"/>
          <p:nvPr/>
        </p:nvPicPr>
        <p:blipFill rotWithShape="1">
          <a:blip r:embed="rId4">
            <a:alphaModFix/>
          </a:blip>
          <a:srcRect b="0" l="0" r="0" t="0"/>
          <a:stretch/>
        </p:blipFill>
        <p:spPr>
          <a:xfrm>
            <a:off x="4989335" y="4999253"/>
            <a:ext cx="461702" cy="352082"/>
          </a:xfrm>
          <a:prstGeom prst="rect">
            <a:avLst/>
          </a:prstGeom>
          <a:noFill/>
          <a:ln>
            <a:noFill/>
          </a:ln>
        </p:spPr>
      </p:pic>
      <p:pic>
        <p:nvPicPr>
          <p:cNvPr id="469" name="Google Shape;469;g2aea9b6464d_0_0"/>
          <p:cNvPicPr preferRelativeResize="0"/>
          <p:nvPr/>
        </p:nvPicPr>
        <p:blipFill rotWithShape="1">
          <a:blip r:embed="rId5">
            <a:alphaModFix/>
          </a:blip>
          <a:srcRect b="0" l="0" r="0" t="0"/>
          <a:stretch/>
        </p:blipFill>
        <p:spPr>
          <a:xfrm>
            <a:off x="1575150" y="1126890"/>
            <a:ext cx="671999" cy="785088"/>
          </a:xfrm>
          <a:prstGeom prst="rect">
            <a:avLst/>
          </a:prstGeom>
          <a:noFill/>
          <a:ln>
            <a:noFill/>
          </a:ln>
        </p:spPr>
      </p:pic>
      <p:pic>
        <p:nvPicPr>
          <p:cNvPr id="470" name="Google Shape;470;g2aea9b6464d_0_0"/>
          <p:cNvPicPr preferRelativeResize="0"/>
          <p:nvPr/>
        </p:nvPicPr>
        <p:blipFill rotWithShape="1">
          <a:blip r:embed="rId6">
            <a:alphaModFix/>
          </a:blip>
          <a:srcRect b="0" l="0" r="0" t="0"/>
          <a:stretch/>
        </p:blipFill>
        <p:spPr>
          <a:xfrm>
            <a:off x="4317764" y="2958593"/>
            <a:ext cx="129956" cy="1408286"/>
          </a:xfrm>
          <a:prstGeom prst="rect">
            <a:avLst/>
          </a:prstGeom>
          <a:noFill/>
          <a:ln>
            <a:noFill/>
          </a:ln>
        </p:spPr>
      </p:pic>
      <p:pic>
        <p:nvPicPr>
          <p:cNvPr id="471" name="Google Shape;471;g2aea9b6464d_0_0"/>
          <p:cNvPicPr preferRelativeResize="0"/>
          <p:nvPr/>
        </p:nvPicPr>
        <p:blipFill rotWithShape="1">
          <a:blip r:embed="rId6">
            <a:alphaModFix/>
          </a:blip>
          <a:srcRect b="0" l="0" r="0" t="0"/>
          <a:stretch/>
        </p:blipFill>
        <p:spPr>
          <a:xfrm>
            <a:off x="4144308" y="2958631"/>
            <a:ext cx="129948" cy="1408212"/>
          </a:xfrm>
          <a:prstGeom prst="rect">
            <a:avLst/>
          </a:prstGeom>
          <a:noFill/>
          <a:ln>
            <a:noFill/>
          </a:ln>
        </p:spPr>
      </p:pic>
      <p:pic>
        <p:nvPicPr>
          <p:cNvPr id="472" name="Google Shape;472;g2aea9b6464d_0_0"/>
          <p:cNvPicPr preferRelativeResize="0"/>
          <p:nvPr/>
        </p:nvPicPr>
        <p:blipFill rotWithShape="1">
          <a:blip r:embed="rId6">
            <a:alphaModFix/>
          </a:blip>
          <a:srcRect b="0" l="0" r="0" t="0"/>
          <a:stretch/>
        </p:blipFill>
        <p:spPr>
          <a:xfrm>
            <a:off x="3970833" y="2958627"/>
            <a:ext cx="129948" cy="1408212"/>
          </a:xfrm>
          <a:prstGeom prst="rect">
            <a:avLst/>
          </a:prstGeom>
          <a:noFill/>
          <a:ln>
            <a:noFill/>
          </a:ln>
        </p:spPr>
      </p:pic>
      <p:pic>
        <p:nvPicPr>
          <p:cNvPr id="473" name="Google Shape;473;g2aea9b6464d_0_0"/>
          <p:cNvPicPr preferRelativeResize="0"/>
          <p:nvPr/>
        </p:nvPicPr>
        <p:blipFill rotWithShape="1">
          <a:blip r:embed="rId5">
            <a:alphaModFix/>
          </a:blip>
          <a:srcRect b="0" l="0" r="0" t="0"/>
          <a:stretch/>
        </p:blipFill>
        <p:spPr>
          <a:xfrm>
            <a:off x="763400" y="1959201"/>
            <a:ext cx="672009" cy="785099"/>
          </a:xfrm>
          <a:prstGeom prst="rect">
            <a:avLst/>
          </a:prstGeom>
          <a:noFill/>
          <a:ln>
            <a:noFill/>
          </a:ln>
        </p:spPr>
      </p:pic>
      <p:pic>
        <p:nvPicPr>
          <p:cNvPr id="474" name="Google Shape;474;g2aea9b6464d_0_0"/>
          <p:cNvPicPr preferRelativeResize="0"/>
          <p:nvPr/>
        </p:nvPicPr>
        <p:blipFill rotWithShape="1">
          <a:blip r:embed="rId5">
            <a:alphaModFix/>
          </a:blip>
          <a:srcRect b="0" l="0" r="0" t="0"/>
          <a:stretch/>
        </p:blipFill>
        <p:spPr>
          <a:xfrm>
            <a:off x="754025" y="3766451"/>
            <a:ext cx="672009" cy="785099"/>
          </a:xfrm>
          <a:prstGeom prst="rect">
            <a:avLst/>
          </a:prstGeom>
          <a:noFill/>
          <a:ln>
            <a:noFill/>
          </a:ln>
        </p:spPr>
      </p:pic>
      <p:pic>
        <p:nvPicPr>
          <p:cNvPr id="475" name="Google Shape;475;g2aea9b6464d_0_0"/>
          <p:cNvPicPr preferRelativeResize="0"/>
          <p:nvPr/>
        </p:nvPicPr>
        <p:blipFill rotWithShape="1">
          <a:blip r:embed="rId5">
            <a:alphaModFix/>
          </a:blip>
          <a:srcRect b="0" l="0" r="0" t="0"/>
          <a:stretch/>
        </p:blipFill>
        <p:spPr>
          <a:xfrm>
            <a:off x="754025" y="5519051"/>
            <a:ext cx="672009" cy="785099"/>
          </a:xfrm>
          <a:prstGeom prst="rect">
            <a:avLst/>
          </a:prstGeom>
          <a:noFill/>
          <a:ln>
            <a:noFill/>
          </a:ln>
        </p:spPr>
      </p:pic>
      <p:sp>
        <p:nvSpPr>
          <p:cNvPr id="476" name="Google Shape;476;g2aea9b6464d_0_0"/>
          <p:cNvSpPr/>
          <p:nvPr/>
        </p:nvSpPr>
        <p:spPr>
          <a:xfrm>
            <a:off x="1481975" y="1015063"/>
            <a:ext cx="863700" cy="1002300"/>
          </a:xfrm>
          <a:prstGeom prst="ellipse">
            <a:avLst/>
          </a:prstGeom>
          <a:noFill/>
          <a:ln cap="flat" cmpd="sng" w="2857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477" name="Google Shape;477;g2aea9b6464d_0_0"/>
          <p:cNvCxnSpPr>
            <a:stCxn id="476" idx="6"/>
          </p:cNvCxnSpPr>
          <p:nvPr/>
        </p:nvCxnSpPr>
        <p:spPr>
          <a:xfrm>
            <a:off x="2345675" y="1516213"/>
            <a:ext cx="705000" cy="14100"/>
          </a:xfrm>
          <a:prstGeom prst="straightConnector1">
            <a:avLst/>
          </a:prstGeom>
          <a:noFill/>
          <a:ln cap="flat" cmpd="sng" w="28575">
            <a:solidFill>
              <a:srgbClr val="009287"/>
            </a:solidFill>
            <a:prstDash val="solid"/>
            <a:round/>
            <a:headEnd len="sm" w="sm" type="none"/>
            <a:tailEnd len="med" w="med" type="triangle"/>
          </a:ln>
        </p:spPr>
      </p:cxnSp>
      <p:sp>
        <p:nvSpPr>
          <p:cNvPr id="478" name="Google Shape;478;g2aea9b6464d_0_0"/>
          <p:cNvSpPr/>
          <p:nvPr/>
        </p:nvSpPr>
        <p:spPr>
          <a:xfrm>
            <a:off x="4203550" y="2744288"/>
            <a:ext cx="346500" cy="1807200"/>
          </a:xfrm>
          <a:prstGeom prst="ellipse">
            <a:avLst/>
          </a:prstGeom>
          <a:noFill/>
          <a:ln cap="flat" cmpd="sng" w="2857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479" name="Google Shape;479;g2aea9b6464d_0_0"/>
          <p:cNvCxnSpPr/>
          <p:nvPr/>
        </p:nvCxnSpPr>
        <p:spPr>
          <a:xfrm>
            <a:off x="4555475" y="3573613"/>
            <a:ext cx="705000" cy="14100"/>
          </a:xfrm>
          <a:prstGeom prst="straightConnector1">
            <a:avLst/>
          </a:prstGeom>
          <a:noFill/>
          <a:ln cap="flat" cmpd="sng" w="28575">
            <a:solidFill>
              <a:srgbClr val="009287"/>
            </a:solidFill>
            <a:prstDash val="solid"/>
            <a:round/>
            <a:headEnd len="sm" w="sm" type="none"/>
            <a:tailEnd len="med" w="med" type="triangle"/>
          </a:ln>
        </p:spPr>
      </p:cxnSp>
      <p:cxnSp>
        <p:nvCxnSpPr>
          <p:cNvPr id="480" name="Google Shape;480;g2aea9b6464d_0_0"/>
          <p:cNvCxnSpPr/>
          <p:nvPr/>
        </p:nvCxnSpPr>
        <p:spPr>
          <a:xfrm>
            <a:off x="662125" y="5479150"/>
            <a:ext cx="870600" cy="852600"/>
          </a:xfrm>
          <a:prstGeom prst="straightConnector1">
            <a:avLst/>
          </a:prstGeom>
          <a:noFill/>
          <a:ln cap="flat" cmpd="sng" w="38100">
            <a:solidFill>
              <a:schemeClr val="dk1"/>
            </a:solidFill>
            <a:prstDash val="solid"/>
            <a:round/>
            <a:headEnd len="sm" w="sm" type="none"/>
            <a:tailEnd len="sm" w="sm" type="none"/>
          </a:ln>
        </p:spPr>
      </p:cxnSp>
      <p:cxnSp>
        <p:nvCxnSpPr>
          <p:cNvPr id="481" name="Google Shape;481;g2aea9b6464d_0_0"/>
          <p:cNvCxnSpPr/>
          <p:nvPr/>
        </p:nvCxnSpPr>
        <p:spPr>
          <a:xfrm>
            <a:off x="5065386" y="5099153"/>
            <a:ext cx="231000" cy="204900"/>
          </a:xfrm>
          <a:prstGeom prst="straightConnector1">
            <a:avLst/>
          </a:prstGeom>
          <a:noFill/>
          <a:ln cap="flat" cmpd="sng" w="38100">
            <a:solidFill>
              <a:schemeClr val="dk1"/>
            </a:solidFill>
            <a:prstDash val="solid"/>
            <a:round/>
            <a:headEnd len="sm" w="sm" type="none"/>
            <a:tailEnd len="sm" w="sm" type="none"/>
          </a:ln>
        </p:spPr>
      </p:cxnSp>
      <p:cxnSp>
        <p:nvCxnSpPr>
          <p:cNvPr id="482" name="Google Shape;482;g2aea9b6464d_0_0"/>
          <p:cNvCxnSpPr/>
          <p:nvPr/>
        </p:nvCxnSpPr>
        <p:spPr>
          <a:xfrm>
            <a:off x="5370186" y="5403953"/>
            <a:ext cx="231000" cy="204900"/>
          </a:xfrm>
          <a:prstGeom prst="straightConnector1">
            <a:avLst/>
          </a:prstGeom>
          <a:noFill/>
          <a:ln cap="flat" cmpd="sng" w="38100">
            <a:solidFill>
              <a:schemeClr val="dk1"/>
            </a:solidFill>
            <a:prstDash val="solid"/>
            <a:round/>
            <a:headEnd len="sm" w="sm" type="none"/>
            <a:tailEnd len="sm" w="sm" type="none"/>
          </a:ln>
        </p:spPr>
      </p:cxnSp>
      <p:cxnSp>
        <p:nvCxnSpPr>
          <p:cNvPr id="483" name="Google Shape;483;g2aea9b6464d_0_0"/>
          <p:cNvCxnSpPr/>
          <p:nvPr/>
        </p:nvCxnSpPr>
        <p:spPr>
          <a:xfrm>
            <a:off x="5065386" y="5403953"/>
            <a:ext cx="231000" cy="204900"/>
          </a:xfrm>
          <a:prstGeom prst="straightConnector1">
            <a:avLst/>
          </a:prstGeom>
          <a:noFill/>
          <a:ln cap="flat" cmpd="sng" w="38100">
            <a:solidFill>
              <a:schemeClr val="dk1"/>
            </a:solidFill>
            <a:prstDash val="solid"/>
            <a:round/>
            <a:headEnd len="sm" w="sm" type="none"/>
            <a:tailEnd len="sm" w="sm" type="none"/>
          </a:ln>
        </p:spPr>
      </p:cxnSp>
      <p:cxnSp>
        <p:nvCxnSpPr>
          <p:cNvPr id="484" name="Google Shape;484;g2aea9b6464d_0_0"/>
          <p:cNvCxnSpPr/>
          <p:nvPr/>
        </p:nvCxnSpPr>
        <p:spPr>
          <a:xfrm>
            <a:off x="5370186" y="5099153"/>
            <a:ext cx="231000" cy="204900"/>
          </a:xfrm>
          <a:prstGeom prst="straightConnector1">
            <a:avLst/>
          </a:prstGeom>
          <a:noFill/>
          <a:ln cap="flat" cmpd="sng" w="38100">
            <a:solidFill>
              <a:schemeClr val="dk1"/>
            </a:solidFill>
            <a:prstDash val="solid"/>
            <a:round/>
            <a:headEnd len="sm" w="sm" type="none"/>
            <a:tailEnd len="sm" w="sm" type="none"/>
          </a:ln>
        </p:spPr>
      </p:cxnSp>
      <p:cxnSp>
        <p:nvCxnSpPr>
          <p:cNvPr id="485" name="Google Shape;485;g2aea9b6464d_0_0"/>
          <p:cNvCxnSpPr/>
          <p:nvPr/>
        </p:nvCxnSpPr>
        <p:spPr>
          <a:xfrm>
            <a:off x="5411736" y="5762390"/>
            <a:ext cx="231000" cy="204900"/>
          </a:xfrm>
          <a:prstGeom prst="straightConnector1">
            <a:avLst/>
          </a:prstGeom>
          <a:noFill/>
          <a:ln cap="flat" cmpd="sng" w="38100">
            <a:solidFill>
              <a:schemeClr val="dk1"/>
            </a:solidFill>
            <a:prstDash val="solid"/>
            <a:round/>
            <a:headEnd len="sm" w="sm" type="none"/>
            <a:tailEnd len="sm" w="sm" type="none"/>
          </a:ln>
        </p:spPr>
      </p:cxnSp>
      <p:pic>
        <p:nvPicPr>
          <p:cNvPr id="486" name="Google Shape;486;g2aea9b6464d_0_0"/>
          <p:cNvPicPr preferRelativeResize="0"/>
          <p:nvPr/>
        </p:nvPicPr>
        <p:blipFill rotWithShape="1">
          <a:blip r:embed="rId6">
            <a:alphaModFix/>
          </a:blip>
          <a:srcRect b="0" l="0" r="0" t="0"/>
          <a:stretch/>
        </p:blipFill>
        <p:spPr>
          <a:xfrm>
            <a:off x="3797358" y="2958631"/>
            <a:ext cx="129948" cy="1408212"/>
          </a:xfrm>
          <a:prstGeom prst="rect">
            <a:avLst/>
          </a:prstGeom>
          <a:noFill/>
          <a:ln>
            <a:noFill/>
          </a:ln>
        </p:spPr>
      </p:pic>
      <p:pic>
        <p:nvPicPr>
          <p:cNvPr id="487" name="Google Shape;487;g2aea9b6464d_0_0"/>
          <p:cNvPicPr preferRelativeResize="0"/>
          <p:nvPr/>
        </p:nvPicPr>
        <p:blipFill rotWithShape="1">
          <a:blip r:embed="rId6">
            <a:alphaModFix/>
          </a:blip>
          <a:srcRect b="0" l="0" r="0" t="0"/>
          <a:stretch/>
        </p:blipFill>
        <p:spPr>
          <a:xfrm>
            <a:off x="3623883" y="2958627"/>
            <a:ext cx="129948" cy="1408212"/>
          </a:xfrm>
          <a:prstGeom prst="rect">
            <a:avLst/>
          </a:prstGeom>
          <a:noFill/>
          <a:ln>
            <a:noFill/>
          </a:ln>
        </p:spPr>
      </p:pic>
      <p:pic>
        <p:nvPicPr>
          <p:cNvPr id="488" name="Google Shape;488;g2aea9b6464d_0_0"/>
          <p:cNvPicPr preferRelativeResize="0"/>
          <p:nvPr/>
        </p:nvPicPr>
        <p:blipFill rotWithShape="1">
          <a:blip r:embed="rId6">
            <a:alphaModFix/>
          </a:blip>
          <a:srcRect b="0" l="0" r="0" t="0"/>
          <a:stretch/>
        </p:blipFill>
        <p:spPr>
          <a:xfrm>
            <a:off x="3450408" y="2958631"/>
            <a:ext cx="129948" cy="1408212"/>
          </a:xfrm>
          <a:prstGeom prst="rect">
            <a:avLst/>
          </a:prstGeom>
          <a:noFill/>
          <a:ln>
            <a:noFill/>
          </a:ln>
        </p:spPr>
      </p:pic>
      <p:pic>
        <p:nvPicPr>
          <p:cNvPr id="489" name="Google Shape;489;g2aea9b6464d_0_0"/>
          <p:cNvPicPr preferRelativeResize="0"/>
          <p:nvPr/>
        </p:nvPicPr>
        <p:blipFill rotWithShape="1">
          <a:blip r:embed="rId6">
            <a:alphaModFix/>
          </a:blip>
          <a:srcRect b="0" l="0" r="0" t="0"/>
          <a:stretch/>
        </p:blipFill>
        <p:spPr>
          <a:xfrm>
            <a:off x="3276933" y="2958627"/>
            <a:ext cx="129948" cy="1408212"/>
          </a:xfrm>
          <a:prstGeom prst="rect">
            <a:avLst/>
          </a:prstGeom>
          <a:noFill/>
          <a:ln>
            <a:noFill/>
          </a:ln>
        </p:spPr>
      </p:pic>
      <p:pic>
        <p:nvPicPr>
          <p:cNvPr id="490" name="Google Shape;490;g2aea9b6464d_0_0"/>
          <p:cNvPicPr preferRelativeResize="0"/>
          <p:nvPr/>
        </p:nvPicPr>
        <p:blipFill rotWithShape="1">
          <a:blip r:embed="rId6">
            <a:alphaModFix/>
          </a:blip>
          <a:srcRect b="0" l="0" r="0" t="0"/>
          <a:stretch/>
        </p:blipFill>
        <p:spPr>
          <a:xfrm>
            <a:off x="3099258" y="2958627"/>
            <a:ext cx="129948" cy="1408212"/>
          </a:xfrm>
          <a:prstGeom prst="rect">
            <a:avLst/>
          </a:prstGeom>
          <a:noFill/>
          <a:ln>
            <a:noFill/>
          </a:ln>
        </p:spPr>
      </p:pic>
      <p:pic>
        <p:nvPicPr>
          <p:cNvPr id="491" name="Google Shape;491;g2aea9b6464d_0_0"/>
          <p:cNvPicPr preferRelativeResize="0"/>
          <p:nvPr/>
        </p:nvPicPr>
        <p:blipFill rotWithShape="1">
          <a:blip r:embed="rId6">
            <a:alphaModFix/>
          </a:blip>
          <a:srcRect b="0" l="0" r="0" t="0"/>
          <a:stretch/>
        </p:blipFill>
        <p:spPr>
          <a:xfrm>
            <a:off x="2925783" y="2958631"/>
            <a:ext cx="129948" cy="1408212"/>
          </a:xfrm>
          <a:prstGeom prst="rect">
            <a:avLst/>
          </a:prstGeom>
          <a:noFill/>
          <a:ln>
            <a:noFill/>
          </a:ln>
        </p:spPr>
      </p:pic>
      <p:pic>
        <p:nvPicPr>
          <p:cNvPr id="492" name="Google Shape;492;g2aea9b6464d_0_0"/>
          <p:cNvPicPr preferRelativeResize="0"/>
          <p:nvPr/>
        </p:nvPicPr>
        <p:blipFill rotWithShape="1">
          <a:blip r:embed="rId6">
            <a:alphaModFix/>
          </a:blip>
          <a:srcRect b="0" l="0" r="0" t="0"/>
          <a:stretch/>
        </p:blipFill>
        <p:spPr>
          <a:xfrm>
            <a:off x="2752308" y="2958627"/>
            <a:ext cx="129948" cy="1408212"/>
          </a:xfrm>
          <a:prstGeom prst="rect">
            <a:avLst/>
          </a:prstGeom>
          <a:noFill/>
          <a:ln>
            <a:noFill/>
          </a:ln>
        </p:spPr>
      </p:pic>
      <p:pic>
        <p:nvPicPr>
          <p:cNvPr id="493" name="Google Shape;493;g2aea9b6464d_0_0"/>
          <p:cNvPicPr preferRelativeResize="0"/>
          <p:nvPr/>
        </p:nvPicPr>
        <p:blipFill rotWithShape="1">
          <a:blip r:embed="rId6">
            <a:alphaModFix/>
          </a:blip>
          <a:srcRect b="0" l="0" r="0" t="0"/>
          <a:stretch/>
        </p:blipFill>
        <p:spPr>
          <a:xfrm>
            <a:off x="4144308" y="4836268"/>
            <a:ext cx="129948" cy="1408212"/>
          </a:xfrm>
          <a:prstGeom prst="rect">
            <a:avLst/>
          </a:prstGeom>
          <a:noFill/>
          <a:ln>
            <a:noFill/>
          </a:ln>
        </p:spPr>
      </p:pic>
      <p:pic>
        <p:nvPicPr>
          <p:cNvPr id="494" name="Google Shape;494;g2aea9b6464d_0_0"/>
          <p:cNvPicPr preferRelativeResize="0"/>
          <p:nvPr/>
        </p:nvPicPr>
        <p:blipFill rotWithShape="1">
          <a:blip r:embed="rId6">
            <a:alphaModFix/>
          </a:blip>
          <a:srcRect b="0" l="0" r="0" t="0"/>
          <a:stretch/>
        </p:blipFill>
        <p:spPr>
          <a:xfrm>
            <a:off x="3970833" y="4836264"/>
            <a:ext cx="129948" cy="1408212"/>
          </a:xfrm>
          <a:prstGeom prst="rect">
            <a:avLst/>
          </a:prstGeom>
          <a:noFill/>
          <a:ln>
            <a:noFill/>
          </a:ln>
        </p:spPr>
      </p:pic>
      <p:pic>
        <p:nvPicPr>
          <p:cNvPr id="495" name="Google Shape;495;g2aea9b6464d_0_0"/>
          <p:cNvPicPr preferRelativeResize="0"/>
          <p:nvPr/>
        </p:nvPicPr>
        <p:blipFill rotWithShape="1">
          <a:blip r:embed="rId6">
            <a:alphaModFix/>
          </a:blip>
          <a:srcRect b="0" l="0" r="0" t="0"/>
          <a:stretch/>
        </p:blipFill>
        <p:spPr>
          <a:xfrm>
            <a:off x="3797358" y="4836268"/>
            <a:ext cx="129948" cy="1408212"/>
          </a:xfrm>
          <a:prstGeom prst="rect">
            <a:avLst/>
          </a:prstGeom>
          <a:noFill/>
          <a:ln>
            <a:noFill/>
          </a:ln>
        </p:spPr>
      </p:pic>
      <p:pic>
        <p:nvPicPr>
          <p:cNvPr id="496" name="Google Shape;496;g2aea9b6464d_0_0"/>
          <p:cNvPicPr preferRelativeResize="0"/>
          <p:nvPr/>
        </p:nvPicPr>
        <p:blipFill rotWithShape="1">
          <a:blip r:embed="rId6">
            <a:alphaModFix/>
          </a:blip>
          <a:srcRect b="0" l="0" r="0" t="0"/>
          <a:stretch/>
        </p:blipFill>
        <p:spPr>
          <a:xfrm>
            <a:off x="3623883" y="4836264"/>
            <a:ext cx="129948" cy="1408212"/>
          </a:xfrm>
          <a:prstGeom prst="rect">
            <a:avLst/>
          </a:prstGeom>
          <a:noFill/>
          <a:ln>
            <a:noFill/>
          </a:ln>
        </p:spPr>
      </p:pic>
      <p:pic>
        <p:nvPicPr>
          <p:cNvPr id="497" name="Google Shape;497;g2aea9b6464d_0_0"/>
          <p:cNvPicPr preferRelativeResize="0"/>
          <p:nvPr/>
        </p:nvPicPr>
        <p:blipFill rotWithShape="1">
          <a:blip r:embed="rId6">
            <a:alphaModFix/>
          </a:blip>
          <a:srcRect b="0" l="0" r="0" t="0"/>
          <a:stretch/>
        </p:blipFill>
        <p:spPr>
          <a:xfrm>
            <a:off x="3450408" y="4836268"/>
            <a:ext cx="129948" cy="1408212"/>
          </a:xfrm>
          <a:prstGeom prst="rect">
            <a:avLst/>
          </a:prstGeom>
          <a:noFill/>
          <a:ln>
            <a:noFill/>
          </a:ln>
        </p:spPr>
      </p:pic>
      <p:pic>
        <p:nvPicPr>
          <p:cNvPr id="498" name="Google Shape;498;g2aea9b6464d_0_0"/>
          <p:cNvPicPr preferRelativeResize="0"/>
          <p:nvPr/>
        </p:nvPicPr>
        <p:blipFill rotWithShape="1">
          <a:blip r:embed="rId6">
            <a:alphaModFix/>
          </a:blip>
          <a:srcRect b="0" l="0" r="0" t="0"/>
          <a:stretch/>
        </p:blipFill>
        <p:spPr>
          <a:xfrm>
            <a:off x="3276933" y="4836264"/>
            <a:ext cx="129948" cy="1408212"/>
          </a:xfrm>
          <a:prstGeom prst="rect">
            <a:avLst/>
          </a:prstGeom>
          <a:noFill/>
          <a:ln>
            <a:noFill/>
          </a:ln>
        </p:spPr>
      </p:pic>
      <p:pic>
        <p:nvPicPr>
          <p:cNvPr id="499" name="Google Shape;499;g2aea9b6464d_0_0"/>
          <p:cNvPicPr preferRelativeResize="0"/>
          <p:nvPr/>
        </p:nvPicPr>
        <p:blipFill rotWithShape="1">
          <a:blip r:embed="rId6">
            <a:alphaModFix/>
          </a:blip>
          <a:srcRect b="0" l="0" r="0" t="0"/>
          <a:stretch/>
        </p:blipFill>
        <p:spPr>
          <a:xfrm>
            <a:off x="3099258" y="4836264"/>
            <a:ext cx="129948" cy="1408212"/>
          </a:xfrm>
          <a:prstGeom prst="rect">
            <a:avLst/>
          </a:prstGeom>
          <a:noFill/>
          <a:ln>
            <a:noFill/>
          </a:ln>
        </p:spPr>
      </p:pic>
      <p:pic>
        <p:nvPicPr>
          <p:cNvPr id="500" name="Google Shape;500;g2aea9b6464d_0_0"/>
          <p:cNvPicPr preferRelativeResize="0"/>
          <p:nvPr/>
        </p:nvPicPr>
        <p:blipFill rotWithShape="1">
          <a:blip r:embed="rId6">
            <a:alphaModFix/>
          </a:blip>
          <a:srcRect b="0" l="0" r="0" t="0"/>
          <a:stretch/>
        </p:blipFill>
        <p:spPr>
          <a:xfrm>
            <a:off x="2925783" y="4836268"/>
            <a:ext cx="129948" cy="1408212"/>
          </a:xfrm>
          <a:prstGeom prst="rect">
            <a:avLst/>
          </a:prstGeom>
          <a:noFill/>
          <a:ln>
            <a:noFill/>
          </a:ln>
        </p:spPr>
      </p:pic>
      <p:pic>
        <p:nvPicPr>
          <p:cNvPr id="501" name="Google Shape;501;g2aea9b6464d_0_0"/>
          <p:cNvPicPr preferRelativeResize="0"/>
          <p:nvPr/>
        </p:nvPicPr>
        <p:blipFill rotWithShape="1">
          <a:blip r:embed="rId6">
            <a:alphaModFix/>
          </a:blip>
          <a:srcRect b="0" l="0" r="0" t="0"/>
          <a:stretch/>
        </p:blipFill>
        <p:spPr>
          <a:xfrm>
            <a:off x="2752308" y="4836264"/>
            <a:ext cx="129948" cy="1408212"/>
          </a:xfrm>
          <a:prstGeom prst="rect">
            <a:avLst/>
          </a:prstGeom>
          <a:noFill/>
          <a:ln>
            <a:noFill/>
          </a:ln>
        </p:spPr>
      </p:pic>
      <p:cxnSp>
        <p:nvCxnSpPr>
          <p:cNvPr id="502" name="Google Shape;502;g2aea9b6464d_0_0"/>
          <p:cNvCxnSpPr/>
          <p:nvPr/>
        </p:nvCxnSpPr>
        <p:spPr>
          <a:xfrm>
            <a:off x="3247650" y="4856225"/>
            <a:ext cx="704700" cy="1368300"/>
          </a:xfrm>
          <a:prstGeom prst="straightConnector1">
            <a:avLst/>
          </a:prstGeom>
          <a:noFill/>
          <a:ln cap="flat" cmpd="sng" w="38100">
            <a:solidFill>
              <a:schemeClr val="dk1"/>
            </a:solidFill>
            <a:prstDash val="solid"/>
            <a:round/>
            <a:headEnd len="sm" w="sm" type="none"/>
            <a:tailEnd len="sm" w="sm" type="none"/>
          </a:ln>
        </p:spPr>
      </p:cxnSp>
      <p:pic>
        <p:nvPicPr>
          <p:cNvPr id="503" name="Google Shape;503;g2aea9b6464d_0_0"/>
          <p:cNvPicPr preferRelativeResize="0"/>
          <p:nvPr/>
        </p:nvPicPr>
        <p:blipFill rotWithShape="1">
          <a:blip r:embed="rId4">
            <a:alphaModFix/>
          </a:blip>
          <a:srcRect b="0" l="0" r="0" t="0"/>
          <a:stretch/>
        </p:blipFill>
        <p:spPr>
          <a:xfrm>
            <a:off x="5642722" y="5043553"/>
            <a:ext cx="461702" cy="352082"/>
          </a:xfrm>
          <a:prstGeom prst="rect">
            <a:avLst/>
          </a:prstGeom>
          <a:noFill/>
          <a:ln>
            <a:noFill/>
          </a:ln>
        </p:spPr>
      </p:pic>
      <p:pic>
        <p:nvPicPr>
          <p:cNvPr id="504" name="Google Shape;504;g2aea9b6464d_0_0"/>
          <p:cNvPicPr preferRelativeResize="0"/>
          <p:nvPr/>
        </p:nvPicPr>
        <p:blipFill rotWithShape="1">
          <a:blip r:embed="rId4">
            <a:alphaModFix/>
          </a:blip>
          <a:srcRect b="0" l="0" r="0" t="0"/>
          <a:stretch/>
        </p:blipFill>
        <p:spPr>
          <a:xfrm>
            <a:off x="5666982" y="5368026"/>
            <a:ext cx="461702" cy="352082"/>
          </a:xfrm>
          <a:prstGeom prst="rect">
            <a:avLst/>
          </a:prstGeom>
          <a:noFill/>
          <a:ln>
            <a:noFill/>
          </a:ln>
        </p:spPr>
      </p:pic>
      <p:sp>
        <p:nvSpPr>
          <p:cNvPr id="505" name="Google Shape;505;g2aea9b6464d_0_0"/>
          <p:cNvSpPr txBox="1"/>
          <p:nvPr/>
        </p:nvSpPr>
        <p:spPr>
          <a:xfrm>
            <a:off x="6825250" y="450075"/>
            <a:ext cx="5368200" cy="754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200"/>
              <a:buFont typeface="Arial"/>
              <a:buNone/>
            </a:pPr>
            <a:r>
              <a:rPr b="0" i="0" lang="es-ES" sz="4300" u="none" cap="none" strike="noStrike">
                <a:solidFill>
                  <a:srgbClr val="FFFFFF"/>
                </a:solidFill>
                <a:highlight>
                  <a:srgbClr val="009287"/>
                </a:highlight>
                <a:latin typeface="Patrick Hand"/>
                <a:ea typeface="Patrick Hand"/>
                <a:cs typeface="Patrick Hand"/>
                <a:sym typeface="Patrick Hand"/>
              </a:rPr>
              <a:t>¡Ahora es tu turno!</a:t>
            </a:r>
            <a:endParaRPr b="0" i="0" sz="4300" u="none" cap="none" strike="noStrike">
              <a:solidFill>
                <a:srgbClr val="FFFFFF"/>
              </a:solidFill>
              <a:highlight>
                <a:srgbClr val="009287"/>
              </a:highlight>
              <a:latin typeface="Arial"/>
              <a:ea typeface="Arial"/>
              <a:cs typeface="Arial"/>
              <a:sym typeface="Arial"/>
            </a:endParaRPr>
          </a:p>
        </p:txBody>
      </p:sp>
      <p:sp>
        <p:nvSpPr>
          <p:cNvPr id="506" name="Google Shape;506;g2aea9b6464d_0_0"/>
          <p:cNvSpPr txBox="1"/>
          <p:nvPr/>
        </p:nvSpPr>
        <p:spPr>
          <a:xfrm>
            <a:off x="7006900" y="1126900"/>
            <a:ext cx="5004900" cy="1169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lang="es-ES" sz="3500">
                <a:solidFill>
                  <a:srgbClr val="000000"/>
                </a:solidFill>
                <a:latin typeface="Patrick Hand"/>
                <a:ea typeface="Patrick Hand"/>
                <a:cs typeface="Patrick Hand"/>
                <a:sym typeface="Patrick Hand"/>
              </a:rPr>
              <a:t>1) ¿Qué </a:t>
            </a:r>
            <a:r>
              <a:rPr lang="es-ES" sz="3500">
                <a:latin typeface="Patrick Hand"/>
                <a:ea typeface="Patrick Hand"/>
                <a:cs typeface="Patrick Hand"/>
                <a:sym typeface="Patrick Hand"/>
              </a:rPr>
              <a:t>resta </a:t>
            </a:r>
            <a:r>
              <a:rPr lang="es-ES" sz="3500">
                <a:solidFill>
                  <a:srgbClr val="000000"/>
                </a:solidFill>
                <a:latin typeface="Patrick Hand"/>
                <a:ea typeface="Patrick Hand"/>
                <a:cs typeface="Patrick Hand"/>
                <a:sym typeface="Patrick Hand"/>
              </a:rPr>
              <a:t>representa?</a:t>
            </a:r>
            <a:endParaRPr sz="3500">
              <a:solidFill>
                <a:srgbClr val="000000"/>
              </a:solidFill>
              <a:latin typeface="Patrick Hand"/>
              <a:ea typeface="Patrick Hand"/>
              <a:cs typeface="Patrick Hand"/>
              <a:sym typeface="Patrick Hand"/>
            </a:endParaRPr>
          </a:p>
          <a:p>
            <a:pPr indent="0" lvl="0" marL="0" marR="0" rtl="0" algn="ctr">
              <a:lnSpc>
                <a:spcPct val="100000"/>
              </a:lnSpc>
              <a:spcBef>
                <a:spcPts val="0"/>
              </a:spcBef>
              <a:spcAft>
                <a:spcPts val="0"/>
              </a:spcAft>
              <a:buNone/>
            </a:pPr>
            <a:r>
              <a:rPr lang="es-ES" sz="3500">
                <a:latin typeface="Patrick Hand"/>
                <a:ea typeface="Patrick Hand"/>
                <a:cs typeface="Patrick Hand"/>
                <a:sym typeface="Patrick Hand"/>
              </a:rPr>
              <a:t>2) ¿Cuál es el resultado?</a:t>
            </a:r>
            <a:endParaRPr sz="3500">
              <a:latin typeface="Patrick Hand"/>
              <a:ea typeface="Patrick Hand"/>
              <a:cs typeface="Patrick Hand"/>
              <a:sym typeface="Patrick Hand"/>
            </a:endParaRPr>
          </a:p>
        </p:txBody>
      </p:sp>
      <p:sp>
        <p:nvSpPr>
          <p:cNvPr id="507" name="Google Shape;507;g2aea9b6464d_0_0"/>
          <p:cNvSpPr txBox="1"/>
          <p:nvPr/>
        </p:nvSpPr>
        <p:spPr>
          <a:xfrm>
            <a:off x="8919253" y="5180050"/>
            <a:ext cx="1951800" cy="1510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rgbClr val="000000"/>
                </a:solidFill>
                <a:latin typeface="Patrick Hand"/>
                <a:ea typeface="Patrick Hand"/>
                <a:cs typeface="Patrick Hand"/>
                <a:sym typeface="Patrick Hand"/>
              </a:rPr>
              <a:t>     </a:t>
            </a:r>
            <a:r>
              <a:rPr lang="es-ES" sz="3400">
                <a:latin typeface="Patrick Hand"/>
                <a:ea typeface="Patrick Hand"/>
                <a:cs typeface="Patrick Hand"/>
                <a:sym typeface="Patrick Hand"/>
              </a:rPr>
              <a:t>9</a:t>
            </a:r>
            <a:r>
              <a:rPr b="0" i="0" lang="es-ES" sz="3400" u="none" cap="none" strike="noStrike">
                <a:solidFill>
                  <a:srgbClr val="000000"/>
                </a:solidFill>
                <a:latin typeface="Patrick Hand"/>
                <a:ea typeface="Patrick Hand"/>
                <a:cs typeface="Patrick Hand"/>
                <a:sym typeface="Patrick Hand"/>
              </a:rPr>
              <a:t>  </a:t>
            </a:r>
            <a:r>
              <a:rPr lang="es-ES" sz="3400">
                <a:latin typeface="Patrick Hand"/>
                <a:ea typeface="Patrick Hand"/>
                <a:cs typeface="Patrick Hand"/>
                <a:sym typeface="Patrick Hand"/>
              </a:rPr>
              <a:t>0</a:t>
            </a:r>
            <a:r>
              <a:rPr b="0" i="0" lang="es-ES" sz="3400" u="none" cap="none" strike="noStrike">
                <a:solidFill>
                  <a:srgbClr val="000000"/>
                </a:solidFill>
                <a:latin typeface="Patrick Hand"/>
                <a:ea typeface="Patrick Hand"/>
                <a:cs typeface="Patrick Hand"/>
                <a:sym typeface="Patrick Hand"/>
              </a:rPr>
              <a:t>   </a:t>
            </a:r>
            <a:r>
              <a:rPr lang="es-ES" sz="3400">
                <a:latin typeface="Patrick Hand"/>
                <a:ea typeface="Patrick Hand"/>
                <a:cs typeface="Patrick Hand"/>
                <a:sym typeface="Patrick Hand"/>
              </a:rPr>
              <a:t>0</a:t>
            </a:r>
            <a:r>
              <a:rPr b="0" i="0" lang="es-ES" sz="3400" u="none" cap="none" strike="noStrike">
                <a:solidFill>
                  <a:srgbClr val="000000"/>
                </a:solidFill>
                <a:latin typeface="Patrick Hand"/>
                <a:ea typeface="Patrick Hand"/>
                <a:cs typeface="Patrick Hand"/>
                <a:sym typeface="Patrick Hand"/>
              </a:rPr>
              <a:t> </a:t>
            </a:r>
            <a:endParaRPr b="0" i="0" sz="3400" u="none" cap="none" strike="noStrike">
              <a:solidFill>
                <a:srgbClr val="000000"/>
              </a:solidFill>
              <a:latin typeface="Patrick Hand"/>
              <a:ea typeface="Patrick Hand"/>
              <a:cs typeface="Patrick Hand"/>
              <a:sym typeface="Patrick Hand"/>
            </a:endParaRPr>
          </a:p>
          <a:p>
            <a:pPr indent="-444500" lvl="0" marL="457200" marR="0" rtl="0" algn="l">
              <a:lnSpc>
                <a:spcPct val="100000"/>
              </a:lnSpc>
              <a:spcBef>
                <a:spcPts val="0"/>
              </a:spcBef>
              <a:spcAft>
                <a:spcPts val="0"/>
              </a:spcAft>
              <a:buSzPts val="3400"/>
              <a:buFont typeface="Patrick Hand"/>
              <a:buChar char="-"/>
            </a:pPr>
            <a:r>
              <a:rPr lang="es-ES" sz="3400">
                <a:latin typeface="Patrick Hand"/>
                <a:ea typeface="Patrick Hand"/>
                <a:cs typeface="Patrick Hand"/>
                <a:sym typeface="Patrick Hand"/>
              </a:rPr>
              <a:t>1   1 </a:t>
            </a:r>
            <a:r>
              <a:rPr b="0" i="0" lang="es-ES" sz="3400" u="none" cap="none" strike="noStrike">
                <a:solidFill>
                  <a:srgbClr val="000000"/>
                </a:solidFill>
                <a:latin typeface="Patrick Hand"/>
                <a:ea typeface="Patrick Hand"/>
                <a:cs typeface="Patrick Hand"/>
                <a:sym typeface="Patrick Hand"/>
              </a:rPr>
              <a:t>  </a:t>
            </a:r>
            <a:r>
              <a:rPr lang="es-ES" sz="3400">
                <a:latin typeface="Patrick Hand"/>
                <a:ea typeface="Patrick Hand"/>
                <a:cs typeface="Patrick Hand"/>
                <a:sym typeface="Patrick Hand"/>
              </a:rPr>
              <a:t>1</a:t>
            </a:r>
            <a:r>
              <a:rPr lang="es-ES" sz="3400">
                <a:latin typeface="Patrick Hand"/>
                <a:ea typeface="Patrick Hand"/>
                <a:cs typeface="Patrick Hand"/>
                <a:sym typeface="Patrick Hand"/>
              </a:rPr>
              <a:t> </a:t>
            </a:r>
            <a:endParaRPr b="0" i="0" sz="3400" u="none" cap="none" strike="noStrike">
              <a:solidFill>
                <a:srgbClr val="000000"/>
              </a:solidFill>
              <a:latin typeface="Patrick Hand"/>
              <a:ea typeface="Patrick Hand"/>
              <a:cs typeface="Patrick Hand"/>
              <a:sym typeface="Patrick Hand"/>
            </a:endParaRPr>
          </a:p>
        </p:txBody>
      </p:sp>
      <p:cxnSp>
        <p:nvCxnSpPr>
          <p:cNvPr id="508" name="Google Shape;508;g2aea9b6464d_0_0"/>
          <p:cNvCxnSpPr/>
          <p:nvPr/>
        </p:nvCxnSpPr>
        <p:spPr>
          <a:xfrm>
            <a:off x="9165238" y="6317113"/>
            <a:ext cx="1643700" cy="0"/>
          </a:xfrm>
          <a:prstGeom prst="straightConnector1">
            <a:avLst/>
          </a:prstGeom>
          <a:noFill/>
          <a:ln cap="flat" cmpd="sng" w="9525">
            <a:solidFill>
              <a:srgbClr val="000000"/>
            </a:solidFill>
            <a:prstDash val="solid"/>
            <a:round/>
            <a:headEnd len="sm" w="sm" type="none"/>
            <a:tailEnd len="sm" w="sm" type="none"/>
          </a:ln>
        </p:spPr>
      </p:cxnSp>
      <p:sp>
        <p:nvSpPr>
          <p:cNvPr id="509" name="Google Shape;509;g2aea9b6464d_0_0"/>
          <p:cNvSpPr txBox="1"/>
          <p:nvPr/>
        </p:nvSpPr>
        <p:spPr>
          <a:xfrm>
            <a:off x="7006900" y="4740775"/>
            <a:ext cx="5004900" cy="1169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lang="es-ES" sz="3500">
                <a:latin typeface="Patrick Hand"/>
                <a:ea typeface="Patrick Hand"/>
                <a:cs typeface="Patrick Hand"/>
                <a:sym typeface="Patrick Hand"/>
              </a:rPr>
              <a:t>3</a:t>
            </a:r>
            <a:r>
              <a:rPr lang="es-ES" sz="3500">
                <a:solidFill>
                  <a:srgbClr val="000000"/>
                </a:solidFill>
                <a:latin typeface="Patrick Hand"/>
                <a:ea typeface="Patrick Hand"/>
                <a:cs typeface="Patrick Hand"/>
                <a:sym typeface="Patrick Hand"/>
              </a:rPr>
              <a:t>) ¿</a:t>
            </a:r>
            <a:r>
              <a:rPr lang="es-ES" sz="3500">
                <a:latin typeface="Patrick Hand"/>
                <a:ea typeface="Patrick Hand"/>
                <a:cs typeface="Patrick Hand"/>
                <a:sym typeface="Patrick Hand"/>
              </a:rPr>
              <a:t>Cuál es el resultado</a:t>
            </a:r>
            <a:r>
              <a:rPr lang="es-ES" sz="3500">
                <a:solidFill>
                  <a:srgbClr val="000000"/>
                </a:solidFill>
                <a:latin typeface="Patrick Hand"/>
                <a:ea typeface="Patrick Hand"/>
                <a:cs typeface="Patrick Hand"/>
                <a:sym typeface="Patrick Hand"/>
              </a:rPr>
              <a:t>?</a:t>
            </a:r>
            <a:endParaRPr sz="3500">
              <a:solidFill>
                <a:srgbClr val="000000"/>
              </a:solidFill>
              <a:latin typeface="Patrick Hand"/>
              <a:ea typeface="Patrick Hand"/>
              <a:cs typeface="Patrick Hand"/>
              <a:sym typeface="Patrick Hand"/>
            </a:endParaRPr>
          </a:p>
          <a:p>
            <a:pPr indent="0" lvl="0" marL="0" marR="0" rtl="0" algn="ctr">
              <a:lnSpc>
                <a:spcPct val="100000"/>
              </a:lnSpc>
              <a:spcBef>
                <a:spcPts val="0"/>
              </a:spcBef>
              <a:spcAft>
                <a:spcPts val="0"/>
              </a:spcAft>
              <a:buNone/>
            </a:pPr>
            <a:r>
              <a:t/>
            </a:r>
            <a:endParaRPr sz="3500">
              <a:latin typeface="Patrick Hand"/>
              <a:ea typeface="Patrick Hand"/>
              <a:cs typeface="Patrick Hand"/>
              <a:sym typeface="Patrick Hand"/>
            </a:endParaRPr>
          </a:p>
        </p:txBody>
      </p:sp>
      <p:pic>
        <p:nvPicPr>
          <p:cNvPr id="510" name="Google Shape;510;g2aea9b6464d_0_0"/>
          <p:cNvPicPr preferRelativeResize="0"/>
          <p:nvPr/>
        </p:nvPicPr>
        <p:blipFill rotWithShape="1">
          <a:blip r:embed="rId4">
            <a:alphaModFix/>
          </a:blip>
          <a:srcRect b="0" l="0" r="0" t="0"/>
          <a:stretch/>
        </p:blipFill>
        <p:spPr>
          <a:xfrm>
            <a:off x="6006822" y="5043553"/>
            <a:ext cx="461702" cy="352082"/>
          </a:xfrm>
          <a:prstGeom prst="rect">
            <a:avLst/>
          </a:prstGeom>
          <a:noFill/>
          <a:ln>
            <a:noFill/>
          </a:ln>
        </p:spPr>
      </p:pic>
      <p:pic>
        <p:nvPicPr>
          <p:cNvPr id="511" name="Google Shape;511;g2aea9b6464d_0_0"/>
          <p:cNvPicPr preferRelativeResize="0"/>
          <p:nvPr/>
        </p:nvPicPr>
        <p:blipFill rotWithShape="1">
          <a:blip r:embed="rId4">
            <a:alphaModFix/>
          </a:blip>
          <a:srcRect b="0" l="0" r="0" t="0"/>
          <a:stretch/>
        </p:blipFill>
        <p:spPr>
          <a:xfrm>
            <a:off x="4995132" y="5669326"/>
            <a:ext cx="461702" cy="352082"/>
          </a:xfrm>
          <a:prstGeom prst="rect">
            <a:avLst/>
          </a:prstGeom>
          <a:noFill/>
          <a:ln>
            <a:noFill/>
          </a:ln>
        </p:spPr>
      </p:pic>
      <p:pic>
        <p:nvPicPr>
          <p:cNvPr id="512" name="Google Shape;512;g2aea9b6464d_0_0"/>
          <p:cNvPicPr preferRelativeResize="0"/>
          <p:nvPr/>
        </p:nvPicPr>
        <p:blipFill rotWithShape="1">
          <a:blip r:embed="rId4">
            <a:alphaModFix/>
          </a:blip>
          <a:srcRect b="0" l="0" r="0" t="0"/>
          <a:stretch/>
        </p:blipFill>
        <p:spPr>
          <a:xfrm>
            <a:off x="5666982" y="5688801"/>
            <a:ext cx="461702" cy="352082"/>
          </a:xfrm>
          <a:prstGeom prst="rect">
            <a:avLst/>
          </a:prstGeom>
          <a:noFill/>
          <a:ln>
            <a:noFill/>
          </a:ln>
        </p:spPr>
      </p:pic>
      <p:pic>
        <p:nvPicPr>
          <p:cNvPr id="513" name="Google Shape;513;g2aea9b6464d_0_0"/>
          <p:cNvPicPr preferRelativeResize="0"/>
          <p:nvPr/>
        </p:nvPicPr>
        <p:blipFill rotWithShape="1">
          <a:blip r:embed="rId7">
            <a:alphaModFix/>
          </a:blip>
          <a:srcRect b="8739" l="8739" r="8739" t="8739"/>
          <a:stretch/>
        </p:blipFill>
        <p:spPr>
          <a:xfrm>
            <a:off x="8751725" y="2974000"/>
            <a:ext cx="1704951" cy="1704951"/>
          </a:xfrm>
          <a:prstGeom prst="rect">
            <a:avLst/>
          </a:prstGeom>
          <a:noFill/>
          <a:ln>
            <a:noFill/>
          </a:ln>
        </p:spPr>
      </p:pic>
      <p:sp>
        <p:nvSpPr>
          <p:cNvPr id="514" name="Google Shape;514;g2aea9b6464d_0_0"/>
          <p:cNvSpPr txBox="1"/>
          <p:nvPr/>
        </p:nvSpPr>
        <p:spPr>
          <a:xfrm>
            <a:off x="7318200" y="2296607"/>
            <a:ext cx="4572000" cy="615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s-ES" sz="1700" u="none" cap="none" strike="noStrike">
                <a:solidFill>
                  <a:srgbClr val="000000"/>
                </a:solidFill>
                <a:latin typeface="Calibri"/>
                <a:ea typeface="Calibri"/>
                <a:cs typeface="Calibri"/>
                <a:sym typeface="Calibri"/>
              </a:rPr>
              <a:t>RESPONDER ACÁ:</a:t>
            </a:r>
            <a:endParaRPr sz="1700"/>
          </a:p>
          <a:p>
            <a:pPr indent="0" lvl="0" marL="0" marR="0" rtl="0" algn="ctr">
              <a:lnSpc>
                <a:spcPct val="100000"/>
              </a:lnSpc>
              <a:spcBef>
                <a:spcPts val="0"/>
              </a:spcBef>
              <a:spcAft>
                <a:spcPts val="0"/>
              </a:spcAft>
              <a:buNone/>
            </a:pPr>
            <a:r>
              <a:rPr b="1" lang="es-ES" sz="1700" u="sng">
                <a:solidFill>
                  <a:srgbClr val="0097A7"/>
                </a:solidFill>
                <a:latin typeface="Calibri"/>
                <a:ea typeface="Calibri"/>
                <a:cs typeface="Calibri"/>
                <a:sym typeface="Calibri"/>
                <a:hlinkClick r:id="rId8">
                  <a:extLst>
                    <a:ext uri="{A12FA001-AC4F-418D-AE19-62706E023703}">
                      <ahyp:hlinkClr val="tx"/>
                    </a:ext>
                  </a:extLst>
                </a:hlinkClick>
              </a:rPr>
              <a:t>https://forms.gle/TYtCwqga5s5fR9cg7</a:t>
            </a:r>
            <a:r>
              <a:rPr b="1" lang="es-ES" sz="1700">
                <a:latin typeface="Calibri"/>
                <a:ea typeface="Calibri"/>
                <a:cs typeface="Calibri"/>
                <a:sym typeface="Calibri"/>
              </a:rPr>
              <a:t> </a:t>
            </a:r>
            <a:endParaRPr sz="17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8" name="Shape 518"/>
        <p:cNvGrpSpPr/>
        <p:nvPr/>
      </p:nvGrpSpPr>
      <p:grpSpPr>
        <a:xfrm>
          <a:off x="0" y="0"/>
          <a:ext cx="0" cy="0"/>
          <a:chOff x="0" y="0"/>
          <a:chExt cx="0" cy="0"/>
        </a:xfrm>
      </p:grpSpPr>
      <p:pic>
        <p:nvPicPr>
          <p:cNvPr descr="Forma&#10;&#10;Descripción generada automáticamente con confianza media" id="519" name="Google Shape;519;g2b50dac064d_0_7"/>
          <p:cNvPicPr preferRelativeResize="0"/>
          <p:nvPr>
            <p:ph idx="1" type="body"/>
          </p:nvPr>
        </p:nvPicPr>
        <p:blipFill rotWithShape="1">
          <a:blip r:embed="rId3">
            <a:alphaModFix/>
          </a:blip>
          <a:srcRect b="0" l="0" r="0" t="0"/>
          <a:stretch/>
        </p:blipFill>
        <p:spPr>
          <a:xfrm>
            <a:off x="-7" y="12767"/>
            <a:ext cx="12192000" cy="6858000"/>
          </a:xfrm>
          <a:prstGeom prst="rect">
            <a:avLst/>
          </a:prstGeom>
          <a:noFill/>
          <a:ln>
            <a:noFill/>
          </a:ln>
        </p:spPr>
      </p:pic>
      <p:sp>
        <p:nvSpPr>
          <p:cNvPr id="520" name="Google Shape;520;g2b50dac064d_0_7"/>
          <p:cNvSpPr txBox="1"/>
          <p:nvPr/>
        </p:nvSpPr>
        <p:spPr>
          <a:xfrm>
            <a:off x="1857393" y="490361"/>
            <a:ext cx="8477100" cy="908100"/>
          </a:xfrm>
          <a:prstGeom prst="rect">
            <a:avLst/>
          </a:prstGeom>
          <a:noFill/>
          <a:ln>
            <a:noFill/>
          </a:ln>
        </p:spPr>
        <p:txBody>
          <a:bodyPr anchorCtr="0" anchor="t" bIns="121900" lIns="121900" spcFirstLastPara="1" rIns="121900" wrap="square" tIns="121900">
            <a:spAutoFit/>
          </a:bodyPr>
          <a:lstStyle/>
          <a:p>
            <a:pPr indent="0" lvl="0" marL="0" marR="0" rtl="0" algn="ctr">
              <a:lnSpc>
                <a:spcPct val="100000"/>
              </a:lnSpc>
              <a:spcBef>
                <a:spcPts val="0"/>
              </a:spcBef>
              <a:spcAft>
                <a:spcPts val="0"/>
              </a:spcAft>
              <a:buClr>
                <a:srgbClr val="000000"/>
              </a:buClr>
              <a:buSzPts val="4300"/>
              <a:buFont typeface="Arial"/>
              <a:buNone/>
            </a:pPr>
            <a:r>
              <a:rPr b="0" i="0" lang="es-ES" sz="4300" u="none" cap="none" strike="noStrike">
                <a:solidFill>
                  <a:schemeClr val="lt1"/>
                </a:solidFill>
                <a:highlight>
                  <a:srgbClr val="009287"/>
                </a:highlight>
                <a:latin typeface="Patrick Hand"/>
                <a:ea typeface="Patrick Hand"/>
                <a:cs typeface="Patrick Hand"/>
                <a:sym typeface="Patrick Hand"/>
              </a:rPr>
              <a:t>¡Reforcemos lo aprendido!</a:t>
            </a:r>
            <a:endParaRPr b="0" i="0" sz="1900" u="none" cap="none" strike="noStrike">
              <a:solidFill>
                <a:schemeClr val="lt1"/>
              </a:solidFill>
              <a:highlight>
                <a:srgbClr val="009287"/>
              </a:highlight>
              <a:latin typeface="Arial"/>
              <a:ea typeface="Arial"/>
              <a:cs typeface="Arial"/>
              <a:sym typeface="Arial"/>
            </a:endParaRPr>
          </a:p>
        </p:txBody>
      </p:sp>
      <p:sp>
        <p:nvSpPr>
          <p:cNvPr id="521" name="Google Shape;521;g2b50dac064d_0_7"/>
          <p:cNvSpPr/>
          <p:nvPr/>
        </p:nvSpPr>
        <p:spPr>
          <a:xfrm>
            <a:off x="2459659" y="1626836"/>
            <a:ext cx="7272900" cy="3630000"/>
          </a:xfrm>
          <a:prstGeom prst="rect">
            <a:avLst/>
          </a:prstGeom>
          <a:solidFill>
            <a:srgbClr val="F5C571"/>
          </a:solidFill>
          <a:ln cap="flat" cmpd="sng" w="25400">
            <a:solidFill>
              <a:schemeClr val="dk1"/>
            </a:solidFill>
            <a:prstDash val="solid"/>
            <a:round/>
            <a:headEnd len="sm" w="sm" type="none"/>
            <a:tailEnd len="sm" w="sm" type="none"/>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None/>
            </a:pPr>
            <a:r>
              <a:t/>
            </a:r>
            <a:endParaRPr b="0" i="0" sz="1900" u="none" cap="none" strike="noStrike">
              <a:solidFill>
                <a:schemeClr val="lt1"/>
              </a:solidFill>
              <a:latin typeface="Arial"/>
              <a:ea typeface="Arial"/>
              <a:cs typeface="Arial"/>
              <a:sym typeface="Arial"/>
            </a:endParaRPr>
          </a:p>
        </p:txBody>
      </p:sp>
      <p:pic>
        <p:nvPicPr>
          <p:cNvPr descr="¿Te gustaría ser Tutor o inscribirte como Estudiante de Conectado Aprendo? &#10;¡Regístrate en nuestro sitio web! https://www.conectadoaprendo.cl/&#10;&#10;¡Síguenos en nuestras redes sociales!&#10;https://www.instagram.com/conectado_aprendo&#10;https://www.linkedin.com/in/fundacion-conectado-aprendo-535bb4241&#10;https://www.instagram.com/clubdegoceporlalectura_ca/&#10;&#10;Consultas generales (mail):&#10;contacto@conectadoaprendo.cl&#10;&#10;Profesor y producción:&#10;https://www.youtube.com/@psudiego&#10;&#10;#tutorias #mineduc #resta" id="522" name="Google Shape;522;g2b50dac064d_0_7" title="Reforzamiento - Resta (14) - 3 dígitos con ceros">
            <a:hlinkClick r:id="rId4"/>
          </p:cNvPr>
          <p:cNvPicPr preferRelativeResize="0"/>
          <p:nvPr/>
        </p:nvPicPr>
        <p:blipFill>
          <a:blip r:embed="rId5">
            <a:alphaModFix/>
          </a:blip>
          <a:stretch>
            <a:fillRect/>
          </a:stretch>
        </p:blipFill>
        <p:spPr>
          <a:xfrm>
            <a:off x="1766275" y="1398450"/>
            <a:ext cx="8659650" cy="4871050"/>
          </a:xfrm>
          <a:prstGeom prst="rect">
            <a:avLst/>
          </a:prstGeom>
          <a:noFill/>
          <a:ln cap="flat" cmpd="sng" w="28575">
            <a:solidFill>
              <a:schemeClr val="dk2"/>
            </a:solidFill>
            <a:prstDash val="solid"/>
            <a:round/>
            <a:headEnd len="sm" w="sm" type="none"/>
            <a:tailEnd len="sm" w="sm" type="none"/>
          </a:ln>
        </p:spPr>
      </p:pic>
      <p:pic>
        <p:nvPicPr>
          <p:cNvPr id="523" name="Google Shape;523;g2b50dac064d_0_7"/>
          <p:cNvPicPr preferRelativeResize="0"/>
          <p:nvPr/>
        </p:nvPicPr>
        <p:blipFill>
          <a:blip r:embed="rId6">
            <a:alphaModFix/>
          </a:blip>
          <a:stretch>
            <a:fillRect/>
          </a:stretch>
        </p:blipFill>
        <p:spPr>
          <a:xfrm>
            <a:off x="11039425" y="5216912"/>
            <a:ext cx="975700" cy="102917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2"/>
                                        </p:tgtEl>
                                        <p:attrNameLst>
                                          <p:attrName>style.visibility</p:attrName>
                                        </p:attrNameLst>
                                      </p:cBhvr>
                                      <p:to>
                                        <p:strVal val="visible"/>
                                      </p:to>
                                    </p:set>
                                    <p:animEffect filter="fade" transition="in">
                                      <p:cBhvr>
                                        <p:cTn dur="1000"/>
                                        <p:tgtEl>
                                          <p:spTgt spid="52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2023-06-14T18:49:54Z</dcterms:created>
  <dc:creator>Antonia  Hola</dc:creator>
</cp:coreProperties>
</file>