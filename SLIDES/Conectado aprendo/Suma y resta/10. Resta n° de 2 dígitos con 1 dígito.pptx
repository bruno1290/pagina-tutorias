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Patrick Hand"/>
      <p:regular r:id="rId22"/>
    </p:embeddedFont>
    <p:embeddedFont>
      <p:font typeface="Poppins"/>
      <p:regular r:id="rId23"/>
      <p:bold r:id="rId24"/>
      <p:italic r:id="rId25"/>
      <p:boldItalic r:id="rId26"/>
    </p:embeddedFont>
    <p:embeddedFont>
      <p:font typeface="Poppins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grvNtYnjTv1ZROyEKj1ZlFv8yI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atrickHand-regular.fntdata"/><Relationship Id="rId21" Type="http://schemas.openxmlformats.org/officeDocument/2006/relationships/slide" Target="slides/slide16.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PoppinsLight-bold.fntdata"/><Relationship Id="rId27" Type="http://schemas.openxmlformats.org/officeDocument/2006/relationships/font" Target="fonts/Poppins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Poppins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abafa9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abafa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abafa9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abafa9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abafa9b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abafa9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1a09ebab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1a09eba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600947766c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600947766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7c255af3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37c255af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601a83bd95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2601a83bd95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601a83bd95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2601a83bd95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601a83bd95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2601a83bd95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67a9527f22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267a9527f22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b51c1af53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2b51c1af53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aedb28746d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62" name="Google Shape;362;g2aedb28746d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b51c1af533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g2b51c1af53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edb28746d_0_10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edb28746d_0_10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edb28746d_0_10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edb28746d_0_10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edb28746d_0_10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edb28746d_0_10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edb28746d_0_10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edb28746d_0_10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edb28746d_0_11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edb28746d_0_11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edb28746d_0_11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edb28746d_0_11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edb28746d_0_11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edb28746d_0_11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edb28746d_0_12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edb28746d_0_12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edb28746d_0_124"/>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edb28746d_0_124"/>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edb28746d_0_12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edb28746d_0_12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edb28746d_0_12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edb28746d_0_13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edb28746d_0_131"/>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edb28746d_0_131"/>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edb28746d_0_131"/>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edb28746d_0_13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edb28746d_0_137"/>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edb28746d_0_13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edb28746d_0_140"/>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edb28746d_0_140"/>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edb28746d_0_14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edb28746d_0_14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5.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edb28746d_0_9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edb28746d_0_9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edb28746d_0_9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hyperlink" Target="https://youtu.be/4EwDT4Hr0ko" TargetMode="External"/><Relationship Id="rId9" Type="http://schemas.openxmlformats.org/officeDocument/2006/relationships/image" Target="../media/image1.png"/><Relationship Id="rId5" Type="http://schemas.openxmlformats.org/officeDocument/2006/relationships/hyperlink" Target="https://youtu.be/d5oG3sMuNHw" TargetMode="External"/><Relationship Id="rId6" Type="http://schemas.openxmlformats.org/officeDocument/2006/relationships/hyperlink" Target="https://es.khanacademy.org/math/cc-1st-grade-math/cc-1st-place-value/cc-1st-ones-tens/e/tens-and-ones" TargetMode="External"/><Relationship Id="rId7" Type="http://schemas.openxmlformats.org/officeDocument/2006/relationships/hyperlink" Target="https://wordwall.net/es/resource/16081790/decenas-y-unidades" TargetMode="External"/><Relationship Id="rId8" Type="http://schemas.openxmlformats.org/officeDocument/2006/relationships/hyperlink" Target="https://www.mundoprimaria.com/juegos-educativos/jueg-mat-num-5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hyperlink" Target="http://www.youtube.com/watch?v=eghFdp9mH-M" TargetMode="External"/><Relationship Id="rId5" Type="http://schemas.openxmlformats.org/officeDocument/2006/relationships/image" Target="../media/image15.jpg"/><Relationship Id="rId6"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forms.gle/pZ6z9oBNHaZupBoF9" TargetMode="External"/><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hyperlink" Target="http://www.youtube.com/watch?v=UyFXb8oESOE" TargetMode="External"/><Relationship Id="rId5" Type="http://schemas.openxmlformats.org/officeDocument/2006/relationships/image" Target="../media/image17.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57200" y="562556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abafa9b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abafa9b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abafa9b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Enseñar a restar un número de dos dígitos con uno de un dígito, utilizando representaciones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concretas para facilitar la comprensión del proceso sin reservas.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abafa9b_0_0"/>
          <p:cNvSpPr txBox="1"/>
          <p:nvPr/>
        </p:nvSpPr>
        <p:spPr>
          <a:xfrm>
            <a:off x="1158250" y="3097300"/>
            <a:ext cx="4698900" cy="23157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Enseñar el procedimiento para restar</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números de 2 dígitos con uno de 1 dígito sin reservas.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abafa9b_0_0"/>
          <p:cNvSpPr txBox="1"/>
          <p:nvPr/>
        </p:nvSpPr>
        <p:spPr>
          <a:xfrm>
            <a:off x="6376050" y="3097175"/>
            <a:ext cx="4698900" cy="23157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Números como bloques.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Resta de dos y un dígito.</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abafa9b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abafa9b_0_0"/>
          <p:cNvPicPr preferRelativeResize="0"/>
          <p:nvPr/>
        </p:nvPicPr>
        <p:blipFill>
          <a:blip r:embed="rId3">
            <a:alphaModFix/>
          </a:blip>
          <a:stretch>
            <a:fillRect/>
          </a:stretch>
        </p:blipFill>
        <p:spPr>
          <a:xfrm>
            <a:off x="10879500"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abafa9b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abafa9b_0_10"/>
          <p:cNvSpPr txBox="1"/>
          <p:nvPr/>
        </p:nvSpPr>
        <p:spPr>
          <a:xfrm>
            <a:off x="938750" y="2131575"/>
            <a:ext cx="10402500" cy="81579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Para esta sesión, trae </a:t>
            </a:r>
            <a:r>
              <a:rPr b="1" lang="es-ES">
                <a:latin typeface="Poppins"/>
                <a:ea typeface="Poppins"/>
                <a:cs typeface="Poppins"/>
                <a:sym typeface="Poppins"/>
              </a:rPr>
              <a:t>bloques o legos</a:t>
            </a:r>
            <a:r>
              <a:rPr lang="es-ES">
                <a:latin typeface="Poppins"/>
                <a:ea typeface="Poppins"/>
                <a:cs typeface="Poppins"/>
                <a:sym typeface="Poppins"/>
              </a:rPr>
              <a:t> para que tú y tu estudiante puedan visualizar juntos la representación de unidades y decenas de forma visual.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A la hora de enseñar el procedimiento de la suma, comienza r</a:t>
            </a:r>
            <a:r>
              <a:rPr b="1" lang="es-ES">
                <a:latin typeface="Poppins"/>
                <a:ea typeface="Poppins"/>
                <a:cs typeface="Poppins"/>
                <a:sym typeface="Poppins"/>
              </a:rPr>
              <a:t>epasando la colocación de los números en columna</a:t>
            </a:r>
            <a:r>
              <a:rPr lang="es-ES">
                <a:latin typeface="Poppins"/>
                <a:ea typeface="Poppins"/>
                <a:cs typeface="Poppins"/>
                <a:sym typeface="Poppins"/>
              </a:rPr>
              <a:t>, asegurándote de que tu estudiante alinee correctamente las unidades y decenas antes de restar.</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Luego, </a:t>
            </a:r>
            <a:r>
              <a:rPr b="1" lang="es-ES">
                <a:latin typeface="Poppins"/>
                <a:ea typeface="Poppins"/>
                <a:cs typeface="Poppins"/>
                <a:sym typeface="Poppins"/>
              </a:rPr>
              <a:t>refuerza cada paso del proceso de resta</a:t>
            </a:r>
            <a:r>
              <a:rPr lang="es-ES">
                <a:latin typeface="Poppins"/>
                <a:ea typeface="Poppins"/>
                <a:cs typeface="Poppins"/>
                <a:sym typeface="Poppins"/>
              </a:rPr>
              <a:t>. Pídele que reste las unidades y luego las decenas por separado, asegurándote de que escriba el </a:t>
            </a:r>
            <a:r>
              <a:rPr b="1" lang="es-ES">
                <a:latin typeface="Poppins"/>
                <a:ea typeface="Poppins"/>
                <a:cs typeface="Poppins"/>
                <a:sym typeface="Poppins"/>
              </a:rPr>
              <a:t>resultado correctamente en cada lugar </a:t>
            </a:r>
            <a:r>
              <a:rPr lang="es-ES">
                <a:latin typeface="Poppins"/>
                <a:ea typeface="Poppins"/>
                <a:cs typeface="Poppins"/>
                <a:sym typeface="Poppins"/>
              </a:rPr>
              <a:t>(unidades y decenas).</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Al terminar la sesión, </a:t>
            </a:r>
            <a:r>
              <a:rPr b="1" lang="es-ES">
                <a:latin typeface="Poppins"/>
                <a:ea typeface="Poppins"/>
                <a:cs typeface="Poppins"/>
                <a:sym typeface="Poppins"/>
              </a:rPr>
              <a:t>pídele que explique el proceso en sus propias palabras,</a:t>
            </a:r>
            <a:r>
              <a:rPr lang="es-ES">
                <a:latin typeface="Poppins"/>
                <a:ea typeface="Poppins"/>
                <a:cs typeface="Poppins"/>
                <a:sym typeface="Poppins"/>
              </a:rPr>
              <a:t> verificando así su comprensión de los pasos.</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abafa9b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abafa9b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abafa9b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abafa9b_0_10"/>
          <p:cNvPicPr preferRelativeResize="0"/>
          <p:nvPr/>
        </p:nvPicPr>
        <p:blipFill>
          <a:blip r:embed="rId3">
            <a:alphaModFix/>
          </a:blip>
          <a:stretch>
            <a:fillRect/>
          </a:stretch>
        </p:blipFill>
        <p:spPr>
          <a:xfrm>
            <a:off x="1087950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abafa9b_0_28"/>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abafa9b_0_28"/>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Para recordar contenidos, pídele a tu estudiante que identifique las diferencias y similitudes de sumar y restar números de dos dígitos. De esta forma podrás ver si no está confundiendo conceptos y procedimientos.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abafa9b_0_28"/>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¿Cómo organizas los números en columna para restar?</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¿Por qué es importante alinear correctamente unidades y decenas?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¿Qué significa restar sin reservas en una operación de resta?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abafa9b_0_28"/>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abafa9b_0_28"/>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abafa9b_0_28"/>
          <p:cNvPicPr preferRelativeResize="0"/>
          <p:nvPr/>
        </p:nvPicPr>
        <p:blipFill>
          <a:blip r:embed="rId3">
            <a:alphaModFix/>
          </a:blip>
          <a:stretch>
            <a:fillRect/>
          </a:stretch>
        </p:blipFill>
        <p:spPr>
          <a:xfrm>
            <a:off x="1087950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1995" cy="6858000"/>
          </a:xfrm>
          <a:prstGeom prst="rect">
            <a:avLst/>
          </a:prstGeom>
          <a:noFill/>
          <a:ln>
            <a:noFill/>
          </a:ln>
        </p:spPr>
      </p:pic>
      <p:pic>
        <p:nvPicPr>
          <p:cNvPr id="169" name="Google Shape;169;p2"/>
          <p:cNvPicPr preferRelativeResize="0"/>
          <p:nvPr/>
        </p:nvPicPr>
        <p:blipFill>
          <a:blip r:embed="rId4">
            <a:alphaModFix/>
          </a:blip>
          <a:stretch>
            <a:fillRect/>
          </a:stretch>
        </p:blipFill>
        <p:spPr>
          <a:xfrm>
            <a:off x="11003875" y="518138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31a09ebab5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31a09ebab5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31a09ebab5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177" name="Google Shape;177;g331a09ebab5_0_0"/>
          <p:cNvSpPr txBox="1"/>
          <p:nvPr/>
        </p:nvSpPr>
        <p:spPr>
          <a:xfrm>
            <a:off x="2845500" y="689425"/>
            <a:ext cx="60354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78" name="Google Shape;178;g331a09ebab5_0_0"/>
          <p:cNvSpPr txBox="1"/>
          <p:nvPr/>
        </p:nvSpPr>
        <p:spPr>
          <a:xfrm>
            <a:off x="649250" y="1620025"/>
            <a:ext cx="10768200" cy="38016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79" name="Google Shape;179;g331a09ebab5_0_0"/>
          <p:cNvPicPr preferRelativeResize="0"/>
          <p:nvPr/>
        </p:nvPicPr>
        <p:blipFill>
          <a:blip r:embed="rId8">
            <a:alphaModFix/>
          </a:blip>
          <a:stretch>
            <a:fillRect/>
          </a:stretch>
        </p:blipFill>
        <p:spPr>
          <a:xfrm>
            <a:off x="11003875" y="518138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600947766c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85" name="Google Shape;185;g2600947766c_0_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86" name="Google Shape;186;g2600947766c_0_6"/>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pic>
        <p:nvPicPr>
          <p:cNvPr id="187" name="Google Shape;187;g2600947766c_0_6"/>
          <p:cNvPicPr preferRelativeResize="0"/>
          <p:nvPr/>
        </p:nvPicPr>
        <p:blipFill rotWithShape="1">
          <a:blip r:embed="rId4">
            <a:alphaModFix/>
          </a:blip>
          <a:srcRect b="0" l="0" r="0" t="0"/>
          <a:stretch/>
        </p:blipFill>
        <p:spPr>
          <a:xfrm>
            <a:off x="4734250" y="1827200"/>
            <a:ext cx="598420" cy="4351201"/>
          </a:xfrm>
          <a:prstGeom prst="rect">
            <a:avLst/>
          </a:prstGeom>
          <a:noFill/>
          <a:ln>
            <a:noFill/>
          </a:ln>
        </p:spPr>
      </p:pic>
      <p:pic>
        <p:nvPicPr>
          <p:cNvPr id="188" name="Google Shape;188;g2600947766c_0_6"/>
          <p:cNvPicPr preferRelativeResize="0"/>
          <p:nvPr/>
        </p:nvPicPr>
        <p:blipFill rotWithShape="1">
          <a:blip r:embed="rId5">
            <a:alphaModFix/>
          </a:blip>
          <a:srcRect b="0" l="0" r="0" t="0"/>
          <a:stretch/>
        </p:blipFill>
        <p:spPr>
          <a:xfrm>
            <a:off x="8429075" y="3146550"/>
            <a:ext cx="1236075" cy="864200"/>
          </a:xfrm>
          <a:prstGeom prst="rect">
            <a:avLst/>
          </a:prstGeom>
          <a:noFill/>
          <a:ln>
            <a:noFill/>
          </a:ln>
        </p:spPr>
      </p:pic>
      <p:sp>
        <p:nvSpPr>
          <p:cNvPr id="189" name="Google Shape;189;g2600947766c_0_6"/>
          <p:cNvSpPr txBox="1"/>
          <p:nvPr/>
        </p:nvSpPr>
        <p:spPr>
          <a:xfrm>
            <a:off x="1734250" y="234615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decena</a:t>
            </a:r>
            <a:endParaRPr b="0" i="0" sz="2400" u="none" cap="none" strike="noStrike">
              <a:solidFill>
                <a:srgbClr val="000000"/>
              </a:solidFill>
              <a:latin typeface="Arial"/>
              <a:ea typeface="Arial"/>
              <a:cs typeface="Arial"/>
              <a:sym typeface="Arial"/>
            </a:endParaRPr>
          </a:p>
        </p:txBody>
      </p:sp>
      <p:sp>
        <p:nvSpPr>
          <p:cNvPr id="190" name="Google Shape;190;g2600947766c_0_6"/>
          <p:cNvSpPr txBox="1"/>
          <p:nvPr/>
        </p:nvSpPr>
        <p:spPr>
          <a:xfrm>
            <a:off x="7919650" y="21199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unidad</a:t>
            </a:r>
            <a:endParaRPr b="0" i="0" sz="2400" u="none" cap="none" strike="noStrike">
              <a:solidFill>
                <a:srgbClr val="000000"/>
              </a:solidFill>
              <a:latin typeface="Arial"/>
              <a:ea typeface="Arial"/>
              <a:cs typeface="Arial"/>
              <a:sym typeface="Arial"/>
            </a:endParaRPr>
          </a:p>
        </p:txBody>
      </p:sp>
      <p:sp>
        <p:nvSpPr>
          <p:cNvPr id="191" name="Google Shape;191;g2600947766c_0_6"/>
          <p:cNvSpPr txBox="1"/>
          <p:nvPr/>
        </p:nvSpPr>
        <p:spPr>
          <a:xfrm>
            <a:off x="1286325" y="319975"/>
            <a:ext cx="109023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Representación  de n° por medio de bloques multibase</a:t>
            </a:r>
            <a:endParaRPr b="0" i="0" sz="2400" u="none" cap="none" strike="noStrike">
              <a:solidFill>
                <a:srgbClr val="000000"/>
              </a:solidFill>
              <a:latin typeface="Arial"/>
              <a:ea typeface="Arial"/>
              <a:cs typeface="Arial"/>
              <a:sym typeface="Arial"/>
            </a:endParaRPr>
          </a:p>
        </p:txBody>
      </p:sp>
      <p:pic>
        <p:nvPicPr>
          <p:cNvPr id="192" name="Google Shape;192;g2600947766c_0_6"/>
          <p:cNvPicPr preferRelativeResize="0"/>
          <p:nvPr/>
        </p:nvPicPr>
        <p:blipFill>
          <a:blip r:embed="rId6">
            <a:alphaModFix/>
          </a:blip>
          <a:stretch>
            <a:fillRect/>
          </a:stretch>
        </p:blipFill>
        <p:spPr>
          <a:xfrm>
            <a:off x="11003875" y="518138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37c255af35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98" name="Google Shape;198;g337c255af35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99" name="Google Shape;199;g337c255af35_0_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00" name="Google Shape;200;g337c255af35_0_0"/>
          <p:cNvSpPr txBox="1"/>
          <p:nvPr/>
        </p:nvSpPr>
        <p:spPr>
          <a:xfrm>
            <a:off x="1477725" y="700400"/>
            <a:ext cx="92295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4200">
                <a:solidFill>
                  <a:schemeClr val="lt1"/>
                </a:solidFill>
                <a:highlight>
                  <a:srgbClr val="009287"/>
                </a:highlight>
                <a:latin typeface="Patrick Hand"/>
                <a:ea typeface="Patrick Hand"/>
                <a:cs typeface="Patrick Hand"/>
                <a:sym typeface="Patrick Hand"/>
              </a:rPr>
              <a:t>Unidades y decenas</a:t>
            </a:r>
            <a:endParaRPr/>
          </a:p>
        </p:txBody>
      </p:sp>
      <p:sp>
        <p:nvSpPr>
          <p:cNvPr id="201" name="Google Shape;201;g337c255af35_0_0"/>
          <p:cNvSpPr txBox="1"/>
          <p:nvPr/>
        </p:nvSpPr>
        <p:spPr>
          <a:xfrm>
            <a:off x="450075" y="1461425"/>
            <a:ext cx="11284800" cy="5079600"/>
          </a:xfrm>
          <a:prstGeom prst="rect">
            <a:avLst/>
          </a:prstGeom>
          <a:noFill/>
          <a:ln>
            <a:noFill/>
          </a:ln>
        </p:spPr>
        <p:txBody>
          <a:bodyPr anchorCtr="0" anchor="t" bIns="91425" lIns="91425" spcFirstLastPara="1" rIns="91425" wrap="square" tIns="91425">
            <a:spAutoFit/>
          </a:bodyPr>
          <a:lstStyle/>
          <a:p>
            <a:pPr indent="-400050" lvl="0" marL="457200" rtl="0" algn="l">
              <a:spcBef>
                <a:spcPts val="0"/>
              </a:spcBef>
              <a:spcAft>
                <a:spcPts val="0"/>
              </a:spcAft>
              <a:buClr>
                <a:schemeClr val="dk1"/>
              </a:buClr>
              <a:buSzPts val="2700"/>
              <a:buFont typeface="Patrick Hand"/>
              <a:buChar char="●"/>
            </a:pPr>
            <a:r>
              <a:rPr lang="es-ES" sz="2700">
                <a:solidFill>
                  <a:schemeClr val="dk1"/>
                </a:solidFill>
                <a:latin typeface="Patrick Hand"/>
                <a:ea typeface="Patrick Hand"/>
                <a:cs typeface="Patrick Hand"/>
                <a:sym typeface="Patrick Hand"/>
              </a:rPr>
              <a:t>Si tienen problemas con el concepto de unidades y decenas, pueden ver el siguiente video: </a:t>
            </a:r>
            <a:endParaRPr sz="27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ES" sz="3000" u="sng">
                <a:solidFill>
                  <a:schemeClr val="hlink"/>
                </a:solidFill>
                <a:latin typeface="Patrick Hand"/>
                <a:ea typeface="Patrick Hand"/>
                <a:cs typeface="Patrick Hand"/>
                <a:sym typeface="Patrick Hand"/>
                <a:hlinkClick r:id="rId4"/>
              </a:rPr>
              <a:t>https://youtu.be/4EwDT4Hr0ko</a:t>
            </a:r>
            <a:endParaRPr sz="3000">
              <a:solidFill>
                <a:schemeClr val="dk1"/>
              </a:solidFill>
              <a:latin typeface="Patrick Hand"/>
              <a:ea typeface="Patrick Hand"/>
              <a:cs typeface="Patrick Hand"/>
              <a:sym typeface="Patrick Hand"/>
            </a:endParaRPr>
          </a:p>
          <a:p>
            <a:pPr indent="-400050" lvl="0" marL="457200" rtl="0" algn="l">
              <a:spcBef>
                <a:spcPts val="0"/>
              </a:spcBef>
              <a:spcAft>
                <a:spcPts val="0"/>
              </a:spcAft>
              <a:buClr>
                <a:schemeClr val="dk1"/>
              </a:buClr>
              <a:buSzPts val="2700"/>
              <a:buFont typeface="Patrick Hand"/>
              <a:buChar char="●"/>
            </a:pPr>
            <a:r>
              <a:rPr lang="es-ES" sz="2700">
                <a:solidFill>
                  <a:schemeClr val="dk1"/>
                </a:solidFill>
                <a:latin typeface="Patrick Hand"/>
                <a:ea typeface="Patrick Hand"/>
                <a:cs typeface="Patrick Hand"/>
                <a:sym typeface="Patrick Hand"/>
              </a:rPr>
              <a:t>Encontrarán un ejemplo práctico en este video: </a:t>
            </a:r>
            <a:endParaRPr sz="27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ES" sz="3000" u="sng">
                <a:solidFill>
                  <a:schemeClr val="hlink"/>
                </a:solidFill>
                <a:latin typeface="Patrick Hand"/>
                <a:ea typeface="Patrick Hand"/>
                <a:cs typeface="Patrick Hand"/>
                <a:sym typeface="Patrick Hand"/>
                <a:hlinkClick r:id="rId5"/>
              </a:rPr>
              <a:t>https://youtu.be/d5oG3sMuNHw</a:t>
            </a:r>
            <a:endParaRPr sz="3000">
              <a:solidFill>
                <a:schemeClr val="dk1"/>
              </a:solidFill>
              <a:latin typeface="Patrick Hand"/>
              <a:ea typeface="Patrick Hand"/>
              <a:cs typeface="Patrick Hand"/>
              <a:sym typeface="Patrick Hand"/>
            </a:endParaRPr>
          </a:p>
          <a:p>
            <a:pPr indent="-317500" lvl="0" marL="457200" rtl="0" algn="l">
              <a:spcBef>
                <a:spcPts val="0"/>
              </a:spcBef>
              <a:spcAft>
                <a:spcPts val="0"/>
              </a:spcAft>
              <a:buClr>
                <a:schemeClr val="dk1"/>
              </a:buClr>
              <a:buSzPts val="1400"/>
              <a:buFont typeface="Patrick Hand"/>
              <a:buChar char="●"/>
            </a:pPr>
            <a:r>
              <a:rPr lang="es-ES" sz="2700">
                <a:solidFill>
                  <a:schemeClr val="dk1"/>
                </a:solidFill>
                <a:latin typeface="Patrick Hand"/>
                <a:ea typeface="Patrick Hand"/>
                <a:cs typeface="Patrick Hand"/>
                <a:sym typeface="Patrick Hand"/>
              </a:rPr>
              <a:t>Ejercicio (evaluación) de valor posicional en este enlace:</a:t>
            </a:r>
            <a:r>
              <a:rPr lang="es-ES" sz="3000">
                <a:solidFill>
                  <a:schemeClr val="dk1"/>
                </a:solidFill>
                <a:latin typeface="Patrick Hand"/>
                <a:ea typeface="Patrick Hand"/>
                <a:cs typeface="Patrick Hand"/>
                <a:sym typeface="Patrick Hand"/>
              </a:rPr>
              <a:t> </a:t>
            </a:r>
            <a:endParaRPr sz="30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ES" sz="3000" u="sng">
                <a:solidFill>
                  <a:schemeClr val="hlink"/>
                </a:solidFill>
                <a:latin typeface="Patrick Hand"/>
                <a:ea typeface="Patrick Hand"/>
                <a:cs typeface="Patrick Hand"/>
                <a:sym typeface="Patrick Hand"/>
                <a:hlinkClick r:id="rId6"/>
              </a:rPr>
              <a:t>https://es.khanacademy.org/math/cc-1st-grade-math/cc-1st-place-value/cc-1st-ones-tens/e/tens-and-ones</a:t>
            </a:r>
            <a:endParaRPr sz="3000">
              <a:solidFill>
                <a:schemeClr val="dk1"/>
              </a:solidFill>
              <a:latin typeface="Patrick Hand"/>
              <a:ea typeface="Patrick Hand"/>
              <a:cs typeface="Patrick Hand"/>
              <a:sym typeface="Patrick Hand"/>
            </a:endParaRPr>
          </a:p>
          <a:p>
            <a:pPr indent="-317500" lvl="0" marL="457200" rtl="0" algn="l">
              <a:spcBef>
                <a:spcPts val="0"/>
              </a:spcBef>
              <a:spcAft>
                <a:spcPts val="0"/>
              </a:spcAft>
              <a:buClr>
                <a:schemeClr val="dk1"/>
              </a:buClr>
              <a:buSzPts val="1400"/>
              <a:buFont typeface="Patrick Hand"/>
              <a:buChar char="●"/>
            </a:pPr>
            <a:r>
              <a:rPr lang="es-ES" sz="2700">
                <a:solidFill>
                  <a:schemeClr val="dk1"/>
                </a:solidFill>
                <a:latin typeface="Patrick Hand"/>
                <a:ea typeface="Patrick Hand"/>
                <a:cs typeface="Patrick Hand"/>
                <a:sym typeface="Patrick Hand"/>
              </a:rPr>
              <a:t>Juegos de valor posicional: </a:t>
            </a:r>
            <a:r>
              <a:rPr lang="es-ES" sz="3000" u="sng">
                <a:solidFill>
                  <a:schemeClr val="hlink"/>
                </a:solidFill>
                <a:latin typeface="Patrick Hand"/>
                <a:ea typeface="Patrick Hand"/>
                <a:cs typeface="Patrick Hand"/>
                <a:sym typeface="Patrick Hand"/>
                <a:hlinkClick r:id="rId7"/>
              </a:rPr>
              <a:t>https://wordwall.net/es/resource/16081790/decenas-y-unidades</a:t>
            </a:r>
            <a:endParaRPr sz="30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rPr lang="es-ES" sz="3000" u="sng">
                <a:solidFill>
                  <a:schemeClr val="hlink"/>
                </a:solidFill>
                <a:latin typeface="Patrick Hand"/>
                <a:ea typeface="Patrick Hand"/>
                <a:cs typeface="Patrick Hand"/>
                <a:sym typeface="Patrick Hand"/>
                <a:hlinkClick r:id="rId8"/>
              </a:rPr>
              <a:t>https://www.mundoprimaria.com/juegos-educativos/jueg-mat-num-51</a:t>
            </a:r>
            <a:endParaRPr/>
          </a:p>
        </p:txBody>
      </p:sp>
      <p:pic>
        <p:nvPicPr>
          <p:cNvPr id="202" name="Google Shape;202;g337c255af35_0_0"/>
          <p:cNvPicPr preferRelativeResize="0"/>
          <p:nvPr/>
        </p:nvPicPr>
        <p:blipFill>
          <a:blip r:embed="rId9">
            <a:alphaModFix/>
          </a:blip>
          <a:stretch>
            <a:fillRect/>
          </a:stretch>
        </p:blipFill>
        <p:spPr>
          <a:xfrm>
            <a:off x="11003875" y="51813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601a83bd95_0_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08" name="Google Shape;208;g2601a83bd95_0_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09" name="Google Shape;209;g2601a83bd95_0_7"/>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pic>
        <p:nvPicPr>
          <p:cNvPr id="210" name="Google Shape;210;g2601a83bd95_0_7"/>
          <p:cNvPicPr preferRelativeResize="0"/>
          <p:nvPr/>
        </p:nvPicPr>
        <p:blipFill rotWithShape="1">
          <a:blip r:embed="rId4">
            <a:alphaModFix/>
          </a:blip>
          <a:srcRect b="0" l="0" r="0" t="0"/>
          <a:stretch/>
        </p:blipFill>
        <p:spPr>
          <a:xfrm>
            <a:off x="2951725" y="1581250"/>
            <a:ext cx="341475" cy="2482819"/>
          </a:xfrm>
          <a:prstGeom prst="rect">
            <a:avLst/>
          </a:prstGeom>
          <a:noFill/>
          <a:ln>
            <a:noFill/>
          </a:ln>
        </p:spPr>
      </p:pic>
      <p:pic>
        <p:nvPicPr>
          <p:cNvPr id="211" name="Google Shape;211;g2601a83bd95_0_7"/>
          <p:cNvPicPr preferRelativeResize="0"/>
          <p:nvPr/>
        </p:nvPicPr>
        <p:blipFill rotWithShape="1">
          <a:blip r:embed="rId5">
            <a:alphaModFix/>
          </a:blip>
          <a:srcRect b="0" l="0" r="0" t="0"/>
          <a:stretch/>
        </p:blipFill>
        <p:spPr>
          <a:xfrm>
            <a:off x="4301586" y="1581250"/>
            <a:ext cx="613742" cy="429100"/>
          </a:xfrm>
          <a:prstGeom prst="rect">
            <a:avLst/>
          </a:prstGeom>
          <a:noFill/>
          <a:ln>
            <a:noFill/>
          </a:ln>
        </p:spPr>
      </p:pic>
      <p:sp>
        <p:nvSpPr>
          <p:cNvPr id="212" name="Google Shape;212;g2601a83bd95_0_7"/>
          <p:cNvSpPr txBox="1"/>
          <p:nvPr/>
        </p:nvSpPr>
        <p:spPr>
          <a:xfrm>
            <a:off x="7465050" y="1553150"/>
            <a:ext cx="2253300" cy="20319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2  8</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6</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2  2</a:t>
            </a:r>
            <a:endParaRPr b="0" i="0" sz="4000" u="none" cap="none" strike="noStrike">
              <a:solidFill>
                <a:schemeClr val="dk1"/>
              </a:solidFill>
              <a:latin typeface="Patrick Hand"/>
              <a:ea typeface="Patrick Hand"/>
              <a:cs typeface="Patrick Hand"/>
              <a:sym typeface="Patrick Hand"/>
            </a:endParaRPr>
          </a:p>
        </p:txBody>
      </p:sp>
      <p:sp>
        <p:nvSpPr>
          <p:cNvPr id="213" name="Google Shape;213;g2601a83bd95_0_7"/>
          <p:cNvSpPr txBox="1"/>
          <p:nvPr/>
        </p:nvSpPr>
        <p:spPr>
          <a:xfrm>
            <a:off x="2008850" y="221925"/>
            <a:ext cx="108027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s-ES" sz="3800" u="none" cap="none" strike="noStrike">
                <a:solidFill>
                  <a:schemeClr val="dk1"/>
                </a:solidFill>
                <a:latin typeface="Patrick Hand"/>
                <a:ea typeface="Patrick Hand"/>
                <a:cs typeface="Patrick Hand"/>
                <a:sym typeface="Patrick Hand"/>
              </a:rPr>
              <a:t>Resta de n° con dos dígitos con n° de 1 dígito.</a:t>
            </a:r>
            <a:endParaRPr b="1" i="0" sz="2200" u="none" cap="none" strike="noStrike">
              <a:solidFill>
                <a:srgbClr val="000000"/>
              </a:solidFill>
              <a:latin typeface="Arial"/>
              <a:ea typeface="Arial"/>
              <a:cs typeface="Arial"/>
              <a:sym typeface="Arial"/>
            </a:endParaRPr>
          </a:p>
        </p:txBody>
      </p:sp>
      <p:pic>
        <p:nvPicPr>
          <p:cNvPr id="214" name="Google Shape;214;g2601a83bd95_0_7"/>
          <p:cNvPicPr preferRelativeResize="0"/>
          <p:nvPr/>
        </p:nvPicPr>
        <p:blipFill rotWithShape="1">
          <a:blip r:embed="rId5">
            <a:alphaModFix/>
          </a:blip>
          <a:srcRect b="0" l="0" r="0" t="0"/>
          <a:stretch/>
        </p:blipFill>
        <p:spPr>
          <a:xfrm>
            <a:off x="4301586" y="2010350"/>
            <a:ext cx="613742" cy="429100"/>
          </a:xfrm>
          <a:prstGeom prst="rect">
            <a:avLst/>
          </a:prstGeom>
          <a:noFill/>
          <a:ln>
            <a:noFill/>
          </a:ln>
        </p:spPr>
      </p:pic>
      <p:pic>
        <p:nvPicPr>
          <p:cNvPr id="215" name="Google Shape;215;g2601a83bd95_0_7"/>
          <p:cNvPicPr preferRelativeResize="0"/>
          <p:nvPr/>
        </p:nvPicPr>
        <p:blipFill rotWithShape="1">
          <a:blip r:embed="rId5">
            <a:alphaModFix/>
          </a:blip>
          <a:srcRect b="0" l="0" r="0" t="0"/>
          <a:stretch/>
        </p:blipFill>
        <p:spPr>
          <a:xfrm>
            <a:off x="4712986" y="1690825"/>
            <a:ext cx="613742" cy="429100"/>
          </a:xfrm>
          <a:prstGeom prst="rect">
            <a:avLst/>
          </a:prstGeom>
          <a:noFill/>
          <a:ln>
            <a:noFill/>
          </a:ln>
        </p:spPr>
      </p:pic>
      <p:pic>
        <p:nvPicPr>
          <p:cNvPr id="216" name="Google Shape;216;g2601a83bd95_0_7"/>
          <p:cNvPicPr preferRelativeResize="0"/>
          <p:nvPr/>
        </p:nvPicPr>
        <p:blipFill rotWithShape="1">
          <a:blip r:embed="rId5">
            <a:alphaModFix/>
          </a:blip>
          <a:srcRect b="0" l="0" r="0" t="0"/>
          <a:stretch/>
        </p:blipFill>
        <p:spPr>
          <a:xfrm>
            <a:off x="4712986" y="2182138"/>
            <a:ext cx="613742" cy="429100"/>
          </a:xfrm>
          <a:prstGeom prst="rect">
            <a:avLst/>
          </a:prstGeom>
          <a:noFill/>
          <a:ln>
            <a:noFill/>
          </a:ln>
        </p:spPr>
      </p:pic>
      <p:pic>
        <p:nvPicPr>
          <p:cNvPr id="217" name="Google Shape;217;g2601a83bd95_0_7"/>
          <p:cNvPicPr preferRelativeResize="0"/>
          <p:nvPr/>
        </p:nvPicPr>
        <p:blipFill rotWithShape="1">
          <a:blip r:embed="rId5">
            <a:alphaModFix/>
          </a:blip>
          <a:srcRect b="0" l="0" r="0" t="0"/>
          <a:stretch/>
        </p:blipFill>
        <p:spPr>
          <a:xfrm>
            <a:off x="4301586" y="2471225"/>
            <a:ext cx="613742" cy="429100"/>
          </a:xfrm>
          <a:prstGeom prst="rect">
            <a:avLst/>
          </a:prstGeom>
          <a:noFill/>
          <a:ln>
            <a:noFill/>
          </a:ln>
        </p:spPr>
      </p:pic>
      <p:pic>
        <p:nvPicPr>
          <p:cNvPr id="218" name="Google Shape;218;g2601a83bd95_0_7"/>
          <p:cNvPicPr preferRelativeResize="0"/>
          <p:nvPr/>
        </p:nvPicPr>
        <p:blipFill rotWithShape="1">
          <a:blip r:embed="rId5">
            <a:alphaModFix/>
          </a:blip>
          <a:srcRect b="0" l="0" r="0" t="0"/>
          <a:stretch/>
        </p:blipFill>
        <p:spPr>
          <a:xfrm>
            <a:off x="4301586" y="2947900"/>
            <a:ext cx="613742" cy="429100"/>
          </a:xfrm>
          <a:prstGeom prst="rect">
            <a:avLst/>
          </a:prstGeom>
          <a:noFill/>
          <a:ln>
            <a:noFill/>
          </a:ln>
        </p:spPr>
      </p:pic>
      <p:pic>
        <p:nvPicPr>
          <p:cNvPr id="219" name="Google Shape;219;g2601a83bd95_0_7"/>
          <p:cNvPicPr preferRelativeResize="0"/>
          <p:nvPr/>
        </p:nvPicPr>
        <p:blipFill rotWithShape="1">
          <a:blip r:embed="rId5">
            <a:alphaModFix/>
          </a:blip>
          <a:srcRect b="0" l="0" r="0" t="0"/>
          <a:stretch/>
        </p:blipFill>
        <p:spPr>
          <a:xfrm>
            <a:off x="4712986" y="2681913"/>
            <a:ext cx="613742" cy="429100"/>
          </a:xfrm>
          <a:prstGeom prst="rect">
            <a:avLst/>
          </a:prstGeom>
          <a:noFill/>
          <a:ln>
            <a:noFill/>
          </a:ln>
        </p:spPr>
      </p:pic>
      <p:pic>
        <p:nvPicPr>
          <p:cNvPr id="220" name="Google Shape;220;g2601a83bd95_0_7"/>
          <p:cNvPicPr preferRelativeResize="0"/>
          <p:nvPr/>
        </p:nvPicPr>
        <p:blipFill rotWithShape="1">
          <a:blip r:embed="rId4">
            <a:alphaModFix/>
          </a:blip>
          <a:srcRect b="0" l="0" r="0" t="0"/>
          <a:stretch/>
        </p:blipFill>
        <p:spPr>
          <a:xfrm>
            <a:off x="3427400" y="1581250"/>
            <a:ext cx="341475" cy="2482819"/>
          </a:xfrm>
          <a:prstGeom prst="rect">
            <a:avLst/>
          </a:prstGeom>
          <a:noFill/>
          <a:ln>
            <a:noFill/>
          </a:ln>
        </p:spPr>
      </p:pic>
      <p:sp>
        <p:nvSpPr>
          <p:cNvPr id="221" name="Google Shape;221;g2601a83bd95_0_7"/>
          <p:cNvSpPr txBox="1"/>
          <p:nvPr/>
        </p:nvSpPr>
        <p:spPr>
          <a:xfrm>
            <a:off x="2951725" y="8904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D           U</a:t>
            </a:r>
            <a:endParaRPr b="0" i="0" sz="1400" u="none" cap="none" strike="noStrike">
              <a:solidFill>
                <a:srgbClr val="000000"/>
              </a:solidFill>
              <a:latin typeface="Arial"/>
              <a:ea typeface="Arial"/>
              <a:cs typeface="Arial"/>
              <a:sym typeface="Arial"/>
            </a:endParaRPr>
          </a:p>
        </p:txBody>
      </p:sp>
      <p:cxnSp>
        <p:nvCxnSpPr>
          <p:cNvPr id="222" name="Google Shape;222;g2601a83bd95_0_7"/>
          <p:cNvCxnSpPr/>
          <p:nvPr/>
        </p:nvCxnSpPr>
        <p:spPr>
          <a:xfrm>
            <a:off x="4033075" y="1279200"/>
            <a:ext cx="17700" cy="3766500"/>
          </a:xfrm>
          <a:prstGeom prst="straightConnector1">
            <a:avLst/>
          </a:prstGeom>
          <a:noFill/>
          <a:ln cap="flat" cmpd="sng" w="9525">
            <a:solidFill>
              <a:srgbClr val="009287"/>
            </a:solidFill>
            <a:prstDash val="solid"/>
            <a:round/>
            <a:headEnd len="sm" w="sm" type="none"/>
            <a:tailEnd len="sm" w="sm" type="none"/>
          </a:ln>
        </p:spPr>
      </p:cxnSp>
      <p:cxnSp>
        <p:nvCxnSpPr>
          <p:cNvPr id="223" name="Google Shape;223;g2601a83bd95_0_7"/>
          <p:cNvCxnSpPr/>
          <p:nvPr/>
        </p:nvCxnSpPr>
        <p:spPr>
          <a:xfrm flipH="1" rot="10800000">
            <a:off x="2055825" y="4749800"/>
            <a:ext cx="3517800" cy="35400"/>
          </a:xfrm>
          <a:prstGeom prst="straightConnector1">
            <a:avLst/>
          </a:prstGeom>
          <a:noFill/>
          <a:ln cap="flat" cmpd="sng" w="9525">
            <a:solidFill>
              <a:srgbClr val="009287"/>
            </a:solidFill>
            <a:prstDash val="solid"/>
            <a:round/>
            <a:headEnd len="sm" w="sm" type="none"/>
            <a:tailEnd len="sm" w="sm" type="none"/>
          </a:ln>
        </p:spPr>
      </p:cxnSp>
      <p:sp>
        <p:nvSpPr>
          <p:cNvPr id="224" name="Google Shape;224;g2601a83bd95_0_7"/>
          <p:cNvSpPr txBox="1"/>
          <p:nvPr/>
        </p:nvSpPr>
        <p:spPr>
          <a:xfrm>
            <a:off x="6544025" y="4039350"/>
            <a:ext cx="5760900" cy="197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por las unidades. Quito las unidades del sustraendo al minuendo y cuento las que me quedan. Las anoto bajo las unidades. </a:t>
            </a:r>
            <a:endParaRPr b="0" i="0" sz="2900" u="none" cap="none" strike="noStrike">
              <a:solidFill>
                <a:schemeClr val="dk1"/>
              </a:solidFill>
              <a:latin typeface="Patrick Hand"/>
              <a:ea typeface="Patrick Hand"/>
              <a:cs typeface="Patrick Hand"/>
              <a:sym typeface="Patrick Hand"/>
            </a:endParaRPr>
          </a:p>
        </p:txBody>
      </p:sp>
      <p:sp>
        <p:nvSpPr>
          <p:cNvPr id="225" name="Google Shape;225;g2601a83bd95_0_7"/>
          <p:cNvSpPr txBox="1"/>
          <p:nvPr/>
        </p:nvSpPr>
        <p:spPr>
          <a:xfrm>
            <a:off x="6544025" y="5354163"/>
            <a:ext cx="57609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anoto las decenas bajo las D.</a:t>
            </a:r>
            <a:endParaRPr b="0" i="0" sz="2900" u="none" cap="none" strike="noStrike">
              <a:solidFill>
                <a:schemeClr val="dk1"/>
              </a:solidFill>
              <a:latin typeface="Patrick Hand"/>
              <a:ea typeface="Patrick Hand"/>
              <a:cs typeface="Patrick Hand"/>
              <a:sym typeface="Patrick Hand"/>
            </a:endParaRPr>
          </a:p>
        </p:txBody>
      </p:sp>
      <p:cxnSp>
        <p:nvCxnSpPr>
          <p:cNvPr id="226" name="Google Shape;226;g2601a83bd95_0_7"/>
          <p:cNvCxnSpPr/>
          <p:nvPr/>
        </p:nvCxnSpPr>
        <p:spPr>
          <a:xfrm flipH="1">
            <a:off x="7906325" y="2771225"/>
            <a:ext cx="1456800" cy="17700"/>
          </a:xfrm>
          <a:prstGeom prst="straightConnector1">
            <a:avLst/>
          </a:prstGeom>
          <a:noFill/>
          <a:ln cap="flat" cmpd="sng" w="9525">
            <a:solidFill>
              <a:srgbClr val="009287"/>
            </a:solidFill>
            <a:prstDash val="solid"/>
            <a:round/>
            <a:headEnd len="sm" w="sm" type="none"/>
            <a:tailEnd len="sm" w="sm" type="none"/>
          </a:ln>
        </p:spPr>
      </p:cxnSp>
      <p:sp>
        <p:nvSpPr>
          <p:cNvPr id="227" name="Google Shape;227;g2601a83bd95_0_7"/>
          <p:cNvSpPr txBox="1"/>
          <p:nvPr/>
        </p:nvSpPr>
        <p:spPr>
          <a:xfrm>
            <a:off x="7853400" y="898200"/>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D   U</a:t>
            </a:r>
            <a:endParaRPr b="0" i="0" sz="1300" u="none" cap="none" strike="noStrike">
              <a:solidFill>
                <a:srgbClr val="000000"/>
              </a:solidFill>
              <a:latin typeface="Arial"/>
              <a:ea typeface="Arial"/>
              <a:cs typeface="Arial"/>
              <a:sym typeface="Arial"/>
            </a:endParaRPr>
          </a:p>
        </p:txBody>
      </p:sp>
      <p:sp>
        <p:nvSpPr>
          <p:cNvPr id="228" name="Google Shape;228;g2601a83bd95_0_7"/>
          <p:cNvSpPr/>
          <p:nvPr/>
        </p:nvSpPr>
        <p:spPr>
          <a:xfrm>
            <a:off x="5921500" y="423540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29" name="Google Shape;229;g2601a83bd95_0_7"/>
          <p:cNvSpPr/>
          <p:nvPr/>
        </p:nvSpPr>
        <p:spPr>
          <a:xfrm>
            <a:off x="5921500" y="58843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230" name="Google Shape;230;g2601a83bd95_0_7"/>
          <p:cNvSpPr txBox="1"/>
          <p:nvPr/>
        </p:nvSpPr>
        <p:spPr>
          <a:xfrm>
            <a:off x="7872050" y="3578575"/>
            <a:ext cx="3000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s-ES" sz="2900" u="sng" cap="none" strike="noStrike">
                <a:solidFill>
                  <a:srgbClr val="000000"/>
                </a:solidFill>
                <a:latin typeface="Patrick Hand"/>
                <a:ea typeface="Patrick Hand"/>
                <a:cs typeface="Patrick Hand"/>
                <a:sym typeface="Patrick Hand"/>
              </a:rPr>
              <a:t>Pasos </a:t>
            </a:r>
            <a:endParaRPr b="1" i="0" sz="1400" u="sng" cap="none" strike="noStrike">
              <a:solidFill>
                <a:srgbClr val="000000"/>
              </a:solidFill>
              <a:latin typeface="Arial"/>
              <a:ea typeface="Arial"/>
              <a:cs typeface="Arial"/>
              <a:sym typeface="Arial"/>
            </a:endParaRPr>
          </a:p>
        </p:txBody>
      </p:sp>
      <p:sp>
        <p:nvSpPr>
          <p:cNvPr id="231" name="Google Shape;231;g2601a83bd95_0_7"/>
          <p:cNvSpPr txBox="1"/>
          <p:nvPr/>
        </p:nvSpPr>
        <p:spPr>
          <a:xfrm>
            <a:off x="35525" y="1690825"/>
            <a:ext cx="3000000" cy="800400"/>
          </a:xfrm>
          <a:prstGeom prst="rect">
            <a:avLst/>
          </a:prstGeom>
          <a:noFill/>
          <a:ln>
            <a:noFill/>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2 8</a:t>
            </a:r>
            <a:endParaRPr b="0" i="0" sz="1400" u="none" cap="none" strike="noStrike">
              <a:solidFill>
                <a:srgbClr val="000000"/>
              </a:solidFill>
              <a:latin typeface="Arial"/>
              <a:ea typeface="Arial"/>
              <a:cs typeface="Arial"/>
              <a:sym typeface="Arial"/>
            </a:endParaRPr>
          </a:p>
        </p:txBody>
      </p:sp>
      <p:cxnSp>
        <p:nvCxnSpPr>
          <p:cNvPr id="232" name="Google Shape;232;g2601a83bd95_0_7"/>
          <p:cNvCxnSpPr/>
          <p:nvPr/>
        </p:nvCxnSpPr>
        <p:spPr>
          <a:xfrm>
            <a:off x="1261475" y="2091025"/>
            <a:ext cx="852900" cy="0"/>
          </a:xfrm>
          <a:prstGeom prst="straightConnector1">
            <a:avLst/>
          </a:prstGeom>
          <a:noFill/>
          <a:ln cap="flat" cmpd="sng" w="28575">
            <a:solidFill>
              <a:srgbClr val="009287"/>
            </a:solidFill>
            <a:prstDash val="solid"/>
            <a:round/>
            <a:headEnd len="sm" w="sm" type="none"/>
            <a:tailEnd len="med" w="med" type="triangle"/>
          </a:ln>
        </p:spPr>
      </p:cxnSp>
      <p:pic>
        <p:nvPicPr>
          <p:cNvPr id="233" name="Google Shape;233;g2601a83bd95_0_7"/>
          <p:cNvPicPr preferRelativeResize="0"/>
          <p:nvPr/>
        </p:nvPicPr>
        <p:blipFill rotWithShape="1">
          <a:blip r:embed="rId5">
            <a:alphaModFix/>
          </a:blip>
          <a:srcRect b="0" l="0" r="0" t="0"/>
          <a:stretch/>
        </p:blipFill>
        <p:spPr>
          <a:xfrm>
            <a:off x="4712986" y="3220313"/>
            <a:ext cx="613742" cy="429099"/>
          </a:xfrm>
          <a:prstGeom prst="rect">
            <a:avLst/>
          </a:prstGeom>
          <a:noFill/>
          <a:ln>
            <a:noFill/>
          </a:ln>
        </p:spPr>
      </p:pic>
      <p:cxnSp>
        <p:nvCxnSpPr>
          <p:cNvPr id="234" name="Google Shape;234;g2601a83bd95_0_7"/>
          <p:cNvCxnSpPr/>
          <p:nvPr/>
        </p:nvCxnSpPr>
        <p:spPr>
          <a:xfrm>
            <a:off x="4299325" y="1538425"/>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35" name="Google Shape;235;g2601a83bd95_0_7"/>
          <p:cNvCxnSpPr/>
          <p:nvPr/>
        </p:nvCxnSpPr>
        <p:spPr>
          <a:xfrm>
            <a:off x="4699788" y="1550100"/>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36" name="Google Shape;236;g2601a83bd95_0_7"/>
          <p:cNvCxnSpPr/>
          <p:nvPr/>
        </p:nvCxnSpPr>
        <p:spPr>
          <a:xfrm>
            <a:off x="4314975" y="1940675"/>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37" name="Google Shape;237;g2601a83bd95_0_7"/>
          <p:cNvCxnSpPr/>
          <p:nvPr/>
        </p:nvCxnSpPr>
        <p:spPr>
          <a:xfrm>
            <a:off x="4160750" y="2424425"/>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38" name="Google Shape;238;g2601a83bd95_0_7"/>
          <p:cNvCxnSpPr/>
          <p:nvPr/>
        </p:nvCxnSpPr>
        <p:spPr>
          <a:xfrm>
            <a:off x="4790650" y="2155225"/>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39" name="Google Shape;239;g2601a83bd95_0_7"/>
          <p:cNvCxnSpPr/>
          <p:nvPr/>
        </p:nvCxnSpPr>
        <p:spPr>
          <a:xfrm>
            <a:off x="4699800" y="2687775"/>
            <a:ext cx="568200" cy="491400"/>
          </a:xfrm>
          <a:prstGeom prst="straightConnector1">
            <a:avLst/>
          </a:prstGeom>
          <a:noFill/>
          <a:ln cap="flat" cmpd="sng" w="28575">
            <a:solidFill>
              <a:srgbClr val="009287"/>
            </a:solidFill>
            <a:prstDash val="solid"/>
            <a:round/>
            <a:headEnd len="sm" w="sm" type="none"/>
            <a:tailEnd len="sm" w="sm" type="none"/>
          </a:ln>
        </p:spPr>
      </p:cxnSp>
      <p:sp>
        <p:nvSpPr>
          <p:cNvPr id="240" name="Google Shape;240;g2601a83bd95_0_7"/>
          <p:cNvSpPr txBox="1"/>
          <p:nvPr/>
        </p:nvSpPr>
        <p:spPr>
          <a:xfrm>
            <a:off x="2835175" y="474980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2d         2u</a:t>
            </a:r>
            <a:endParaRPr b="0" i="0" sz="1400" u="none" cap="none" strike="noStrike">
              <a:solidFill>
                <a:srgbClr val="000000"/>
              </a:solidFill>
              <a:latin typeface="Arial"/>
              <a:ea typeface="Arial"/>
              <a:cs typeface="Arial"/>
              <a:sym typeface="Arial"/>
            </a:endParaRPr>
          </a:p>
        </p:txBody>
      </p:sp>
      <p:pic>
        <p:nvPicPr>
          <p:cNvPr id="241" name="Google Shape;241;g2601a83bd95_0_7"/>
          <p:cNvPicPr preferRelativeResize="0"/>
          <p:nvPr/>
        </p:nvPicPr>
        <p:blipFill>
          <a:blip r:embed="rId6">
            <a:alphaModFix/>
          </a:blip>
          <a:stretch>
            <a:fillRect/>
          </a:stretch>
        </p:blipFill>
        <p:spPr>
          <a:xfrm>
            <a:off x="11039425" y="513387"/>
            <a:ext cx="975700" cy="1029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2601a83bd95_0_3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47" name="Google Shape;247;g2601a83bd95_0_3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48" name="Google Shape;248;g2601a83bd95_0_39"/>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pic>
        <p:nvPicPr>
          <p:cNvPr id="249" name="Google Shape;249;g2601a83bd95_0_39"/>
          <p:cNvPicPr preferRelativeResize="0"/>
          <p:nvPr/>
        </p:nvPicPr>
        <p:blipFill rotWithShape="1">
          <a:blip r:embed="rId4">
            <a:alphaModFix/>
          </a:blip>
          <a:srcRect b="0" l="0" r="0" t="0"/>
          <a:stretch/>
        </p:blipFill>
        <p:spPr>
          <a:xfrm>
            <a:off x="2971675" y="1581250"/>
            <a:ext cx="246800" cy="1794451"/>
          </a:xfrm>
          <a:prstGeom prst="rect">
            <a:avLst/>
          </a:prstGeom>
          <a:noFill/>
          <a:ln>
            <a:noFill/>
          </a:ln>
        </p:spPr>
      </p:pic>
      <p:pic>
        <p:nvPicPr>
          <p:cNvPr id="250" name="Google Shape;250;g2601a83bd95_0_39"/>
          <p:cNvPicPr preferRelativeResize="0"/>
          <p:nvPr/>
        </p:nvPicPr>
        <p:blipFill rotWithShape="1">
          <a:blip r:embed="rId5">
            <a:alphaModFix/>
          </a:blip>
          <a:srcRect b="0" l="0" r="0" t="0"/>
          <a:stretch/>
        </p:blipFill>
        <p:spPr>
          <a:xfrm>
            <a:off x="4301586" y="1581250"/>
            <a:ext cx="613742" cy="429100"/>
          </a:xfrm>
          <a:prstGeom prst="rect">
            <a:avLst/>
          </a:prstGeom>
          <a:noFill/>
          <a:ln>
            <a:noFill/>
          </a:ln>
        </p:spPr>
      </p:pic>
      <p:sp>
        <p:nvSpPr>
          <p:cNvPr id="251" name="Google Shape;251;g2601a83bd95_0_39"/>
          <p:cNvSpPr txBox="1"/>
          <p:nvPr/>
        </p:nvSpPr>
        <p:spPr>
          <a:xfrm>
            <a:off x="0" y="197625"/>
            <a:ext cx="108027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s-ES" sz="3800" u="none" cap="none" strike="noStrike">
                <a:solidFill>
                  <a:schemeClr val="dk1"/>
                </a:solidFill>
                <a:latin typeface="Patrick Hand"/>
                <a:ea typeface="Patrick Hand"/>
                <a:cs typeface="Patrick Hand"/>
                <a:sym typeface="Patrick Hand"/>
              </a:rPr>
              <a:t>¿Qué suma representa?</a:t>
            </a:r>
            <a:endParaRPr b="0" i="0" sz="2200" u="none" cap="none" strike="noStrike">
              <a:solidFill>
                <a:srgbClr val="000000"/>
              </a:solidFill>
              <a:latin typeface="Arial"/>
              <a:ea typeface="Arial"/>
              <a:cs typeface="Arial"/>
              <a:sym typeface="Arial"/>
            </a:endParaRPr>
          </a:p>
        </p:txBody>
      </p:sp>
      <p:pic>
        <p:nvPicPr>
          <p:cNvPr id="252" name="Google Shape;252;g2601a83bd95_0_39"/>
          <p:cNvPicPr preferRelativeResize="0"/>
          <p:nvPr/>
        </p:nvPicPr>
        <p:blipFill rotWithShape="1">
          <a:blip r:embed="rId5">
            <a:alphaModFix/>
          </a:blip>
          <a:srcRect b="0" l="0" r="0" t="0"/>
          <a:stretch/>
        </p:blipFill>
        <p:spPr>
          <a:xfrm>
            <a:off x="4712986" y="1690825"/>
            <a:ext cx="613742" cy="429100"/>
          </a:xfrm>
          <a:prstGeom prst="rect">
            <a:avLst/>
          </a:prstGeom>
          <a:noFill/>
          <a:ln>
            <a:noFill/>
          </a:ln>
        </p:spPr>
      </p:pic>
      <p:pic>
        <p:nvPicPr>
          <p:cNvPr id="253" name="Google Shape;253;g2601a83bd95_0_39"/>
          <p:cNvPicPr preferRelativeResize="0"/>
          <p:nvPr/>
        </p:nvPicPr>
        <p:blipFill rotWithShape="1">
          <a:blip r:embed="rId5">
            <a:alphaModFix/>
          </a:blip>
          <a:srcRect b="0" l="0" r="0" t="0"/>
          <a:stretch/>
        </p:blipFill>
        <p:spPr>
          <a:xfrm>
            <a:off x="4703661" y="2105513"/>
            <a:ext cx="613742" cy="429100"/>
          </a:xfrm>
          <a:prstGeom prst="rect">
            <a:avLst/>
          </a:prstGeom>
          <a:noFill/>
          <a:ln>
            <a:noFill/>
          </a:ln>
        </p:spPr>
      </p:pic>
      <p:pic>
        <p:nvPicPr>
          <p:cNvPr id="254" name="Google Shape;254;g2601a83bd95_0_39"/>
          <p:cNvPicPr preferRelativeResize="0"/>
          <p:nvPr/>
        </p:nvPicPr>
        <p:blipFill rotWithShape="1">
          <a:blip r:embed="rId5">
            <a:alphaModFix/>
          </a:blip>
          <a:srcRect b="0" l="0" r="0" t="0"/>
          <a:stretch/>
        </p:blipFill>
        <p:spPr>
          <a:xfrm>
            <a:off x="4293661" y="2458413"/>
            <a:ext cx="613742" cy="429100"/>
          </a:xfrm>
          <a:prstGeom prst="rect">
            <a:avLst/>
          </a:prstGeom>
          <a:noFill/>
          <a:ln>
            <a:noFill/>
          </a:ln>
        </p:spPr>
      </p:pic>
      <p:pic>
        <p:nvPicPr>
          <p:cNvPr id="255" name="Google Shape;255;g2601a83bd95_0_39"/>
          <p:cNvPicPr preferRelativeResize="0"/>
          <p:nvPr/>
        </p:nvPicPr>
        <p:blipFill rotWithShape="1">
          <a:blip r:embed="rId5">
            <a:alphaModFix/>
          </a:blip>
          <a:srcRect b="0" l="0" r="0" t="0"/>
          <a:stretch/>
        </p:blipFill>
        <p:spPr>
          <a:xfrm>
            <a:off x="4301586" y="2896463"/>
            <a:ext cx="613742" cy="429100"/>
          </a:xfrm>
          <a:prstGeom prst="rect">
            <a:avLst/>
          </a:prstGeom>
          <a:noFill/>
          <a:ln>
            <a:noFill/>
          </a:ln>
        </p:spPr>
      </p:pic>
      <p:pic>
        <p:nvPicPr>
          <p:cNvPr id="256" name="Google Shape;256;g2601a83bd95_0_39"/>
          <p:cNvPicPr preferRelativeResize="0"/>
          <p:nvPr/>
        </p:nvPicPr>
        <p:blipFill rotWithShape="1">
          <a:blip r:embed="rId5">
            <a:alphaModFix/>
          </a:blip>
          <a:srcRect b="0" l="0" r="0" t="0"/>
          <a:stretch/>
        </p:blipFill>
        <p:spPr>
          <a:xfrm>
            <a:off x="4750874" y="2534613"/>
            <a:ext cx="613742" cy="429100"/>
          </a:xfrm>
          <a:prstGeom prst="rect">
            <a:avLst/>
          </a:prstGeom>
          <a:noFill/>
          <a:ln>
            <a:noFill/>
          </a:ln>
        </p:spPr>
      </p:pic>
      <p:pic>
        <p:nvPicPr>
          <p:cNvPr id="257" name="Google Shape;257;g2601a83bd95_0_39"/>
          <p:cNvPicPr preferRelativeResize="0"/>
          <p:nvPr/>
        </p:nvPicPr>
        <p:blipFill rotWithShape="1">
          <a:blip r:embed="rId4">
            <a:alphaModFix/>
          </a:blip>
          <a:srcRect b="0" l="0" r="0" t="0"/>
          <a:stretch/>
        </p:blipFill>
        <p:spPr>
          <a:xfrm>
            <a:off x="2665400" y="1581250"/>
            <a:ext cx="246800" cy="1794451"/>
          </a:xfrm>
          <a:prstGeom prst="rect">
            <a:avLst/>
          </a:prstGeom>
          <a:noFill/>
          <a:ln>
            <a:noFill/>
          </a:ln>
        </p:spPr>
      </p:pic>
      <p:sp>
        <p:nvSpPr>
          <p:cNvPr id="258" name="Google Shape;258;g2601a83bd95_0_39"/>
          <p:cNvSpPr txBox="1"/>
          <p:nvPr/>
        </p:nvSpPr>
        <p:spPr>
          <a:xfrm>
            <a:off x="2951725" y="8904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D           U</a:t>
            </a:r>
            <a:endParaRPr b="0" i="0" sz="1400" u="none" cap="none" strike="noStrike">
              <a:solidFill>
                <a:srgbClr val="000000"/>
              </a:solidFill>
              <a:latin typeface="Arial"/>
              <a:ea typeface="Arial"/>
              <a:cs typeface="Arial"/>
              <a:sym typeface="Arial"/>
            </a:endParaRPr>
          </a:p>
        </p:txBody>
      </p:sp>
      <p:cxnSp>
        <p:nvCxnSpPr>
          <p:cNvPr id="259" name="Google Shape;259;g2601a83bd95_0_39"/>
          <p:cNvCxnSpPr/>
          <p:nvPr/>
        </p:nvCxnSpPr>
        <p:spPr>
          <a:xfrm>
            <a:off x="4033075" y="1279200"/>
            <a:ext cx="17700" cy="3766500"/>
          </a:xfrm>
          <a:prstGeom prst="straightConnector1">
            <a:avLst/>
          </a:prstGeom>
          <a:noFill/>
          <a:ln cap="flat" cmpd="sng" w="9525">
            <a:solidFill>
              <a:srgbClr val="009287"/>
            </a:solidFill>
            <a:prstDash val="solid"/>
            <a:round/>
            <a:headEnd len="sm" w="sm" type="none"/>
            <a:tailEnd len="sm" w="sm" type="none"/>
          </a:ln>
        </p:spPr>
      </p:cxnSp>
      <p:cxnSp>
        <p:nvCxnSpPr>
          <p:cNvPr id="260" name="Google Shape;260;g2601a83bd95_0_39"/>
          <p:cNvCxnSpPr/>
          <p:nvPr/>
        </p:nvCxnSpPr>
        <p:spPr>
          <a:xfrm flipH="1" rot="10800000">
            <a:off x="2132025" y="4978400"/>
            <a:ext cx="3517800" cy="35400"/>
          </a:xfrm>
          <a:prstGeom prst="straightConnector1">
            <a:avLst/>
          </a:prstGeom>
          <a:noFill/>
          <a:ln cap="flat" cmpd="sng" w="9525">
            <a:solidFill>
              <a:srgbClr val="009287"/>
            </a:solidFill>
            <a:prstDash val="solid"/>
            <a:round/>
            <a:headEnd len="sm" w="sm" type="none"/>
            <a:tailEnd len="sm" w="sm" type="none"/>
          </a:ln>
        </p:spPr>
      </p:cxnSp>
      <p:cxnSp>
        <p:nvCxnSpPr>
          <p:cNvPr id="261" name="Google Shape;261;g2601a83bd95_0_39"/>
          <p:cNvCxnSpPr/>
          <p:nvPr/>
        </p:nvCxnSpPr>
        <p:spPr>
          <a:xfrm flipH="1">
            <a:off x="7906325" y="3304625"/>
            <a:ext cx="1456800" cy="17700"/>
          </a:xfrm>
          <a:prstGeom prst="straightConnector1">
            <a:avLst/>
          </a:prstGeom>
          <a:noFill/>
          <a:ln cap="flat" cmpd="sng" w="9525">
            <a:solidFill>
              <a:srgbClr val="009287"/>
            </a:solidFill>
            <a:prstDash val="solid"/>
            <a:round/>
            <a:headEnd len="sm" w="sm" type="none"/>
            <a:tailEnd len="sm" w="sm" type="none"/>
          </a:ln>
        </p:spPr>
      </p:cxnSp>
      <p:sp>
        <p:nvSpPr>
          <p:cNvPr id="262" name="Google Shape;262;g2601a83bd95_0_39"/>
          <p:cNvSpPr txBox="1"/>
          <p:nvPr/>
        </p:nvSpPr>
        <p:spPr>
          <a:xfrm>
            <a:off x="7853400" y="127920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D   U</a:t>
            </a:r>
            <a:endParaRPr b="0" i="0" sz="1400" u="none" cap="none" strike="noStrike">
              <a:solidFill>
                <a:srgbClr val="000000"/>
              </a:solidFill>
              <a:latin typeface="Arial"/>
              <a:ea typeface="Arial"/>
              <a:cs typeface="Arial"/>
              <a:sym typeface="Arial"/>
            </a:endParaRPr>
          </a:p>
        </p:txBody>
      </p:sp>
      <p:pic>
        <p:nvPicPr>
          <p:cNvPr id="263" name="Google Shape;263;g2601a83bd95_0_39"/>
          <p:cNvPicPr preferRelativeResize="0"/>
          <p:nvPr/>
        </p:nvPicPr>
        <p:blipFill rotWithShape="1">
          <a:blip r:embed="rId5">
            <a:alphaModFix/>
          </a:blip>
          <a:srcRect b="0" l="0" r="0" t="0"/>
          <a:stretch/>
        </p:blipFill>
        <p:spPr>
          <a:xfrm>
            <a:off x="4750874" y="2929563"/>
            <a:ext cx="613742" cy="429100"/>
          </a:xfrm>
          <a:prstGeom prst="rect">
            <a:avLst/>
          </a:prstGeom>
          <a:noFill/>
          <a:ln>
            <a:noFill/>
          </a:ln>
        </p:spPr>
      </p:pic>
      <p:pic>
        <p:nvPicPr>
          <p:cNvPr id="264" name="Google Shape;264;g2601a83bd95_0_39"/>
          <p:cNvPicPr preferRelativeResize="0"/>
          <p:nvPr/>
        </p:nvPicPr>
        <p:blipFill rotWithShape="1">
          <a:blip r:embed="rId5">
            <a:alphaModFix/>
          </a:blip>
          <a:srcRect b="0" l="0" r="0" t="0"/>
          <a:stretch/>
        </p:blipFill>
        <p:spPr>
          <a:xfrm>
            <a:off x="4301586" y="2010350"/>
            <a:ext cx="613742" cy="429100"/>
          </a:xfrm>
          <a:prstGeom prst="rect">
            <a:avLst/>
          </a:prstGeom>
          <a:noFill/>
          <a:ln>
            <a:noFill/>
          </a:ln>
        </p:spPr>
      </p:pic>
      <p:pic>
        <p:nvPicPr>
          <p:cNvPr id="265" name="Google Shape;265;g2601a83bd95_0_39"/>
          <p:cNvPicPr preferRelativeResize="0"/>
          <p:nvPr/>
        </p:nvPicPr>
        <p:blipFill rotWithShape="1">
          <a:blip r:embed="rId4">
            <a:alphaModFix/>
          </a:blip>
          <a:srcRect b="0" l="0" r="0" t="0"/>
          <a:stretch/>
        </p:blipFill>
        <p:spPr>
          <a:xfrm>
            <a:off x="2360600" y="1581250"/>
            <a:ext cx="246800" cy="1794451"/>
          </a:xfrm>
          <a:prstGeom prst="rect">
            <a:avLst/>
          </a:prstGeom>
          <a:noFill/>
          <a:ln>
            <a:noFill/>
          </a:ln>
        </p:spPr>
      </p:pic>
      <p:pic>
        <p:nvPicPr>
          <p:cNvPr id="266" name="Google Shape;266;g2601a83bd95_0_39"/>
          <p:cNvPicPr preferRelativeResize="0"/>
          <p:nvPr/>
        </p:nvPicPr>
        <p:blipFill rotWithShape="1">
          <a:blip r:embed="rId4">
            <a:alphaModFix/>
          </a:blip>
          <a:srcRect b="0" l="0" r="0" t="0"/>
          <a:stretch/>
        </p:blipFill>
        <p:spPr>
          <a:xfrm>
            <a:off x="3275000" y="1581250"/>
            <a:ext cx="246800" cy="1794451"/>
          </a:xfrm>
          <a:prstGeom prst="rect">
            <a:avLst/>
          </a:prstGeom>
          <a:noFill/>
          <a:ln>
            <a:noFill/>
          </a:ln>
        </p:spPr>
      </p:pic>
      <p:sp>
        <p:nvSpPr>
          <p:cNvPr id="267" name="Google Shape;267;g2601a83bd95_0_39"/>
          <p:cNvSpPr txBox="1"/>
          <p:nvPr/>
        </p:nvSpPr>
        <p:spPr>
          <a:xfrm>
            <a:off x="102700" y="1581250"/>
            <a:ext cx="15903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¿Qué n° es este?</a:t>
            </a:r>
            <a:endParaRPr b="0" i="0" sz="1600" u="none" cap="none" strike="noStrike">
              <a:solidFill>
                <a:srgbClr val="000000"/>
              </a:solidFill>
              <a:latin typeface="Arial"/>
              <a:ea typeface="Arial"/>
              <a:cs typeface="Arial"/>
              <a:sym typeface="Arial"/>
            </a:endParaRPr>
          </a:p>
        </p:txBody>
      </p:sp>
      <p:cxnSp>
        <p:nvCxnSpPr>
          <p:cNvPr id="268" name="Google Shape;268;g2601a83bd95_0_39"/>
          <p:cNvCxnSpPr/>
          <p:nvPr/>
        </p:nvCxnSpPr>
        <p:spPr>
          <a:xfrm>
            <a:off x="1314750" y="2167550"/>
            <a:ext cx="852900" cy="0"/>
          </a:xfrm>
          <a:prstGeom prst="straightConnector1">
            <a:avLst/>
          </a:prstGeom>
          <a:noFill/>
          <a:ln cap="flat" cmpd="sng" w="28575">
            <a:solidFill>
              <a:srgbClr val="009287"/>
            </a:solidFill>
            <a:prstDash val="solid"/>
            <a:round/>
            <a:headEnd len="sm" w="sm" type="none"/>
            <a:tailEnd len="med" w="med" type="triangle"/>
          </a:ln>
        </p:spPr>
      </p:cxnSp>
      <p:pic>
        <p:nvPicPr>
          <p:cNvPr id="269" name="Google Shape;269;g2601a83bd95_0_39"/>
          <p:cNvPicPr preferRelativeResize="0"/>
          <p:nvPr/>
        </p:nvPicPr>
        <p:blipFill rotWithShape="1">
          <a:blip r:embed="rId5">
            <a:alphaModFix/>
          </a:blip>
          <a:srcRect b="0" l="0" r="0" t="0"/>
          <a:stretch/>
        </p:blipFill>
        <p:spPr>
          <a:xfrm>
            <a:off x="4301586" y="3351450"/>
            <a:ext cx="613742" cy="429100"/>
          </a:xfrm>
          <a:prstGeom prst="rect">
            <a:avLst/>
          </a:prstGeom>
          <a:noFill/>
          <a:ln>
            <a:noFill/>
          </a:ln>
        </p:spPr>
      </p:pic>
      <p:cxnSp>
        <p:nvCxnSpPr>
          <p:cNvPr id="270" name="Google Shape;270;g2601a83bd95_0_39"/>
          <p:cNvCxnSpPr/>
          <p:nvPr/>
        </p:nvCxnSpPr>
        <p:spPr>
          <a:xfrm>
            <a:off x="4257250" y="1545625"/>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71" name="Google Shape;271;g2601a83bd95_0_39"/>
          <p:cNvCxnSpPr/>
          <p:nvPr/>
        </p:nvCxnSpPr>
        <p:spPr>
          <a:xfrm>
            <a:off x="4714450" y="1621825"/>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72" name="Google Shape;272;g2601a83bd95_0_39"/>
          <p:cNvCxnSpPr/>
          <p:nvPr/>
        </p:nvCxnSpPr>
        <p:spPr>
          <a:xfrm>
            <a:off x="4257250" y="1926625"/>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73" name="Google Shape;273;g2601a83bd95_0_39"/>
          <p:cNvCxnSpPr/>
          <p:nvPr/>
        </p:nvCxnSpPr>
        <p:spPr>
          <a:xfrm>
            <a:off x="4714450" y="2002825"/>
            <a:ext cx="568200" cy="491400"/>
          </a:xfrm>
          <a:prstGeom prst="straightConnector1">
            <a:avLst/>
          </a:prstGeom>
          <a:noFill/>
          <a:ln cap="flat" cmpd="sng" w="28575">
            <a:solidFill>
              <a:srgbClr val="009287"/>
            </a:solidFill>
            <a:prstDash val="solid"/>
            <a:round/>
            <a:headEnd len="sm" w="sm" type="none"/>
            <a:tailEnd len="sm" w="sm" type="none"/>
          </a:ln>
        </p:spPr>
      </p:cxnSp>
      <p:cxnSp>
        <p:nvCxnSpPr>
          <p:cNvPr id="274" name="Google Shape;274;g2601a83bd95_0_39"/>
          <p:cNvCxnSpPr/>
          <p:nvPr/>
        </p:nvCxnSpPr>
        <p:spPr>
          <a:xfrm>
            <a:off x="4257250" y="2383825"/>
            <a:ext cx="568200" cy="491400"/>
          </a:xfrm>
          <a:prstGeom prst="straightConnector1">
            <a:avLst/>
          </a:prstGeom>
          <a:noFill/>
          <a:ln cap="flat" cmpd="sng" w="28575">
            <a:solidFill>
              <a:srgbClr val="009287"/>
            </a:solidFill>
            <a:prstDash val="solid"/>
            <a:round/>
            <a:headEnd len="sm" w="sm" type="none"/>
            <a:tailEnd len="sm" w="sm" type="none"/>
          </a:ln>
        </p:spPr>
      </p:cxnSp>
      <p:sp>
        <p:nvSpPr>
          <p:cNvPr id="275" name="Google Shape;275;g2601a83bd95_0_39"/>
          <p:cNvSpPr txBox="1"/>
          <p:nvPr/>
        </p:nvSpPr>
        <p:spPr>
          <a:xfrm>
            <a:off x="7541250" y="2010350"/>
            <a:ext cx="2253300" cy="20319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4  9</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5</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4  4</a:t>
            </a:r>
            <a:endParaRPr b="0" i="0" sz="4000" u="none" cap="none" strike="noStrike">
              <a:solidFill>
                <a:schemeClr val="dk1"/>
              </a:solidFill>
              <a:latin typeface="Patrick Hand"/>
              <a:ea typeface="Patrick Hand"/>
              <a:cs typeface="Patrick Hand"/>
              <a:sym typeface="Patrick Hand"/>
            </a:endParaRPr>
          </a:p>
        </p:txBody>
      </p:sp>
      <p:sp>
        <p:nvSpPr>
          <p:cNvPr id="276" name="Google Shape;276;g2601a83bd95_0_39"/>
          <p:cNvSpPr txBox="1"/>
          <p:nvPr/>
        </p:nvSpPr>
        <p:spPr>
          <a:xfrm>
            <a:off x="2682775" y="505460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4d         4u</a:t>
            </a:r>
            <a:endParaRPr b="0" i="0" sz="1400" u="none" cap="none" strike="noStrike">
              <a:solidFill>
                <a:srgbClr val="000000"/>
              </a:solidFill>
              <a:latin typeface="Arial"/>
              <a:ea typeface="Arial"/>
              <a:cs typeface="Arial"/>
              <a:sym typeface="Arial"/>
            </a:endParaRPr>
          </a:p>
        </p:txBody>
      </p:sp>
      <p:pic>
        <p:nvPicPr>
          <p:cNvPr id="277" name="Google Shape;277;g2601a83bd95_0_39"/>
          <p:cNvPicPr preferRelativeResize="0"/>
          <p:nvPr/>
        </p:nvPicPr>
        <p:blipFill>
          <a:blip r:embed="rId6">
            <a:alphaModFix/>
          </a:blip>
          <a:stretch>
            <a:fillRect/>
          </a:stretch>
        </p:blipFill>
        <p:spPr>
          <a:xfrm>
            <a:off x="11003875" y="5181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2601a83bd95_0_7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83" name="Google Shape;283;g2601a83bd95_0_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84" name="Google Shape;284;g2601a83bd95_0_78"/>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85" name="Google Shape;285;g2601a83bd95_0_78"/>
          <p:cNvSpPr txBox="1"/>
          <p:nvPr/>
        </p:nvSpPr>
        <p:spPr>
          <a:xfrm>
            <a:off x="1246850" y="1903775"/>
            <a:ext cx="2253300" cy="20319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5  8</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3</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5  5</a:t>
            </a:r>
            <a:endParaRPr b="0" i="0" sz="4000" u="none" cap="none" strike="noStrike">
              <a:solidFill>
                <a:schemeClr val="dk1"/>
              </a:solidFill>
              <a:latin typeface="Patrick Hand"/>
              <a:ea typeface="Patrick Hand"/>
              <a:cs typeface="Patrick Hand"/>
              <a:sym typeface="Patrick Hand"/>
            </a:endParaRPr>
          </a:p>
        </p:txBody>
      </p:sp>
      <p:sp>
        <p:nvSpPr>
          <p:cNvPr id="286" name="Google Shape;286;g2601a83bd95_0_78"/>
          <p:cNvSpPr txBox="1"/>
          <p:nvPr/>
        </p:nvSpPr>
        <p:spPr>
          <a:xfrm>
            <a:off x="1385825" y="319975"/>
            <a:ext cx="10802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Resta de n° con dos dígitos con n° de 1 dígito.</a:t>
            </a:r>
            <a:endParaRPr b="0" i="0" sz="2400" u="none" cap="none" strike="noStrike">
              <a:solidFill>
                <a:srgbClr val="000000"/>
              </a:solidFill>
              <a:latin typeface="Arial"/>
              <a:ea typeface="Arial"/>
              <a:cs typeface="Arial"/>
              <a:sym typeface="Arial"/>
            </a:endParaRPr>
          </a:p>
        </p:txBody>
      </p:sp>
      <p:sp>
        <p:nvSpPr>
          <p:cNvPr id="287" name="Google Shape;287;g2601a83bd95_0_78"/>
          <p:cNvSpPr txBox="1"/>
          <p:nvPr/>
        </p:nvSpPr>
        <p:spPr>
          <a:xfrm>
            <a:off x="4625225" y="1690825"/>
            <a:ext cx="6586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unidades. En este caso 8 - 3 = 5. Escribo el 5 bajo las unidades. </a:t>
            </a:r>
            <a:endParaRPr b="0" i="0" sz="2900" u="none" cap="none" strike="noStrike">
              <a:solidFill>
                <a:schemeClr val="dk1"/>
              </a:solidFill>
              <a:latin typeface="Patrick Hand"/>
              <a:ea typeface="Patrick Hand"/>
              <a:cs typeface="Patrick Hand"/>
              <a:sym typeface="Patrick Hand"/>
            </a:endParaRPr>
          </a:p>
        </p:txBody>
      </p:sp>
      <p:sp>
        <p:nvSpPr>
          <p:cNvPr id="288" name="Google Shape;288;g2601a83bd95_0_78"/>
          <p:cNvSpPr txBox="1"/>
          <p:nvPr/>
        </p:nvSpPr>
        <p:spPr>
          <a:xfrm>
            <a:off x="4767300" y="2945275"/>
            <a:ext cx="6586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resto las decenas, en este caso 5 - 0 = 5. Escribo el 5 bajo las decenas. </a:t>
            </a:r>
            <a:endParaRPr b="0" i="0" sz="2900" u="none" cap="none" strike="noStrike">
              <a:solidFill>
                <a:schemeClr val="dk1"/>
              </a:solidFill>
              <a:latin typeface="Patrick Hand"/>
              <a:ea typeface="Patrick Hand"/>
              <a:cs typeface="Patrick Hand"/>
              <a:sym typeface="Patrick Hand"/>
            </a:endParaRPr>
          </a:p>
        </p:txBody>
      </p:sp>
      <p:sp>
        <p:nvSpPr>
          <p:cNvPr id="289" name="Google Shape;289;g2601a83bd95_0_78"/>
          <p:cNvSpPr txBox="1"/>
          <p:nvPr/>
        </p:nvSpPr>
        <p:spPr>
          <a:xfrm>
            <a:off x="4825725" y="4199725"/>
            <a:ext cx="65865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Obtengo el resultado</a:t>
            </a:r>
            <a:endParaRPr b="0" i="0" sz="2900" u="none" cap="none" strike="noStrike">
              <a:solidFill>
                <a:schemeClr val="dk1"/>
              </a:solidFill>
              <a:latin typeface="Patrick Hand"/>
              <a:ea typeface="Patrick Hand"/>
              <a:cs typeface="Patrick Hand"/>
              <a:sym typeface="Patrick Hand"/>
            </a:endParaRPr>
          </a:p>
        </p:txBody>
      </p:sp>
      <p:sp>
        <p:nvSpPr>
          <p:cNvPr id="290" name="Google Shape;290;g2601a83bd95_0_78"/>
          <p:cNvSpPr/>
          <p:nvPr/>
        </p:nvSpPr>
        <p:spPr>
          <a:xfrm>
            <a:off x="4011425" y="19630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91" name="Google Shape;291;g2601a83bd95_0_78"/>
          <p:cNvSpPr/>
          <p:nvPr/>
        </p:nvSpPr>
        <p:spPr>
          <a:xfrm>
            <a:off x="4011425" y="31617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292" name="Google Shape;292;g2601a83bd95_0_78"/>
          <p:cNvSpPr/>
          <p:nvPr/>
        </p:nvSpPr>
        <p:spPr>
          <a:xfrm>
            <a:off x="4011425" y="43603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cxnSp>
        <p:nvCxnSpPr>
          <p:cNvPr id="293" name="Google Shape;293;g2601a83bd95_0_78"/>
          <p:cNvCxnSpPr/>
          <p:nvPr/>
        </p:nvCxnSpPr>
        <p:spPr>
          <a:xfrm>
            <a:off x="1599025" y="3180275"/>
            <a:ext cx="1332600" cy="17700"/>
          </a:xfrm>
          <a:prstGeom prst="straightConnector1">
            <a:avLst/>
          </a:prstGeom>
          <a:noFill/>
          <a:ln cap="flat" cmpd="sng" w="9525">
            <a:solidFill>
              <a:schemeClr val="dk1"/>
            </a:solidFill>
            <a:prstDash val="solid"/>
            <a:round/>
            <a:headEnd len="sm" w="sm" type="none"/>
            <a:tailEnd len="sm" w="sm" type="none"/>
          </a:ln>
        </p:spPr>
      </p:cxnSp>
      <p:pic>
        <p:nvPicPr>
          <p:cNvPr id="294" name="Google Shape;294;g2601a83bd95_0_78"/>
          <p:cNvPicPr preferRelativeResize="0"/>
          <p:nvPr/>
        </p:nvPicPr>
        <p:blipFill>
          <a:blip r:embed="rId4">
            <a:alphaModFix/>
          </a:blip>
          <a:stretch>
            <a:fillRect/>
          </a:stretch>
        </p:blipFill>
        <p:spPr>
          <a:xfrm>
            <a:off x="11003875" y="5181387"/>
            <a:ext cx="975700" cy="10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00" name="Google Shape;300;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01" name="Google Shape;301;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02" name="Google Shape;302;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03" name="Google Shape;303;g2601a83bd95_0_93"/>
          <p:cNvSpPr txBox="1"/>
          <p:nvPr/>
        </p:nvSpPr>
        <p:spPr>
          <a:xfrm>
            <a:off x="99225" y="890425"/>
            <a:ext cx="10515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a:t>
            </a:r>
            <a:endParaRPr b="0" i="0" sz="400" u="none" cap="none" strike="noStrike">
              <a:solidFill>
                <a:srgbClr val="000000"/>
              </a:solidFill>
              <a:latin typeface="Arial"/>
              <a:ea typeface="Arial"/>
              <a:cs typeface="Arial"/>
              <a:sym typeface="Arial"/>
            </a:endParaRPr>
          </a:p>
        </p:txBody>
      </p:sp>
      <p:sp>
        <p:nvSpPr>
          <p:cNvPr id="304" name="Google Shape;304;g2601a83bd95_0_93"/>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7   4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2</a:t>
            </a:r>
            <a:endParaRPr b="0" i="0" sz="3400" u="none" cap="none" strike="noStrike">
              <a:solidFill>
                <a:srgbClr val="000000"/>
              </a:solidFill>
              <a:latin typeface="Patrick Hand"/>
              <a:ea typeface="Patrick Hand"/>
              <a:cs typeface="Patrick Hand"/>
              <a:sym typeface="Patrick Hand"/>
            </a:endParaRPr>
          </a:p>
        </p:txBody>
      </p:sp>
      <p:sp>
        <p:nvSpPr>
          <p:cNvPr id="305" name="Google Shape;305;g2601a83bd95_0_93"/>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7</a:t>
            </a:r>
            <a:endParaRPr b="0" i="0" sz="3400" u="none" cap="none" strike="noStrike">
              <a:solidFill>
                <a:srgbClr val="000000"/>
              </a:solidFill>
              <a:latin typeface="Patrick Hand"/>
              <a:ea typeface="Patrick Hand"/>
              <a:cs typeface="Patrick Hand"/>
              <a:sym typeface="Patrick Hand"/>
            </a:endParaRPr>
          </a:p>
        </p:txBody>
      </p:sp>
      <p:sp>
        <p:nvSpPr>
          <p:cNvPr id="306" name="Google Shape;306;g2601a83bd95_0_93"/>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8   5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5</a:t>
            </a:r>
            <a:endParaRPr b="0" i="0" sz="3400" u="none" cap="none" strike="noStrike">
              <a:solidFill>
                <a:srgbClr val="000000"/>
              </a:solidFill>
              <a:latin typeface="Patrick Hand"/>
              <a:ea typeface="Patrick Hand"/>
              <a:cs typeface="Patrick Hand"/>
              <a:sym typeface="Patrick Hand"/>
            </a:endParaRPr>
          </a:p>
        </p:txBody>
      </p:sp>
      <p:sp>
        <p:nvSpPr>
          <p:cNvPr id="307" name="Google Shape;307;g2601a83bd95_0_93"/>
          <p:cNvSpPr txBox="1"/>
          <p:nvPr/>
        </p:nvSpPr>
        <p:spPr>
          <a:xfrm>
            <a:off x="1860750" y="3987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2</a:t>
            </a:r>
            <a:endParaRPr b="0" i="0" sz="3400" u="none" cap="none" strike="noStrike">
              <a:solidFill>
                <a:srgbClr val="000000"/>
              </a:solidFill>
              <a:latin typeface="Patrick Hand"/>
              <a:ea typeface="Patrick Hand"/>
              <a:cs typeface="Patrick Hand"/>
              <a:sym typeface="Patrick Hand"/>
            </a:endParaRPr>
          </a:p>
        </p:txBody>
      </p:sp>
      <p:sp>
        <p:nvSpPr>
          <p:cNvPr id="308" name="Google Shape;308;g2601a83bd95_0_93"/>
          <p:cNvSpPr txBox="1"/>
          <p:nvPr/>
        </p:nvSpPr>
        <p:spPr>
          <a:xfrm>
            <a:off x="5038275"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6   7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4</a:t>
            </a:r>
            <a:endParaRPr b="0" i="0" sz="3400" u="none" cap="none" strike="noStrike">
              <a:solidFill>
                <a:srgbClr val="000000"/>
              </a:solidFill>
              <a:latin typeface="Patrick Hand"/>
              <a:ea typeface="Patrick Hand"/>
              <a:cs typeface="Patrick Hand"/>
              <a:sym typeface="Patrick Hand"/>
            </a:endParaRPr>
          </a:p>
        </p:txBody>
      </p:sp>
      <p:sp>
        <p:nvSpPr>
          <p:cNvPr id="309" name="Google Shape;309;g2601a83bd95_0_93"/>
          <p:cNvSpPr txBox="1"/>
          <p:nvPr/>
        </p:nvSpPr>
        <p:spPr>
          <a:xfrm>
            <a:off x="8584150"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2   8</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2</a:t>
            </a:r>
            <a:endParaRPr b="0" i="0" sz="3400" u="none" cap="none" strike="noStrike">
              <a:solidFill>
                <a:srgbClr val="000000"/>
              </a:solidFill>
              <a:latin typeface="Patrick Hand"/>
              <a:ea typeface="Patrick Hand"/>
              <a:cs typeface="Patrick Hand"/>
              <a:sym typeface="Patrick Hand"/>
            </a:endParaRPr>
          </a:p>
        </p:txBody>
      </p:sp>
      <p:sp>
        <p:nvSpPr>
          <p:cNvPr id="310" name="Google Shape;310;g2601a83bd95_0_93"/>
          <p:cNvSpPr txBox="1"/>
          <p:nvPr/>
        </p:nvSpPr>
        <p:spPr>
          <a:xfrm>
            <a:off x="23299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7   2</a:t>
            </a:r>
            <a:endParaRPr b="0" i="0" sz="1400" u="none" cap="none" strike="noStrike">
              <a:solidFill>
                <a:srgbClr val="000000"/>
              </a:solidFill>
              <a:latin typeface="Arial"/>
              <a:ea typeface="Arial"/>
              <a:cs typeface="Arial"/>
              <a:sym typeface="Arial"/>
            </a:endParaRPr>
          </a:p>
        </p:txBody>
      </p:sp>
      <p:sp>
        <p:nvSpPr>
          <p:cNvPr id="311" name="Google Shape;311;g2601a83bd95_0_93"/>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5   2</a:t>
            </a:r>
            <a:endParaRPr b="0" i="0" sz="1400" u="none" cap="none" strike="noStrike">
              <a:solidFill>
                <a:srgbClr val="000000"/>
              </a:solidFill>
              <a:latin typeface="Arial"/>
              <a:ea typeface="Arial"/>
              <a:cs typeface="Arial"/>
              <a:sym typeface="Arial"/>
            </a:endParaRPr>
          </a:p>
        </p:txBody>
      </p:sp>
      <p:cxnSp>
        <p:nvCxnSpPr>
          <p:cNvPr id="312" name="Google Shape;312;g2601a83bd95_0_93"/>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13" name="Google Shape;313;g2601a83bd95_0_93"/>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14" name="Google Shape;314;g2601a83bd95_0_93"/>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15" name="Google Shape;315;g2601a83bd95_0_93"/>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8   0</a:t>
            </a:r>
            <a:endParaRPr b="0" i="0" sz="1400" u="none" cap="none" strike="noStrike">
              <a:solidFill>
                <a:srgbClr val="000000"/>
              </a:solidFill>
              <a:latin typeface="Arial"/>
              <a:ea typeface="Arial"/>
              <a:cs typeface="Arial"/>
              <a:sym typeface="Arial"/>
            </a:endParaRPr>
          </a:p>
        </p:txBody>
      </p:sp>
      <p:cxnSp>
        <p:nvCxnSpPr>
          <p:cNvPr id="316" name="Google Shape;316;g2601a83bd95_0_93"/>
          <p:cNvCxnSpPr/>
          <p:nvPr/>
        </p:nvCxnSpPr>
        <p:spPr>
          <a:xfrm>
            <a:off x="8959625" y="5176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17" name="Google Shape;317;g2601a83bd95_0_93"/>
          <p:cNvCxnSpPr/>
          <p:nvPr/>
        </p:nvCxnSpPr>
        <p:spPr>
          <a:xfrm>
            <a:off x="5302025" y="5253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18" name="Google Shape;318;g2601a83bd95_0_93"/>
          <p:cNvCxnSpPr/>
          <p:nvPr/>
        </p:nvCxnSpPr>
        <p:spPr>
          <a:xfrm>
            <a:off x="2101625" y="5253050"/>
            <a:ext cx="1172700" cy="0"/>
          </a:xfrm>
          <a:prstGeom prst="straightConnector1">
            <a:avLst/>
          </a:prstGeom>
          <a:noFill/>
          <a:ln cap="flat" cmpd="sng" w="9525">
            <a:solidFill>
              <a:schemeClr val="dk1"/>
            </a:solidFill>
            <a:prstDash val="solid"/>
            <a:round/>
            <a:headEnd len="sm" w="sm" type="none"/>
            <a:tailEnd len="sm" w="sm" type="none"/>
          </a:ln>
        </p:spPr>
      </p:cxnSp>
      <p:sp>
        <p:nvSpPr>
          <p:cNvPr id="319" name="Google Shape;319;g2601a83bd95_0_93"/>
          <p:cNvSpPr txBox="1"/>
          <p:nvPr/>
        </p:nvSpPr>
        <p:spPr>
          <a:xfrm>
            <a:off x="8972225"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2   6</a:t>
            </a:r>
            <a:endParaRPr b="0" i="0" sz="1400" u="none" cap="none" strike="noStrike">
              <a:solidFill>
                <a:srgbClr val="000000"/>
              </a:solidFill>
              <a:latin typeface="Arial"/>
              <a:ea typeface="Arial"/>
              <a:cs typeface="Arial"/>
              <a:sym typeface="Arial"/>
            </a:endParaRPr>
          </a:p>
        </p:txBody>
      </p:sp>
      <p:sp>
        <p:nvSpPr>
          <p:cNvPr id="320" name="Google Shape;320;g2601a83bd95_0_93"/>
          <p:cNvSpPr txBox="1"/>
          <p:nvPr/>
        </p:nvSpPr>
        <p:spPr>
          <a:xfrm>
            <a:off x="5314625"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6    3</a:t>
            </a:r>
            <a:endParaRPr b="0" i="0" sz="1400" u="none" cap="none" strike="noStrike">
              <a:solidFill>
                <a:srgbClr val="000000"/>
              </a:solidFill>
              <a:latin typeface="Arial"/>
              <a:ea typeface="Arial"/>
              <a:cs typeface="Arial"/>
              <a:sym typeface="Arial"/>
            </a:endParaRPr>
          </a:p>
        </p:txBody>
      </p:sp>
      <p:sp>
        <p:nvSpPr>
          <p:cNvPr id="321" name="Google Shape;321;g2601a83bd95_0_93"/>
          <p:cNvSpPr txBox="1"/>
          <p:nvPr/>
        </p:nvSpPr>
        <p:spPr>
          <a:xfrm>
            <a:off x="2197500"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5    4</a:t>
            </a:r>
            <a:endParaRPr b="0" i="0" sz="1400" u="none" cap="none" strike="noStrike">
              <a:solidFill>
                <a:srgbClr val="000000"/>
              </a:solidFill>
              <a:latin typeface="Arial"/>
              <a:ea typeface="Arial"/>
              <a:cs typeface="Arial"/>
              <a:sym typeface="Arial"/>
            </a:endParaRPr>
          </a:p>
        </p:txBody>
      </p:sp>
      <p:pic>
        <p:nvPicPr>
          <p:cNvPr id="322" name="Google Shape;322;g2601a83bd95_0_93"/>
          <p:cNvPicPr preferRelativeResize="0"/>
          <p:nvPr/>
        </p:nvPicPr>
        <p:blipFill>
          <a:blip r:embed="rId4">
            <a:alphaModFix/>
          </a:blip>
          <a:stretch>
            <a:fillRect/>
          </a:stretch>
        </p:blipFill>
        <p:spPr>
          <a:xfrm>
            <a:off x="11003875" y="5181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267a9527f22_0_5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28" name="Google Shape;328;g267a9527f22_0_5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29" name="Google Shape;329;g267a9527f22_0_51"/>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30" name="Google Shape;330;g267a9527f22_0_51"/>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31" name="Google Shape;331;g267a9527f22_0_51"/>
          <p:cNvSpPr txBox="1"/>
          <p:nvPr/>
        </p:nvSpPr>
        <p:spPr>
          <a:xfrm>
            <a:off x="99225" y="890425"/>
            <a:ext cx="10515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a:t>
            </a:r>
            <a:endParaRPr b="0" i="0" sz="400" u="none" cap="none" strike="noStrike">
              <a:solidFill>
                <a:srgbClr val="000000"/>
              </a:solidFill>
              <a:latin typeface="Arial"/>
              <a:ea typeface="Arial"/>
              <a:cs typeface="Arial"/>
              <a:sym typeface="Arial"/>
            </a:endParaRPr>
          </a:p>
        </p:txBody>
      </p:sp>
      <p:sp>
        <p:nvSpPr>
          <p:cNvPr id="332" name="Google Shape;332;g267a9527f22_0_51"/>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8</a:t>
            </a:r>
            <a:endParaRPr b="0" i="0" sz="3400" u="none" cap="none" strike="noStrike">
              <a:solidFill>
                <a:srgbClr val="000000"/>
              </a:solidFill>
              <a:latin typeface="Patrick Hand"/>
              <a:ea typeface="Patrick Hand"/>
              <a:cs typeface="Patrick Hand"/>
              <a:sym typeface="Patrick Hand"/>
            </a:endParaRPr>
          </a:p>
        </p:txBody>
      </p:sp>
      <p:sp>
        <p:nvSpPr>
          <p:cNvPr id="333" name="Google Shape;333;g267a9527f22_0_51"/>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6</a:t>
            </a:r>
            <a:endParaRPr b="0" i="0" sz="3400" u="none" cap="none" strike="noStrike">
              <a:solidFill>
                <a:srgbClr val="000000"/>
              </a:solidFill>
              <a:latin typeface="Patrick Hand"/>
              <a:ea typeface="Patrick Hand"/>
              <a:cs typeface="Patrick Hand"/>
              <a:sym typeface="Patrick Hand"/>
            </a:endParaRPr>
          </a:p>
        </p:txBody>
      </p:sp>
      <p:sp>
        <p:nvSpPr>
          <p:cNvPr id="334" name="Google Shape;334;g267a9527f22_0_51"/>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7   7</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5</a:t>
            </a:r>
            <a:endParaRPr b="0" i="0" sz="3400" u="none" cap="none" strike="noStrike">
              <a:solidFill>
                <a:srgbClr val="000000"/>
              </a:solidFill>
              <a:latin typeface="Patrick Hand"/>
              <a:ea typeface="Patrick Hand"/>
              <a:cs typeface="Patrick Hand"/>
              <a:sym typeface="Patrick Hand"/>
            </a:endParaRPr>
          </a:p>
        </p:txBody>
      </p:sp>
      <p:sp>
        <p:nvSpPr>
          <p:cNvPr id="335" name="Google Shape;335;g267a9527f22_0_51"/>
          <p:cNvSpPr txBox="1"/>
          <p:nvPr/>
        </p:nvSpPr>
        <p:spPr>
          <a:xfrm>
            <a:off x="1860750" y="3987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3</a:t>
            </a:r>
            <a:endParaRPr b="0" i="0" sz="3400" u="none" cap="none" strike="noStrike">
              <a:solidFill>
                <a:srgbClr val="000000"/>
              </a:solidFill>
              <a:latin typeface="Patrick Hand"/>
              <a:ea typeface="Patrick Hand"/>
              <a:cs typeface="Patrick Hand"/>
              <a:sym typeface="Patrick Hand"/>
            </a:endParaRPr>
          </a:p>
        </p:txBody>
      </p:sp>
      <p:sp>
        <p:nvSpPr>
          <p:cNvPr id="336" name="Google Shape;336;g267a9527f22_0_51"/>
          <p:cNvSpPr txBox="1"/>
          <p:nvPr/>
        </p:nvSpPr>
        <p:spPr>
          <a:xfrm>
            <a:off x="5038275"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2   5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4</a:t>
            </a:r>
            <a:endParaRPr b="0" i="0" sz="3400" u="none" cap="none" strike="noStrike">
              <a:solidFill>
                <a:srgbClr val="000000"/>
              </a:solidFill>
              <a:latin typeface="Patrick Hand"/>
              <a:ea typeface="Patrick Hand"/>
              <a:cs typeface="Patrick Hand"/>
              <a:sym typeface="Patrick Hand"/>
            </a:endParaRPr>
          </a:p>
        </p:txBody>
      </p:sp>
      <p:sp>
        <p:nvSpPr>
          <p:cNvPr id="337" name="Google Shape;337;g267a9527f22_0_51"/>
          <p:cNvSpPr txBox="1"/>
          <p:nvPr/>
        </p:nvSpPr>
        <p:spPr>
          <a:xfrm>
            <a:off x="8584150"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3   8</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7</a:t>
            </a:r>
            <a:endParaRPr b="0" i="0" sz="3400" u="none" cap="none" strike="noStrike">
              <a:solidFill>
                <a:srgbClr val="000000"/>
              </a:solidFill>
              <a:latin typeface="Patrick Hand"/>
              <a:ea typeface="Patrick Hand"/>
              <a:cs typeface="Patrick Hand"/>
              <a:sym typeface="Patrick Hand"/>
            </a:endParaRPr>
          </a:p>
        </p:txBody>
      </p:sp>
      <p:sp>
        <p:nvSpPr>
          <p:cNvPr id="338" name="Google Shape;338;g267a9527f22_0_51"/>
          <p:cNvSpPr txBox="1"/>
          <p:nvPr/>
        </p:nvSpPr>
        <p:spPr>
          <a:xfrm>
            <a:off x="23299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9   1</a:t>
            </a:r>
            <a:endParaRPr b="0" i="0" sz="1400" u="none" cap="none" strike="noStrike">
              <a:solidFill>
                <a:srgbClr val="000000"/>
              </a:solidFill>
              <a:latin typeface="Arial"/>
              <a:ea typeface="Arial"/>
              <a:cs typeface="Arial"/>
              <a:sym typeface="Arial"/>
            </a:endParaRPr>
          </a:p>
        </p:txBody>
      </p:sp>
      <p:sp>
        <p:nvSpPr>
          <p:cNvPr id="339" name="Google Shape;339;g267a9527f22_0_51"/>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4   0</a:t>
            </a:r>
            <a:endParaRPr b="0" i="0" sz="1400" u="none" cap="none" strike="noStrike">
              <a:solidFill>
                <a:srgbClr val="000000"/>
              </a:solidFill>
              <a:latin typeface="Arial"/>
              <a:ea typeface="Arial"/>
              <a:cs typeface="Arial"/>
              <a:sym typeface="Arial"/>
            </a:endParaRPr>
          </a:p>
        </p:txBody>
      </p:sp>
      <p:cxnSp>
        <p:nvCxnSpPr>
          <p:cNvPr id="340" name="Google Shape;340;g267a9527f22_0_51"/>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1" name="Google Shape;341;g267a9527f22_0_51"/>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2" name="Google Shape;342;g267a9527f22_0_51"/>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43" name="Google Shape;343;g267a9527f22_0_51"/>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7   2</a:t>
            </a:r>
            <a:endParaRPr b="0" i="0" sz="1400" u="none" cap="none" strike="noStrike">
              <a:solidFill>
                <a:srgbClr val="000000"/>
              </a:solidFill>
              <a:latin typeface="Arial"/>
              <a:ea typeface="Arial"/>
              <a:cs typeface="Arial"/>
              <a:sym typeface="Arial"/>
            </a:endParaRPr>
          </a:p>
        </p:txBody>
      </p:sp>
      <p:cxnSp>
        <p:nvCxnSpPr>
          <p:cNvPr id="344" name="Google Shape;344;g267a9527f22_0_51"/>
          <p:cNvCxnSpPr/>
          <p:nvPr/>
        </p:nvCxnSpPr>
        <p:spPr>
          <a:xfrm>
            <a:off x="8959625" y="5176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5" name="Google Shape;345;g267a9527f22_0_51"/>
          <p:cNvCxnSpPr/>
          <p:nvPr/>
        </p:nvCxnSpPr>
        <p:spPr>
          <a:xfrm>
            <a:off x="5302025" y="5253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6" name="Google Shape;346;g267a9527f22_0_51"/>
          <p:cNvCxnSpPr/>
          <p:nvPr/>
        </p:nvCxnSpPr>
        <p:spPr>
          <a:xfrm>
            <a:off x="2101625" y="5253050"/>
            <a:ext cx="1172700" cy="0"/>
          </a:xfrm>
          <a:prstGeom prst="straightConnector1">
            <a:avLst/>
          </a:prstGeom>
          <a:noFill/>
          <a:ln cap="flat" cmpd="sng" w="9525">
            <a:solidFill>
              <a:schemeClr val="dk1"/>
            </a:solidFill>
            <a:prstDash val="solid"/>
            <a:round/>
            <a:headEnd len="sm" w="sm" type="none"/>
            <a:tailEnd len="sm" w="sm" type="none"/>
          </a:ln>
        </p:spPr>
      </p:cxnSp>
      <p:sp>
        <p:nvSpPr>
          <p:cNvPr id="347" name="Google Shape;347;g267a9527f22_0_51"/>
          <p:cNvSpPr txBox="1"/>
          <p:nvPr/>
        </p:nvSpPr>
        <p:spPr>
          <a:xfrm>
            <a:off x="8972225"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3   1</a:t>
            </a:r>
            <a:endParaRPr b="0" i="0" sz="1400" u="none" cap="none" strike="noStrike">
              <a:solidFill>
                <a:srgbClr val="000000"/>
              </a:solidFill>
              <a:latin typeface="Arial"/>
              <a:ea typeface="Arial"/>
              <a:cs typeface="Arial"/>
              <a:sym typeface="Arial"/>
            </a:endParaRPr>
          </a:p>
        </p:txBody>
      </p:sp>
      <p:sp>
        <p:nvSpPr>
          <p:cNvPr id="348" name="Google Shape;348;g267a9527f22_0_51"/>
          <p:cNvSpPr txBox="1"/>
          <p:nvPr/>
        </p:nvSpPr>
        <p:spPr>
          <a:xfrm>
            <a:off x="5314625"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2   1</a:t>
            </a:r>
            <a:endParaRPr b="0" i="0" sz="1400" u="none" cap="none" strike="noStrike">
              <a:solidFill>
                <a:srgbClr val="000000"/>
              </a:solidFill>
              <a:latin typeface="Arial"/>
              <a:ea typeface="Arial"/>
              <a:cs typeface="Arial"/>
              <a:sym typeface="Arial"/>
            </a:endParaRPr>
          </a:p>
        </p:txBody>
      </p:sp>
      <p:sp>
        <p:nvSpPr>
          <p:cNvPr id="349" name="Google Shape;349;g267a9527f22_0_51"/>
          <p:cNvSpPr txBox="1"/>
          <p:nvPr/>
        </p:nvSpPr>
        <p:spPr>
          <a:xfrm>
            <a:off x="2197500"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1    3</a:t>
            </a:r>
            <a:endParaRPr b="0" i="0" sz="1400" u="none" cap="none" strike="noStrike">
              <a:solidFill>
                <a:srgbClr val="000000"/>
              </a:solidFill>
              <a:latin typeface="Arial"/>
              <a:ea typeface="Arial"/>
              <a:cs typeface="Arial"/>
              <a:sym typeface="Arial"/>
            </a:endParaRPr>
          </a:p>
        </p:txBody>
      </p:sp>
      <p:pic>
        <p:nvPicPr>
          <p:cNvPr id="350" name="Google Shape;350;g267a9527f22_0_51"/>
          <p:cNvPicPr preferRelativeResize="0"/>
          <p:nvPr/>
        </p:nvPicPr>
        <p:blipFill>
          <a:blip r:embed="rId4">
            <a:alphaModFix/>
          </a:blip>
          <a:stretch>
            <a:fillRect/>
          </a:stretch>
        </p:blipFill>
        <p:spPr>
          <a:xfrm>
            <a:off x="11003875" y="5181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Forma&#10;&#10;Descripción generada automáticamente con confianza media" id="355" name="Google Shape;355;g2b51c1af533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56" name="Google Shape;356;g2b51c1af533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357" name="Google Shape;357;g2b51c1af533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358" name="Google Shape;358;g2b51c1af533_0_0" title="Resumen - Resta (9 a 10) - Presentación">
            <a:hlinkClick r:id="rId4"/>
          </p:cNvPr>
          <p:cNvPicPr preferRelativeResize="0"/>
          <p:nvPr/>
        </p:nvPicPr>
        <p:blipFill>
          <a:blip r:embed="rId5">
            <a:alphaModFix/>
          </a:blip>
          <a:stretch>
            <a:fillRect/>
          </a:stretch>
        </p:blipFill>
        <p:spPr>
          <a:xfrm>
            <a:off x="1801350" y="1398450"/>
            <a:ext cx="8589300" cy="4831500"/>
          </a:xfrm>
          <a:prstGeom prst="rect">
            <a:avLst/>
          </a:prstGeom>
          <a:noFill/>
          <a:ln cap="flat" cmpd="sng" w="28575">
            <a:solidFill>
              <a:schemeClr val="dk2"/>
            </a:solidFill>
            <a:prstDash val="solid"/>
            <a:round/>
            <a:headEnd len="sm" w="sm" type="none"/>
            <a:tailEnd len="sm" w="sm" type="none"/>
          </a:ln>
        </p:spPr>
      </p:pic>
      <p:pic>
        <p:nvPicPr>
          <p:cNvPr id="359" name="Google Shape;359;g2b51c1af533_0_0"/>
          <p:cNvPicPr preferRelativeResize="0"/>
          <p:nvPr/>
        </p:nvPicPr>
        <p:blipFill>
          <a:blip r:embed="rId6">
            <a:alphaModFix/>
          </a:blip>
          <a:stretch>
            <a:fillRect/>
          </a:stretch>
        </p:blipFill>
        <p:spPr>
          <a:xfrm>
            <a:off x="11003875" y="51813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2aedb28746d_0_73"/>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65" name="Google Shape;365;g2aedb28746d_0_73"/>
          <p:cNvSpPr txBox="1"/>
          <p:nvPr/>
        </p:nvSpPr>
        <p:spPr>
          <a:xfrm>
            <a:off x="6104533" y="3920475"/>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https://forms.gle/pZ6z9oBNHaZupBoF9</a:t>
            </a:r>
            <a:r>
              <a:rPr b="1" lang="es-ES" sz="1900">
                <a:latin typeface="Calibri"/>
                <a:ea typeface="Calibri"/>
                <a:cs typeface="Calibri"/>
                <a:sym typeface="Calibri"/>
              </a:rPr>
              <a:t> </a:t>
            </a:r>
            <a:endParaRPr sz="1900"/>
          </a:p>
        </p:txBody>
      </p:sp>
      <p:pic>
        <p:nvPicPr>
          <p:cNvPr id="366" name="Google Shape;366;g2aedb28746d_0_73"/>
          <p:cNvPicPr preferRelativeResize="0"/>
          <p:nvPr/>
        </p:nvPicPr>
        <p:blipFill rotWithShape="1">
          <a:blip r:embed="rId4">
            <a:alphaModFix/>
          </a:blip>
          <a:srcRect b="0" l="0" r="0" t="0"/>
          <a:stretch/>
        </p:blipFill>
        <p:spPr>
          <a:xfrm>
            <a:off x="3106065" y="2298710"/>
            <a:ext cx="310900" cy="2260580"/>
          </a:xfrm>
          <a:prstGeom prst="rect">
            <a:avLst/>
          </a:prstGeom>
          <a:noFill/>
          <a:ln>
            <a:noFill/>
          </a:ln>
        </p:spPr>
      </p:pic>
      <p:pic>
        <p:nvPicPr>
          <p:cNvPr id="367" name="Google Shape;367;g2aedb28746d_0_73"/>
          <p:cNvPicPr preferRelativeResize="0"/>
          <p:nvPr/>
        </p:nvPicPr>
        <p:blipFill rotWithShape="1">
          <a:blip r:embed="rId4">
            <a:alphaModFix/>
          </a:blip>
          <a:srcRect b="0" l="0" r="0" t="0"/>
          <a:stretch/>
        </p:blipFill>
        <p:spPr>
          <a:xfrm>
            <a:off x="3464781" y="2298710"/>
            <a:ext cx="310900" cy="2260580"/>
          </a:xfrm>
          <a:prstGeom prst="rect">
            <a:avLst/>
          </a:prstGeom>
          <a:noFill/>
          <a:ln>
            <a:noFill/>
          </a:ln>
        </p:spPr>
      </p:pic>
      <p:pic>
        <p:nvPicPr>
          <p:cNvPr id="368" name="Google Shape;368;g2aedb28746d_0_73"/>
          <p:cNvPicPr preferRelativeResize="0"/>
          <p:nvPr/>
        </p:nvPicPr>
        <p:blipFill rotWithShape="1">
          <a:blip r:embed="rId5">
            <a:alphaModFix/>
          </a:blip>
          <a:srcRect b="0" l="0" r="0" t="0"/>
          <a:stretch/>
        </p:blipFill>
        <p:spPr>
          <a:xfrm>
            <a:off x="4152300" y="2583833"/>
            <a:ext cx="753567" cy="526866"/>
          </a:xfrm>
          <a:prstGeom prst="rect">
            <a:avLst/>
          </a:prstGeom>
          <a:noFill/>
          <a:ln>
            <a:noFill/>
          </a:ln>
        </p:spPr>
      </p:pic>
      <p:pic>
        <p:nvPicPr>
          <p:cNvPr id="369" name="Google Shape;369;g2aedb28746d_0_73"/>
          <p:cNvPicPr preferRelativeResize="0"/>
          <p:nvPr/>
        </p:nvPicPr>
        <p:blipFill rotWithShape="1">
          <a:blip r:embed="rId5">
            <a:alphaModFix/>
          </a:blip>
          <a:srcRect b="0" l="0" r="0" t="0"/>
          <a:stretch/>
        </p:blipFill>
        <p:spPr>
          <a:xfrm>
            <a:off x="4828067" y="2583833"/>
            <a:ext cx="753567" cy="526866"/>
          </a:xfrm>
          <a:prstGeom prst="rect">
            <a:avLst/>
          </a:prstGeom>
          <a:noFill/>
          <a:ln>
            <a:noFill/>
          </a:ln>
        </p:spPr>
      </p:pic>
      <p:pic>
        <p:nvPicPr>
          <p:cNvPr id="370" name="Google Shape;370;g2aedb28746d_0_73"/>
          <p:cNvPicPr preferRelativeResize="0"/>
          <p:nvPr/>
        </p:nvPicPr>
        <p:blipFill rotWithShape="1">
          <a:blip r:embed="rId5">
            <a:alphaModFix/>
          </a:blip>
          <a:srcRect b="0" l="0" r="0" t="0"/>
          <a:stretch/>
        </p:blipFill>
        <p:spPr>
          <a:xfrm>
            <a:off x="4152300" y="3078750"/>
            <a:ext cx="753567" cy="526866"/>
          </a:xfrm>
          <a:prstGeom prst="rect">
            <a:avLst/>
          </a:prstGeom>
          <a:noFill/>
          <a:ln>
            <a:noFill/>
          </a:ln>
        </p:spPr>
      </p:pic>
      <p:pic>
        <p:nvPicPr>
          <p:cNvPr id="371" name="Google Shape;371;g2aedb28746d_0_73"/>
          <p:cNvPicPr preferRelativeResize="0"/>
          <p:nvPr/>
        </p:nvPicPr>
        <p:blipFill rotWithShape="1">
          <a:blip r:embed="rId5">
            <a:alphaModFix/>
          </a:blip>
          <a:srcRect b="0" l="0" r="0" t="0"/>
          <a:stretch/>
        </p:blipFill>
        <p:spPr>
          <a:xfrm>
            <a:off x="4828067" y="3078750"/>
            <a:ext cx="753567" cy="526866"/>
          </a:xfrm>
          <a:prstGeom prst="rect">
            <a:avLst/>
          </a:prstGeom>
          <a:noFill/>
          <a:ln>
            <a:noFill/>
          </a:ln>
        </p:spPr>
      </p:pic>
      <p:sp>
        <p:nvSpPr>
          <p:cNvPr id="372" name="Google Shape;372;g2aedb28746d_0_73"/>
          <p:cNvSpPr txBox="1"/>
          <p:nvPr/>
        </p:nvSpPr>
        <p:spPr>
          <a:xfrm>
            <a:off x="2341367" y="1485117"/>
            <a:ext cx="3999900" cy="877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b="0" i="0" lang="es-ES" sz="4100" u="none" cap="none" strike="noStrike">
                <a:solidFill>
                  <a:srgbClr val="000000"/>
                </a:solidFill>
                <a:latin typeface="Patrick Hand"/>
                <a:ea typeface="Patrick Hand"/>
                <a:cs typeface="Patrick Hand"/>
                <a:sym typeface="Patrick Hand"/>
              </a:rPr>
              <a:t>D           U</a:t>
            </a:r>
            <a:endParaRPr b="0" i="0" sz="700" u="none" cap="none" strike="noStrike">
              <a:solidFill>
                <a:srgbClr val="000000"/>
              </a:solidFill>
              <a:latin typeface="Arial"/>
              <a:ea typeface="Arial"/>
              <a:cs typeface="Arial"/>
              <a:sym typeface="Arial"/>
            </a:endParaRPr>
          </a:p>
        </p:txBody>
      </p:sp>
      <p:cxnSp>
        <p:nvCxnSpPr>
          <p:cNvPr id="373" name="Google Shape;373;g2aedb28746d_0_73"/>
          <p:cNvCxnSpPr/>
          <p:nvPr/>
        </p:nvCxnSpPr>
        <p:spPr>
          <a:xfrm>
            <a:off x="3847067" y="2141300"/>
            <a:ext cx="0" cy="3588000"/>
          </a:xfrm>
          <a:prstGeom prst="straightConnector1">
            <a:avLst/>
          </a:prstGeom>
          <a:noFill/>
          <a:ln cap="flat" cmpd="sng" w="9525">
            <a:solidFill>
              <a:srgbClr val="009287"/>
            </a:solidFill>
            <a:prstDash val="solid"/>
            <a:round/>
            <a:headEnd len="sm" w="sm" type="none"/>
            <a:tailEnd len="sm" w="sm" type="none"/>
          </a:ln>
        </p:spPr>
      </p:cxnSp>
      <p:cxnSp>
        <p:nvCxnSpPr>
          <p:cNvPr id="374" name="Google Shape;374;g2aedb28746d_0_73"/>
          <p:cNvCxnSpPr/>
          <p:nvPr/>
        </p:nvCxnSpPr>
        <p:spPr>
          <a:xfrm flipH="1" rot="10800000">
            <a:off x="1288733" y="4645067"/>
            <a:ext cx="4690500" cy="47100"/>
          </a:xfrm>
          <a:prstGeom prst="straightConnector1">
            <a:avLst/>
          </a:prstGeom>
          <a:noFill/>
          <a:ln cap="flat" cmpd="sng" w="9525">
            <a:solidFill>
              <a:srgbClr val="009287"/>
            </a:solidFill>
            <a:prstDash val="solid"/>
            <a:round/>
            <a:headEnd len="sm" w="sm" type="none"/>
            <a:tailEnd len="sm" w="sm" type="none"/>
          </a:ln>
        </p:spPr>
      </p:cxnSp>
      <p:pic>
        <p:nvPicPr>
          <p:cNvPr id="375" name="Google Shape;375;g2aedb28746d_0_73"/>
          <p:cNvPicPr preferRelativeResize="0"/>
          <p:nvPr/>
        </p:nvPicPr>
        <p:blipFill rotWithShape="1">
          <a:blip r:embed="rId5">
            <a:alphaModFix/>
          </a:blip>
          <a:srcRect b="0" l="0" r="0" t="0"/>
          <a:stretch/>
        </p:blipFill>
        <p:spPr>
          <a:xfrm>
            <a:off x="4457867" y="3614400"/>
            <a:ext cx="753567" cy="526866"/>
          </a:xfrm>
          <a:prstGeom prst="rect">
            <a:avLst/>
          </a:prstGeom>
          <a:noFill/>
          <a:ln>
            <a:noFill/>
          </a:ln>
        </p:spPr>
      </p:pic>
      <p:sp>
        <p:nvSpPr>
          <p:cNvPr id="376" name="Google Shape;376;g2aedb28746d_0_73"/>
          <p:cNvSpPr txBox="1"/>
          <p:nvPr/>
        </p:nvSpPr>
        <p:spPr>
          <a:xfrm>
            <a:off x="7856683" y="2298700"/>
            <a:ext cx="2155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3</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9</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SzPts val="4500"/>
              <a:buFont typeface="Patrick Hand"/>
              <a:buChar char="-"/>
            </a:pPr>
            <a:r>
              <a:rPr lang="es-ES" sz="4500">
                <a:latin typeface="Patrick Hand"/>
                <a:ea typeface="Patrick Hand"/>
                <a:cs typeface="Patrick Hand"/>
                <a:sym typeface="Patrick Hand"/>
              </a:rPr>
              <a:t> </a:t>
            </a:r>
            <a:r>
              <a:rPr b="0" i="0" lang="es-ES" sz="4500" u="none" cap="none" strike="noStrike">
                <a:solidFill>
                  <a:srgbClr val="000000"/>
                </a:solidFill>
                <a:latin typeface="Patrick Hand"/>
                <a:ea typeface="Patrick Hand"/>
                <a:cs typeface="Patrick Hand"/>
                <a:sym typeface="Patrick Hand"/>
              </a:rPr>
              <a:t>   </a:t>
            </a:r>
            <a:r>
              <a:rPr b="0" i="0" lang="es-ES" sz="2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7</a:t>
            </a:r>
            <a:endParaRPr b="0" i="0" sz="4500" u="none" cap="none" strike="noStrike">
              <a:solidFill>
                <a:srgbClr val="000000"/>
              </a:solidFill>
              <a:latin typeface="Patrick Hand"/>
              <a:ea typeface="Patrick Hand"/>
              <a:cs typeface="Patrick Hand"/>
              <a:sym typeface="Patrick Hand"/>
            </a:endParaRPr>
          </a:p>
        </p:txBody>
      </p:sp>
      <p:sp>
        <p:nvSpPr>
          <p:cNvPr id="377" name="Google Shape;377;g2aedb28746d_0_73"/>
          <p:cNvSpPr txBox="1"/>
          <p:nvPr/>
        </p:nvSpPr>
        <p:spPr>
          <a:xfrm>
            <a:off x="8387517" y="3686367"/>
            <a:ext cx="15300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500"/>
              <a:buFont typeface="Arial"/>
              <a:buNone/>
            </a:pPr>
            <a:r>
              <a:t/>
            </a:r>
            <a:endParaRPr b="0" i="0" sz="1900" u="none" cap="none" strike="noStrike">
              <a:solidFill>
                <a:srgbClr val="000000"/>
              </a:solidFill>
              <a:latin typeface="Arial"/>
              <a:ea typeface="Arial"/>
              <a:cs typeface="Arial"/>
              <a:sym typeface="Arial"/>
            </a:endParaRPr>
          </a:p>
        </p:txBody>
      </p:sp>
      <p:cxnSp>
        <p:nvCxnSpPr>
          <p:cNvPr id="378" name="Google Shape;378;g2aedb28746d_0_73"/>
          <p:cNvCxnSpPr/>
          <p:nvPr/>
        </p:nvCxnSpPr>
        <p:spPr>
          <a:xfrm>
            <a:off x="8184683" y="3814800"/>
            <a:ext cx="1563600" cy="0"/>
          </a:xfrm>
          <a:prstGeom prst="straightConnector1">
            <a:avLst/>
          </a:prstGeom>
          <a:noFill/>
          <a:ln cap="flat" cmpd="sng" w="9525">
            <a:solidFill>
              <a:srgbClr val="000000"/>
            </a:solidFill>
            <a:prstDash val="solid"/>
            <a:round/>
            <a:headEnd len="sm" w="sm" type="none"/>
            <a:tailEnd len="sm" w="sm" type="none"/>
          </a:ln>
        </p:spPr>
      </p:cxnSp>
      <p:sp>
        <p:nvSpPr>
          <p:cNvPr id="379" name="Google Shape;379;g2aedb28746d_0_73"/>
          <p:cNvSpPr txBox="1"/>
          <p:nvPr/>
        </p:nvSpPr>
        <p:spPr>
          <a:xfrm>
            <a:off x="65624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a:t>
            </a:r>
            <a:endParaRPr sz="1900"/>
          </a:p>
        </p:txBody>
      </p:sp>
      <p:sp>
        <p:nvSpPr>
          <p:cNvPr id="380" name="Google Shape;380;g2aedb28746d_0_73"/>
          <p:cNvSpPr txBox="1"/>
          <p:nvPr/>
        </p:nvSpPr>
        <p:spPr>
          <a:xfrm>
            <a:off x="1498500" y="5731533"/>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sp>
        <p:nvSpPr>
          <p:cNvPr id="381" name="Google Shape;381;g2aedb28746d_0_73"/>
          <p:cNvSpPr txBox="1"/>
          <p:nvPr/>
        </p:nvSpPr>
        <p:spPr>
          <a:xfrm>
            <a:off x="14985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¿Qué resta representa?</a:t>
            </a:r>
            <a:endParaRPr sz="1900"/>
          </a:p>
        </p:txBody>
      </p:sp>
      <p:cxnSp>
        <p:nvCxnSpPr>
          <p:cNvPr id="382" name="Google Shape;382;g2aedb28746d_0_73"/>
          <p:cNvCxnSpPr/>
          <p:nvPr/>
        </p:nvCxnSpPr>
        <p:spPr>
          <a:xfrm flipH="1" rot="10800000">
            <a:off x="4251800" y="2598333"/>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383" name="Google Shape;383;g2aedb28746d_0_73"/>
          <p:cNvCxnSpPr/>
          <p:nvPr/>
        </p:nvCxnSpPr>
        <p:spPr>
          <a:xfrm flipH="1" rot="10800000">
            <a:off x="4251800" y="3106417"/>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384" name="Google Shape;384;g2aedb28746d_0_73"/>
          <p:cNvCxnSpPr/>
          <p:nvPr/>
        </p:nvCxnSpPr>
        <p:spPr>
          <a:xfrm flipH="1" rot="10800000">
            <a:off x="4905850" y="3106417"/>
            <a:ext cx="472500" cy="451500"/>
          </a:xfrm>
          <a:prstGeom prst="straightConnector1">
            <a:avLst/>
          </a:prstGeom>
          <a:noFill/>
          <a:ln cap="flat" cmpd="sng" w="38100">
            <a:solidFill>
              <a:srgbClr val="FF0000"/>
            </a:solidFill>
            <a:prstDash val="solid"/>
            <a:round/>
            <a:headEnd len="sm" w="sm" type="none"/>
            <a:tailEnd len="sm" w="sm" type="none"/>
          </a:ln>
        </p:spPr>
      </p:cxnSp>
      <p:pic>
        <p:nvPicPr>
          <p:cNvPr id="385" name="Google Shape;385;g2aedb28746d_0_73"/>
          <p:cNvPicPr preferRelativeResize="0"/>
          <p:nvPr/>
        </p:nvPicPr>
        <p:blipFill rotWithShape="1">
          <a:blip r:embed="rId6">
            <a:alphaModFix/>
          </a:blip>
          <a:srcRect b="8712" l="8704" r="8712" t="8704"/>
          <a:stretch/>
        </p:blipFill>
        <p:spPr>
          <a:xfrm>
            <a:off x="8262283" y="4618067"/>
            <a:ext cx="1780500" cy="1780500"/>
          </a:xfrm>
          <a:prstGeom prst="rect">
            <a:avLst/>
          </a:prstGeom>
          <a:noFill/>
          <a:ln>
            <a:noFill/>
          </a:ln>
        </p:spPr>
      </p:pic>
      <p:pic>
        <p:nvPicPr>
          <p:cNvPr id="386" name="Google Shape;386;g2aedb28746d_0_73"/>
          <p:cNvPicPr preferRelativeResize="0"/>
          <p:nvPr/>
        </p:nvPicPr>
        <p:blipFill>
          <a:blip r:embed="rId7">
            <a:alphaModFix/>
          </a:blip>
          <a:stretch>
            <a:fillRect/>
          </a:stretch>
        </p:blipFill>
        <p:spPr>
          <a:xfrm>
            <a:off x="11003875" y="51813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descr="Forma&#10;&#10;Descripción generada automáticamente con confianza media" id="391" name="Google Shape;391;g2b51c1af533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92" name="Google Shape;392;g2b51c1af533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93" name="Google Shape;393;g2b51c1af533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394" name="Google Shape;394;g2b51c1af533_0_7" title="Reforzamiento - Resta (9 a 10) - Presentación">
            <a:hlinkClick r:id="rId4"/>
          </p:cNvPr>
          <p:cNvPicPr preferRelativeResize="0"/>
          <p:nvPr/>
        </p:nvPicPr>
        <p:blipFill>
          <a:blip r:embed="rId5">
            <a:alphaModFix/>
          </a:blip>
          <a:stretch>
            <a:fillRect/>
          </a:stretch>
        </p:blipFill>
        <p:spPr>
          <a:xfrm>
            <a:off x="1744225" y="1398450"/>
            <a:ext cx="8703550" cy="4895750"/>
          </a:xfrm>
          <a:prstGeom prst="rect">
            <a:avLst/>
          </a:prstGeom>
          <a:noFill/>
          <a:ln cap="flat" cmpd="sng" w="28575">
            <a:solidFill>
              <a:schemeClr val="dk2"/>
            </a:solidFill>
            <a:prstDash val="solid"/>
            <a:round/>
            <a:headEnd len="sm" w="sm" type="none"/>
            <a:tailEnd len="sm" w="sm" type="none"/>
          </a:ln>
        </p:spPr>
      </p:pic>
      <p:pic>
        <p:nvPicPr>
          <p:cNvPr id="395" name="Google Shape;395;g2b51c1af533_0_7"/>
          <p:cNvPicPr preferRelativeResize="0"/>
          <p:nvPr/>
        </p:nvPicPr>
        <p:blipFill>
          <a:blip r:embed="rId6">
            <a:alphaModFix/>
          </a:blip>
          <a:stretch>
            <a:fillRect/>
          </a:stretch>
        </p:blipFill>
        <p:spPr>
          <a:xfrm>
            <a:off x="11003875" y="51813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