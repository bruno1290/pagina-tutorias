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Patrick Hand"/>
      <p:regular r:id="rId21"/>
    </p:embeddedFont>
    <p:embeddedFont>
      <p:font typeface="Poppins"/>
      <p:regular r:id="rId22"/>
      <p:bold r:id="rId23"/>
      <p:italic r:id="rId24"/>
      <p:boldItalic r:id="rId25"/>
    </p:embeddedFont>
    <p:embeddedFont>
      <p:font typeface="Poppi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f/B+g6lwOHk6YIfz8dB2A2mua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oppins-regular.fntdata"/><Relationship Id="rId21" Type="http://schemas.openxmlformats.org/officeDocument/2006/relationships/font" Target="fonts/PatrickHand-regular.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Light-regular.fntdata"/><Relationship Id="rId25" Type="http://schemas.openxmlformats.org/officeDocument/2006/relationships/font" Target="fonts/Poppins-boldItalic.fntdata"/><Relationship Id="rId28" Type="http://schemas.openxmlformats.org/officeDocument/2006/relationships/font" Target="fonts/PoppinsLight-italic.fntdata"/><Relationship Id="rId27" Type="http://schemas.openxmlformats.org/officeDocument/2006/relationships/font" Target="fonts/Poppins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2b79639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2b7963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2b79639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2b79639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2b79639b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2b79639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a299de45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a299de4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00947766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600947766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315f12d08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315f12d0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01a83bd95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2601a83bd9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01a83bd95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601a83bd95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601a83bd9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601a83bd95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601a83bd95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2601a83bd95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8e969ac879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62" name="Google Shape;362;g28e969ac879_0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8e969ac879_0_18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8e969ac879_0_18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8e969ac879_0_18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8e969ac879_0_18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8e969ac879_0_18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8e969ac879_0_18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8e969ac879_0_18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8e969ac879_0_1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8e969ac879_0_19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8e969ac879_0_19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8e969ac879_0_19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8e969ac879_0_19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8e969ac879_0_19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8e969ac879_0_19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8e969ac879_0_19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8e969ac879_0_1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8e969ac879_0_20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8e969ac879_0_20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8e969ac879_0_2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8e969ac879_0_20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8e969ac879_0_20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8e969ac879_0_20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8e969ac879_0_20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8e969ac879_0_20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8e969ac879_0_20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8e969ac879_0_2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8e969ac879_0_21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8e969ac879_0_2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8e969ac879_0_21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8e969ac879_0_21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8e969ac879_0_21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8e969ac879_0_22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8e969ac879_0_17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8e969ac879_0_17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8e969ac879_0_1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hyperlink" Target="https://youtu.be/4EwDT4Hr0ko" TargetMode="External"/><Relationship Id="rId9" Type="http://schemas.openxmlformats.org/officeDocument/2006/relationships/image" Target="../media/image3.png"/><Relationship Id="rId5" Type="http://schemas.openxmlformats.org/officeDocument/2006/relationships/hyperlink" Target="https://youtu.be/d5oG3sMuNHw" TargetMode="External"/><Relationship Id="rId6" Type="http://schemas.openxmlformats.org/officeDocument/2006/relationships/hyperlink" Target="https://es.khanacademy.org/math/cc-1st-grade-math/cc-1st-place-value/cc-1st-ones-tens/e/tens-and-ones" TargetMode="External"/><Relationship Id="rId7" Type="http://schemas.openxmlformats.org/officeDocument/2006/relationships/hyperlink" Target="https://wordwall.net/es/resource/16081790/decenas-y-unidades" TargetMode="External"/><Relationship Id="rId8" Type="http://schemas.openxmlformats.org/officeDocument/2006/relationships/hyperlink" Target="https://www.mundoprimaria.com/juegos-educativos/jueg-mat-num-5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PwbVnvLpjNUHiueQ7" TargetMode="External"/><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84575" y="567956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2b79639b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2b79639b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2b79639b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Enseñar a sumar un número de dos dígitos con uno de un dígito, utilizando representaciones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concretas para facilitar la comprensión del proceso sin reservas.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2b79639b_0_0"/>
          <p:cNvSpPr txBox="1"/>
          <p:nvPr/>
        </p:nvSpPr>
        <p:spPr>
          <a:xfrm>
            <a:off x="1158250" y="26401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Representar números de 2 dígitos con bloques.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Enseñar el procedimiento para sumar números de 2 dígitos con uno de 1 dígito sin reservas.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2b79639b_0_0"/>
          <p:cNvSpPr txBox="1"/>
          <p:nvPr/>
        </p:nvSpPr>
        <p:spPr>
          <a:xfrm>
            <a:off x="6376050" y="263997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Números como bloques.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Suma de dos y un dígito.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Reservas.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2b79639b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2b79639b_0_0"/>
          <p:cNvPicPr preferRelativeResize="0"/>
          <p:nvPr/>
        </p:nvPicPr>
        <p:blipFill>
          <a:blip r:embed="rId3">
            <a:alphaModFix/>
          </a:blip>
          <a:stretch>
            <a:fillRect/>
          </a:stretch>
        </p:blipFill>
        <p:spPr>
          <a:xfrm>
            <a:off x="10942425" y="2316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2b79639b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2b79639b_0_10"/>
          <p:cNvSpPr txBox="1"/>
          <p:nvPr/>
        </p:nvSpPr>
        <p:spPr>
          <a:xfrm>
            <a:off x="938750" y="2055375"/>
            <a:ext cx="10402500" cy="5571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s-ES">
                <a:latin typeface="Poppins"/>
                <a:ea typeface="Poppins"/>
                <a:cs typeface="Poppins"/>
                <a:sym typeface="Poppins"/>
              </a:rPr>
              <a:t>Para esta sesión trae </a:t>
            </a:r>
            <a:r>
              <a:rPr b="1" lang="es-ES">
                <a:latin typeface="Poppins"/>
                <a:ea typeface="Poppins"/>
                <a:cs typeface="Poppins"/>
                <a:sym typeface="Poppins"/>
              </a:rPr>
              <a:t>bloques o legos</a:t>
            </a:r>
            <a:r>
              <a:rPr lang="es-ES">
                <a:latin typeface="Poppins"/>
                <a:ea typeface="Poppins"/>
                <a:cs typeface="Poppins"/>
                <a:sym typeface="Poppins"/>
              </a:rPr>
              <a:t> de tal forma de poder mostrarle a tu estudiante la representación de unidades y decenas de forma visual. Para ello usa </a:t>
            </a:r>
            <a:r>
              <a:rPr b="1" lang="es-ES">
                <a:latin typeface="Poppins"/>
                <a:ea typeface="Poppins"/>
                <a:cs typeface="Poppins"/>
                <a:sym typeface="Poppins"/>
              </a:rPr>
              <a:t>grupos de 10 para las decenas y unidades sueltas </a:t>
            </a:r>
            <a:r>
              <a:rPr lang="es-ES">
                <a:latin typeface="Poppins"/>
                <a:ea typeface="Poppins"/>
                <a:cs typeface="Poppins"/>
                <a:sym typeface="Poppins"/>
              </a:rPr>
              <a:t>para los dígitos individuales.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rPr lang="es-ES">
                <a:latin typeface="Poppins"/>
                <a:ea typeface="Poppins"/>
                <a:cs typeface="Poppins"/>
                <a:sym typeface="Poppins"/>
              </a:rPr>
              <a:t>Ayuda a tu estudiante a </a:t>
            </a:r>
            <a:r>
              <a:rPr b="1" lang="es-ES">
                <a:latin typeface="Poppins"/>
                <a:ea typeface="Poppins"/>
                <a:cs typeface="Poppins"/>
                <a:sym typeface="Poppins"/>
              </a:rPr>
              <a:t>formar distintos números de dos dígitos</a:t>
            </a:r>
            <a:r>
              <a:rPr lang="es-ES">
                <a:latin typeface="Poppins"/>
                <a:ea typeface="Poppins"/>
                <a:cs typeface="Poppins"/>
                <a:sym typeface="Poppins"/>
              </a:rPr>
              <a:t> con los bloques. Pídele entonces que </a:t>
            </a:r>
            <a:r>
              <a:rPr b="1" lang="es-ES">
                <a:latin typeface="Poppins"/>
                <a:ea typeface="Poppins"/>
                <a:cs typeface="Poppins"/>
                <a:sym typeface="Poppins"/>
              </a:rPr>
              <a:t>diga en voz alta cuántas decenas y unidades tiene</a:t>
            </a:r>
            <a:r>
              <a:rPr lang="es-ES">
                <a:latin typeface="Poppins"/>
                <a:ea typeface="Poppins"/>
                <a:cs typeface="Poppins"/>
                <a:sym typeface="Poppins"/>
              </a:rPr>
              <a:t> para cada número que formó. Con ello, reforzará la asociación entre el número y su representación física.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rPr lang="es-ES">
                <a:latin typeface="Poppins"/>
                <a:ea typeface="Poppins"/>
                <a:cs typeface="Poppins"/>
                <a:sym typeface="Poppins"/>
              </a:rPr>
              <a:t>A la hora de enseñar el procedimiento de la suma, </a:t>
            </a:r>
            <a:r>
              <a:rPr b="1" lang="es-ES">
                <a:latin typeface="Poppins"/>
                <a:ea typeface="Poppins"/>
                <a:cs typeface="Poppins"/>
                <a:sym typeface="Poppins"/>
              </a:rPr>
              <a:t>refuerza cada paso del proceso.</a:t>
            </a:r>
            <a:r>
              <a:rPr lang="es-ES">
                <a:latin typeface="Poppins"/>
                <a:ea typeface="Poppins"/>
                <a:cs typeface="Poppins"/>
                <a:sym typeface="Poppins"/>
              </a:rPr>
              <a:t> Pídele que sume las unidades y luego las decenas por separado, asegurándote que escriba el </a:t>
            </a:r>
            <a:r>
              <a:rPr b="1" lang="es-ES">
                <a:latin typeface="Poppins"/>
                <a:ea typeface="Poppins"/>
                <a:cs typeface="Poppins"/>
                <a:sym typeface="Poppins"/>
              </a:rPr>
              <a:t>resultado correctamente en cada lugar </a:t>
            </a:r>
            <a:r>
              <a:rPr lang="es-ES">
                <a:latin typeface="Poppins"/>
                <a:ea typeface="Poppins"/>
                <a:cs typeface="Poppins"/>
                <a:sym typeface="Poppins"/>
              </a:rPr>
              <a:t>(unidades y decenas).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terminar la sesión, </a:t>
            </a:r>
            <a:r>
              <a:rPr b="1" lang="es-ES">
                <a:latin typeface="Poppins"/>
                <a:ea typeface="Poppins"/>
                <a:cs typeface="Poppins"/>
                <a:sym typeface="Poppins"/>
              </a:rPr>
              <a:t>pídele que explique el proceso en sus propias palabras</a:t>
            </a:r>
            <a:r>
              <a:rPr lang="es-ES">
                <a:latin typeface="Poppins"/>
                <a:ea typeface="Poppins"/>
                <a:cs typeface="Poppins"/>
                <a:sym typeface="Poppins"/>
              </a:rPr>
              <a:t>, verificando así su comprensión de los pasos.</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2b79639b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2b79639b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2b79639b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2b79639b_0_10"/>
          <p:cNvPicPr preferRelativeResize="0"/>
          <p:nvPr/>
        </p:nvPicPr>
        <p:blipFill>
          <a:blip r:embed="rId3">
            <a:alphaModFix/>
          </a:blip>
          <a:stretch>
            <a:fillRect/>
          </a:stretch>
        </p:blipFill>
        <p:spPr>
          <a:xfrm>
            <a:off x="10942425" y="23168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2b79639b_0_28"/>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2b79639b_0_28"/>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Anima a tu estudiante a practicar sumando números de dos dígitos con uno de un dígito usando objetos en casa, como monedas. Puede representar decenas con grupos de diez monedas y unidades con monedas sueltas, siguiendo el mismo proceso para sumar.</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2b79639b_0_28"/>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¿Cómo representas un número de dos dígitos con bloques?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¿Cuál es el primer paso al sumar un número de dos dígitos con uno de un dígito?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3. ¿Por qué es importante sumar primero las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2b79639b_0_28"/>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2b79639b_0_28"/>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2b79639b_0_28"/>
          <p:cNvPicPr preferRelativeResize="0"/>
          <p:nvPr/>
        </p:nvPicPr>
        <p:blipFill>
          <a:blip r:embed="rId3">
            <a:alphaModFix/>
          </a:blip>
          <a:stretch>
            <a:fillRect/>
          </a:stretch>
        </p:blipFill>
        <p:spPr>
          <a:xfrm>
            <a:off x="10942425" y="23168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2a299de456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2a299de456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2a299de456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2a299de456_0_0"/>
          <p:cNvSpPr txBox="1"/>
          <p:nvPr/>
        </p:nvSpPr>
        <p:spPr>
          <a:xfrm flipH="1">
            <a:off x="2240250" y="517625"/>
            <a:ext cx="7419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Algunas recomendaciones </a:t>
            </a:r>
            <a:endParaRPr/>
          </a:p>
        </p:txBody>
      </p:sp>
      <p:sp>
        <p:nvSpPr>
          <p:cNvPr id="178" name="Google Shape;178;g32a299de456_0_0"/>
          <p:cNvSpPr txBox="1"/>
          <p:nvPr/>
        </p:nvSpPr>
        <p:spPr>
          <a:xfrm>
            <a:off x="768750" y="1194725"/>
            <a:ext cx="10876800" cy="38016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a:t>
            </a:r>
            <a:r>
              <a:rPr lang="es-ES" sz="1300">
                <a:solidFill>
                  <a:schemeClr val="dk1"/>
                </a:solidFill>
                <a:latin typeface="Poppins"/>
                <a:ea typeface="Poppins"/>
                <a:cs typeface="Poppins"/>
                <a:sym typeface="Poppins"/>
              </a:rPr>
              <a:t>utilizar</a:t>
            </a:r>
            <a:r>
              <a:rPr lang="es-ES" sz="1300">
                <a:solidFill>
                  <a:schemeClr val="dk1"/>
                </a:solidFill>
                <a:latin typeface="Poppins"/>
                <a:ea typeface="Poppins"/>
                <a:cs typeface="Poppins"/>
                <a:sym typeface="Poppins"/>
              </a:rPr>
              <a:t>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2a299de456_0_0"/>
          <p:cNvPicPr preferRelativeResize="0"/>
          <p:nvPr/>
        </p:nvPicPr>
        <p:blipFill>
          <a:blip r:embed="rId8">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85" name="Google Shape;185;p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86" name="Google Shape;186;p3"/>
          <p:cNvSpPr txBox="1"/>
          <p:nvPr/>
        </p:nvSpPr>
        <p:spPr>
          <a:xfrm>
            <a:off x="663751" y="511950"/>
            <a:ext cx="10864500" cy="4494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200"/>
              <a:buFont typeface="Arial"/>
              <a:buNone/>
            </a:pPr>
            <a:r>
              <a:rPr b="0" i="0" lang="es-ES" sz="4200" u="none" cap="none" strike="noStrike">
                <a:solidFill>
                  <a:schemeClr val="lt1"/>
                </a:solidFill>
                <a:highlight>
                  <a:srgbClr val="009287"/>
                </a:highlight>
                <a:latin typeface="Patrick Hand"/>
                <a:ea typeface="Patrick Hand"/>
                <a:cs typeface="Patrick Hand"/>
                <a:sym typeface="Patrick Hand"/>
              </a:rPr>
              <a:t>¿Qué es la suma o adición?</a:t>
            </a:r>
            <a:endParaRPr b="0" i="0" sz="4200" u="none" cap="none" strike="noStrike">
              <a:solidFill>
                <a:schemeClr val="lt1"/>
              </a:solidFill>
              <a:highlight>
                <a:srgbClr val="009287"/>
              </a:highlight>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Es una operación matemática que reúne 2 o más  cantidades en una sola. </a:t>
            </a:r>
            <a:endParaRPr b="0" i="0" sz="16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Una suma se plantea </a:t>
            </a:r>
            <a:r>
              <a:rPr b="1" i="0" lang="es-ES" sz="3000" u="none" cap="none" strike="noStrike">
                <a:solidFill>
                  <a:schemeClr val="dk1"/>
                </a:solidFill>
                <a:latin typeface="Patrick Hand"/>
                <a:ea typeface="Patrick Hand"/>
                <a:cs typeface="Patrick Hand"/>
                <a:sym typeface="Patrick Hand"/>
              </a:rPr>
              <a:t>simbólicamente</a:t>
            </a:r>
            <a:r>
              <a:rPr b="0" i="0" lang="es-ES" sz="3000" u="none" cap="none" strike="noStrike">
                <a:solidFill>
                  <a:schemeClr val="dk1"/>
                </a:solidFill>
                <a:latin typeface="Patrick Hand"/>
                <a:ea typeface="Patrick Hand"/>
                <a:cs typeface="Patrick Hand"/>
                <a:sym typeface="Patrick Hand"/>
              </a:rPr>
              <a:t> del siguiente modo.</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 Los números que se suman son los sumandos . El resultado es “suma” o total. El signo de la suma es + y se lee “más”.</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6800"/>
              <a:buFont typeface="Arial"/>
              <a:buNone/>
            </a:pPr>
            <a:r>
              <a:rPr b="1" i="0" lang="es-ES" sz="6800" u="none" cap="none" strike="noStrike">
                <a:solidFill>
                  <a:schemeClr val="dk1"/>
                </a:solidFill>
                <a:latin typeface="Patrick Hand"/>
                <a:ea typeface="Patrick Hand"/>
                <a:cs typeface="Patrick Hand"/>
                <a:sym typeface="Patrick Hand"/>
              </a:rPr>
              <a:t>4 +  8 = 12</a:t>
            </a:r>
            <a:endParaRPr b="1" i="0" sz="6800" u="none" cap="none" strike="noStrike">
              <a:solidFill>
                <a:schemeClr val="dk1"/>
              </a:solidFill>
              <a:latin typeface="Patrick Hand"/>
              <a:ea typeface="Patrick Hand"/>
              <a:cs typeface="Patrick Hand"/>
              <a:sym typeface="Patrick Hand"/>
            </a:endParaRPr>
          </a:p>
        </p:txBody>
      </p:sp>
      <p:sp>
        <p:nvSpPr>
          <p:cNvPr id="187" name="Google Shape;187;p3"/>
          <p:cNvSpPr txBox="1"/>
          <p:nvPr/>
        </p:nvSpPr>
        <p:spPr>
          <a:xfrm>
            <a:off x="7789672" y="4428050"/>
            <a:ext cx="2654400" cy="492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SUMA O TOTAL</a:t>
            </a:r>
            <a:endParaRPr b="0" i="0" sz="2600" u="none" cap="none" strike="noStrike">
              <a:solidFill>
                <a:schemeClr val="dk1"/>
              </a:solidFill>
              <a:latin typeface="Patrick Hand"/>
              <a:ea typeface="Patrick Hand"/>
              <a:cs typeface="Patrick Hand"/>
              <a:sym typeface="Patrick Hand"/>
            </a:endParaRPr>
          </a:p>
        </p:txBody>
      </p:sp>
      <p:sp>
        <p:nvSpPr>
          <p:cNvPr id="188" name="Google Shape;188;p3"/>
          <p:cNvSpPr txBox="1"/>
          <p:nvPr/>
        </p:nvSpPr>
        <p:spPr>
          <a:xfrm>
            <a:off x="3540768" y="5573849"/>
            <a:ext cx="20625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SUMANDO</a:t>
            </a:r>
            <a:endParaRPr b="0" i="0" sz="2600" u="none" cap="none" strike="noStrike">
              <a:solidFill>
                <a:schemeClr val="dk1"/>
              </a:solidFill>
              <a:latin typeface="Patrick Hand"/>
              <a:ea typeface="Patrick Hand"/>
              <a:cs typeface="Patrick Hand"/>
              <a:sym typeface="Patrick Hand"/>
            </a:endParaRPr>
          </a:p>
        </p:txBody>
      </p:sp>
      <p:sp>
        <p:nvSpPr>
          <p:cNvPr id="189" name="Google Shape;189;p3"/>
          <p:cNvSpPr txBox="1"/>
          <p:nvPr/>
        </p:nvSpPr>
        <p:spPr>
          <a:xfrm>
            <a:off x="5603276" y="5573850"/>
            <a:ext cx="17877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0" i="0" lang="es-ES" sz="2600" u="none" cap="none" strike="noStrike">
                <a:solidFill>
                  <a:schemeClr val="dk1"/>
                </a:solidFill>
                <a:latin typeface="Patrick Hand"/>
                <a:ea typeface="Patrick Hand"/>
                <a:cs typeface="Patrick Hand"/>
                <a:sym typeface="Patrick Hand"/>
              </a:rPr>
              <a:t>SUMANDO</a:t>
            </a:r>
            <a:endParaRPr b="0" i="0" sz="2600" u="none" cap="none" strike="noStrike">
              <a:solidFill>
                <a:schemeClr val="dk1"/>
              </a:solidFill>
              <a:latin typeface="Patrick Hand"/>
              <a:ea typeface="Patrick Hand"/>
              <a:cs typeface="Patrick Hand"/>
              <a:sym typeface="Patrick Hand"/>
            </a:endParaRPr>
          </a:p>
        </p:txBody>
      </p:sp>
      <p:sp>
        <p:nvSpPr>
          <p:cNvPr id="190" name="Google Shape;190;p3"/>
          <p:cNvSpPr/>
          <p:nvPr/>
        </p:nvSpPr>
        <p:spPr>
          <a:xfrm>
            <a:off x="3908725" y="3859050"/>
            <a:ext cx="4026300" cy="1147500"/>
          </a:xfrm>
          <a:prstGeom prst="roundRect">
            <a:avLst>
              <a:gd fmla="val 16667" name="adj"/>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3"/>
          <p:cNvPicPr preferRelativeResize="0"/>
          <p:nvPr/>
        </p:nvPicPr>
        <p:blipFill>
          <a:blip r:embed="rId4">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600947766c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97" name="Google Shape;197;g2600947766c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98" name="Google Shape;198;g2600947766c_0_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199" name="Google Shape;199;g2600947766c_0_6"/>
          <p:cNvPicPr preferRelativeResize="0"/>
          <p:nvPr/>
        </p:nvPicPr>
        <p:blipFill rotWithShape="1">
          <a:blip r:embed="rId4">
            <a:alphaModFix/>
          </a:blip>
          <a:srcRect b="0" l="0" r="0" t="0"/>
          <a:stretch/>
        </p:blipFill>
        <p:spPr>
          <a:xfrm>
            <a:off x="4734250" y="1827200"/>
            <a:ext cx="598420" cy="4351201"/>
          </a:xfrm>
          <a:prstGeom prst="rect">
            <a:avLst/>
          </a:prstGeom>
          <a:noFill/>
          <a:ln>
            <a:noFill/>
          </a:ln>
        </p:spPr>
      </p:pic>
      <p:pic>
        <p:nvPicPr>
          <p:cNvPr id="200" name="Google Shape;200;g2600947766c_0_6"/>
          <p:cNvPicPr preferRelativeResize="0"/>
          <p:nvPr/>
        </p:nvPicPr>
        <p:blipFill rotWithShape="1">
          <a:blip r:embed="rId5">
            <a:alphaModFix/>
          </a:blip>
          <a:srcRect b="0" l="0" r="0" t="0"/>
          <a:stretch/>
        </p:blipFill>
        <p:spPr>
          <a:xfrm>
            <a:off x="8429075" y="3146550"/>
            <a:ext cx="1236075" cy="864200"/>
          </a:xfrm>
          <a:prstGeom prst="rect">
            <a:avLst/>
          </a:prstGeom>
          <a:noFill/>
          <a:ln>
            <a:noFill/>
          </a:ln>
        </p:spPr>
      </p:pic>
      <p:sp>
        <p:nvSpPr>
          <p:cNvPr id="201" name="Google Shape;201;g2600947766c_0_6"/>
          <p:cNvSpPr txBox="1"/>
          <p:nvPr/>
        </p:nvSpPr>
        <p:spPr>
          <a:xfrm>
            <a:off x="1734250" y="23461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decena</a:t>
            </a:r>
            <a:endParaRPr b="0" i="0" sz="2400" u="none" cap="none" strike="noStrike">
              <a:solidFill>
                <a:srgbClr val="000000"/>
              </a:solidFill>
              <a:latin typeface="Arial"/>
              <a:ea typeface="Arial"/>
              <a:cs typeface="Arial"/>
              <a:sym typeface="Arial"/>
            </a:endParaRPr>
          </a:p>
        </p:txBody>
      </p:sp>
      <p:sp>
        <p:nvSpPr>
          <p:cNvPr id="202" name="Google Shape;202;g2600947766c_0_6"/>
          <p:cNvSpPr txBox="1"/>
          <p:nvPr/>
        </p:nvSpPr>
        <p:spPr>
          <a:xfrm>
            <a:off x="7919650" y="21199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1 unidad</a:t>
            </a:r>
            <a:endParaRPr b="0" i="0" sz="2400" u="none" cap="none" strike="noStrike">
              <a:solidFill>
                <a:srgbClr val="000000"/>
              </a:solidFill>
              <a:latin typeface="Arial"/>
              <a:ea typeface="Arial"/>
              <a:cs typeface="Arial"/>
              <a:sym typeface="Arial"/>
            </a:endParaRPr>
          </a:p>
        </p:txBody>
      </p:sp>
      <p:sp>
        <p:nvSpPr>
          <p:cNvPr id="203" name="Google Shape;203;g2600947766c_0_6"/>
          <p:cNvSpPr txBox="1"/>
          <p:nvPr/>
        </p:nvSpPr>
        <p:spPr>
          <a:xfrm>
            <a:off x="1286325" y="319975"/>
            <a:ext cx="109023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Representación  de n° por medio de bloques multibase</a:t>
            </a:r>
            <a:endParaRPr b="0" i="0" sz="2400" u="none" cap="none" strike="noStrike">
              <a:solidFill>
                <a:srgbClr val="000000"/>
              </a:solidFill>
              <a:latin typeface="Arial"/>
              <a:ea typeface="Arial"/>
              <a:cs typeface="Arial"/>
              <a:sym typeface="Arial"/>
            </a:endParaRPr>
          </a:p>
        </p:txBody>
      </p:sp>
      <p:pic>
        <p:nvPicPr>
          <p:cNvPr id="204" name="Google Shape;204;g2600947766c_0_6"/>
          <p:cNvPicPr preferRelativeResize="0"/>
          <p:nvPr/>
        </p:nvPicPr>
        <p:blipFill>
          <a:blip r:embed="rId6">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315f12d08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10" name="Google Shape;210;g3315f12d089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211" name="Google Shape;211;g3315f12d089_0_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12" name="Google Shape;212;g3315f12d089_0_0"/>
          <p:cNvSpPr txBox="1"/>
          <p:nvPr/>
        </p:nvSpPr>
        <p:spPr>
          <a:xfrm>
            <a:off x="1638175" y="859525"/>
            <a:ext cx="85521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4200">
                <a:solidFill>
                  <a:schemeClr val="lt1"/>
                </a:solidFill>
                <a:highlight>
                  <a:srgbClr val="009287"/>
                </a:highlight>
                <a:latin typeface="Patrick Hand"/>
                <a:ea typeface="Patrick Hand"/>
                <a:cs typeface="Patrick Hand"/>
                <a:sym typeface="Patrick Hand"/>
              </a:rPr>
              <a:t>Unidades y decenas</a:t>
            </a:r>
            <a:endParaRPr/>
          </a:p>
        </p:txBody>
      </p:sp>
      <p:sp>
        <p:nvSpPr>
          <p:cNvPr id="213" name="Google Shape;213;g3315f12d089_0_0"/>
          <p:cNvSpPr txBox="1"/>
          <p:nvPr/>
        </p:nvSpPr>
        <p:spPr>
          <a:xfrm>
            <a:off x="66475" y="1443625"/>
            <a:ext cx="11695500" cy="74346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Si tienen problemas con el concepto de unidades y decenas, pueden ver el siguiente video: </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4"/>
              </a:rPr>
              <a:t>https://youtu.be/4EwDT4Hr0ko</a:t>
            </a:r>
            <a:endParaRPr sz="3000">
              <a:solidFill>
                <a:schemeClr val="dk1"/>
              </a:solidFill>
              <a:latin typeface="Patrick Hand"/>
              <a:ea typeface="Patrick Hand"/>
              <a:cs typeface="Patrick Hand"/>
              <a:sym typeface="Patrick Hand"/>
            </a:endParaRPr>
          </a:p>
          <a:p>
            <a:pPr indent="-400050" lvl="0" marL="457200" rtl="0" algn="l">
              <a:spcBef>
                <a:spcPts val="0"/>
              </a:spcBef>
              <a:spcAft>
                <a:spcPts val="0"/>
              </a:spcAft>
              <a:buClr>
                <a:schemeClr val="dk1"/>
              </a:buClr>
              <a:buSzPts val="2700"/>
              <a:buFont typeface="Patrick Hand"/>
              <a:buChar char="●"/>
            </a:pPr>
            <a:r>
              <a:rPr lang="es-ES" sz="2700">
                <a:solidFill>
                  <a:schemeClr val="dk1"/>
                </a:solidFill>
                <a:latin typeface="Patrick Hand"/>
                <a:ea typeface="Patrick Hand"/>
                <a:cs typeface="Patrick Hand"/>
                <a:sym typeface="Patrick Hand"/>
              </a:rPr>
              <a:t>Encontrarán un ejemplo práctico en este video: </a:t>
            </a:r>
            <a:endParaRPr sz="27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5"/>
              </a:rPr>
              <a:t>https://youtu.be/d5oG3sMuNHw</a:t>
            </a:r>
            <a:endParaRPr sz="3000">
              <a:solidFill>
                <a:schemeClr val="dk1"/>
              </a:solidFill>
              <a:latin typeface="Patrick Hand"/>
              <a:ea typeface="Patrick Hand"/>
              <a:cs typeface="Patrick Hand"/>
              <a:sym typeface="Patrick Hand"/>
            </a:endParaRPr>
          </a:p>
          <a:p>
            <a:pPr indent="-317500" lvl="0" marL="457200" rtl="0" algn="l">
              <a:spcBef>
                <a:spcPts val="0"/>
              </a:spcBef>
              <a:spcAft>
                <a:spcPts val="0"/>
              </a:spcAft>
              <a:buClr>
                <a:schemeClr val="dk1"/>
              </a:buClr>
              <a:buSzPts val="1400"/>
              <a:buFont typeface="Patrick Hand"/>
              <a:buChar char="●"/>
            </a:pPr>
            <a:r>
              <a:rPr lang="es-ES" sz="2700">
                <a:solidFill>
                  <a:schemeClr val="dk1"/>
                </a:solidFill>
                <a:latin typeface="Patrick Hand"/>
                <a:ea typeface="Patrick Hand"/>
                <a:cs typeface="Patrick Hand"/>
                <a:sym typeface="Patrick Hand"/>
              </a:rPr>
              <a:t>Ejercicio (evaluación) de valor posicional en este enlace:</a:t>
            </a:r>
            <a:r>
              <a:rPr lang="es-ES" sz="3000">
                <a:solidFill>
                  <a:schemeClr val="dk1"/>
                </a:solidFill>
                <a:latin typeface="Patrick Hand"/>
                <a:ea typeface="Patrick Hand"/>
                <a:cs typeface="Patrick Hand"/>
                <a:sym typeface="Patrick Hand"/>
              </a:rPr>
              <a:t>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rPr lang="es-ES" sz="3000" u="sng">
                <a:solidFill>
                  <a:schemeClr val="hlink"/>
                </a:solidFill>
                <a:latin typeface="Patrick Hand"/>
                <a:ea typeface="Patrick Hand"/>
                <a:cs typeface="Patrick Hand"/>
                <a:sym typeface="Patrick Hand"/>
                <a:hlinkClick r:id="rId6"/>
              </a:rPr>
              <a:t>https://es.khanacademy.org/math/cc-1st-grade-math/cc-1st-place-value/cc-1st-ones-tens/e/tens-and-ones</a:t>
            </a:r>
            <a:endParaRPr sz="3000">
              <a:solidFill>
                <a:schemeClr val="dk1"/>
              </a:solidFill>
              <a:latin typeface="Patrick Hand"/>
              <a:ea typeface="Patrick Hand"/>
              <a:cs typeface="Patrick Hand"/>
              <a:sym typeface="Patrick Hand"/>
            </a:endParaRPr>
          </a:p>
          <a:p>
            <a:pPr indent="-317500" lvl="0" marL="457200" rtl="0" algn="l">
              <a:spcBef>
                <a:spcPts val="0"/>
              </a:spcBef>
              <a:spcAft>
                <a:spcPts val="0"/>
              </a:spcAft>
              <a:buSzPts val="1400"/>
              <a:buFont typeface="Patrick Hand"/>
              <a:buChar char="●"/>
            </a:pPr>
            <a:r>
              <a:rPr lang="es-ES" sz="2700">
                <a:solidFill>
                  <a:schemeClr val="dk1"/>
                </a:solidFill>
                <a:latin typeface="Patrick Hand"/>
                <a:ea typeface="Patrick Hand"/>
                <a:cs typeface="Patrick Hand"/>
                <a:sym typeface="Patrick Hand"/>
              </a:rPr>
              <a:t>Juegos de valor posicional: </a:t>
            </a:r>
            <a:r>
              <a:rPr lang="es-ES" sz="3000" u="sng">
                <a:solidFill>
                  <a:schemeClr val="hlink"/>
                </a:solidFill>
                <a:latin typeface="Patrick Hand"/>
                <a:ea typeface="Patrick Hand"/>
                <a:cs typeface="Patrick Hand"/>
                <a:sym typeface="Patrick Hand"/>
                <a:hlinkClick r:id="rId7"/>
              </a:rPr>
              <a:t>https://wordwall.net/es/resource/16081790/decenas-y-unidades</a:t>
            </a:r>
            <a:endParaRPr sz="30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rPr lang="es-ES" sz="3000" u="sng">
                <a:solidFill>
                  <a:schemeClr val="hlink"/>
                </a:solidFill>
                <a:latin typeface="Patrick Hand"/>
                <a:ea typeface="Patrick Hand"/>
                <a:cs typeface="Patrick Hand"/>
                <a:sym typeface="Patrick Hand"/>
                <a:hlinkClick r:id="rId8"/>
              </a:rPr>
              <a:t>https://www.mundoprimaria.com/juegos-educativos/jueg-mat-num-51</a:t>
            </a:r>
            <a:endParaRPr sz="30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t/>
            </a:r>
            <a:endParaRPr sz="3000">
              <a:solidFill>
                <a:schemeClr val="dk1"/>
              </a:solidFill>
              <a:latin typeface="Patrick Hand"/>
              <a:ea typeface="Patrick Hand"/>
              <a:cs typeface="Patrick Hand"/>
              <a:sym typeface="Patrick Hand"/>
            </a:endParaRPr>
          </a:p>
          <a:p>
            <a:pPr indent="0" lvl="0" marL="457200" rtl="0" algn="l">
              <a:spcBef>
                <a:spcPts val="0"/>
              </a:spcBef>
              <a:spcAft>
                <a:spcPts val="0"/>
              </a:spcAft>
              <a:buNone/>
            </a:pPr>
            <a:r>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t/>
            </a:r>
            <a:endParaRPr sz="3000">
              <a:solidFill>
                <a:schemeClr val="dk1"/>
              </a:solidFill>
              <a:latin typeface="Patrick Hand"/>
              <a:ea typeface="Patrick Hand"/>
              <a:cs typeface="Patrick Hand"/>
              <a:sym typeface="Patrick Hand"/>
            </a:endParaRPr>
          </a:p>
          <a:p>
            <a:pPr indent="0" lvl="0" marL="0" rtl="0" algn="l">
              <a:spcBef>
                <a:spcPts val="0"/>
              </a:spcBef>
              <a:spcAft>
                <a:spcPts val="0"/>
              </a:spcAft>
              <a:buNone/>
            </a:pPr>
            <a:r>
              <a:t/>
            </a:r>
            <a:endParaRPr sz="3000">
              <a:solidFill>
                <a:schemeClr val="dk1"/>
              </a:solidFill>
              <a:latin typeface="Patrick Hand"/>
              <a:ea typeface="Patrick Hand"/>
              <a:cs typeface="Patrick Hand"/>
              <a:sym typeface="Patrick Hand"/>
            </a:endParaRPr>
          </a:p>
        </p:txBody>
      </p:sp>
      <p:pic>
        <p:nvPicPr>
          <p:cNvPr id="214" name="Google Shape;214;g3315f12d089_0_0"/>
          <p:cNvPicPr preferRelativeResize="0"/>
          <p:nvPr/>
        </p:nvPicPr>
        <p:blipFill>
          <a:blip r:embed="rId9">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601a83bd95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20" name="Google Shape;220;g2601a83bd95_0_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21" name="Google Shape;221;g2601a83bd95_0_7"/>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222" name="Google Shape;222;g2601a83bd95_0_7"/>
          <p:cNvPicPr preferRelativeResize="0"/>
          <p:nvPr/>
        </p:nvPicPr>
        <p:blipFill rotWithShape="1">
          <a:blip r:embed="rId4">
            <a:alphaModFix/>
          </a:blip>
          <a:srcRect b="0" l="0" r="0" t="0"/>
          <a:stretch/>
        </p:blipFill>
        <p:spPr>
          <a:xfrm>
            <a:off x="3046400" y="1581250"/>
            <a:ext cx="246800" cy="1794451"/>
          </a:xfrm>
          <a:prstGeom prst="rect">
            <a:avLst/>
          </a:prstGeom>
          <a:noFill/>
          <a:ln>
            <a:noFill/>
          </a:ln>
        </p:spPr>
      </p:pic>
      <p:pic>
        <p:nvPicPr>
          <p:cNvPr id="223" name="Google Shape;223;g2601a83bd95_0_7"/>
          <p:cNvPicPr preferRelativeResize="0"/>
          <p:nvPr/>
        </p:nvPicPr>
        <p:blipFill rotWithShape="1">
          <a:blip r:embed="rId5">
            <a:alphaModFix/>
          </a:blip>
          <a:srcRect b="0" l="0" r="0" t="0"/>
          <a:stretch/>
        </p:blipFill>
        <p:spPr>
          <a:xfrm>
            <a:off x="4301586" y="1581250"/>
            <a:ext cx="613742" cy="429100"/>
          </a:xfrm>
          <a:prstGeom prst="rect">
            <a:avLst/>
          </a:prstGeom>
          <a:noFill/>
          <a:ln>
            <a:noFill/>
          </a:ln>
        </p:spPr>
      </p:pic>
      <p:sp>
        <p:nvSpPr>
          <p:cNvPr id="224" name="Google Shape;224;g2601a83bd95_0_7"/>
          <p:cNvSpPr txBox="1"/>
          <p:nvPr/>
        </p:nvSpPr>
        <p:spPr>
          <a:xfrm>
            <a:off x="7465050" y="2010350"/>
            <a:ext cx="225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3  3</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4</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3  7</a:t>
            </a:r>
            <a:endParaRPr b="0" i="0" sz="4000" u="none" cap="none" strike="noStrike">
              <a:solidFill>
                <a:schemeClr val="dk1"/>
              </a:solidFill>
              <a:latin typeface="Patrick Hand"/>
              <a:ea typeface="Patrick Hand"/>
              <a:cs typeface="Patrick Hand"/>
              <a:sym typeface="Patrick Hand"/>
            </a:endParaRPr>
          </a:p>
        </p:txBody>
      </p:sp>
      <p:sp>
        <p:nvSpPr>
          <p:cNvPr id="225" name="Google Shape;225;g2601a83bd95_0_7"/>
          <p:cNvSpPr txBox="1"/>
          <p:nvPr/>
        </p:nvSpPr>
        <p:spPr>
          <a:xfrm>
            <a:off x="1385825" y="319975"/>
            <a:ext cx="10802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Suma de n° con dos dígitos con n° de 1 dígito.</a:t>
            </a:r>
            <a:endParaRPr b="0" i="0" sz="2400" u="none" cap="none" strike="noStrike">
              <a:solidFill>
                <a:srgbClr val="000000"/>
              </a:solidFill>
              <a:latin typeface="Arial"/>
              <a:ea typeface="Arial"/>
              <a:cs typeface="Arial"/>
              <a:sym typeface="Arial"/>
            </a:endParaRPr>
          </a:p>
        </p:txBody>
      </p:sp>
      <p:pic>
        <p:nvPicPr>
          <p:cNvPr id="226" name="Google Shape;226;g2601a83bd95_0_7"/>
          <p:cNvPicPr preferRelativeResize="0"/>
          <p:nvPr/>
        </p:nvPicPr>
        <p:blipFill rotWithShape="1">
          <a:blip r:embed="rId5">
            <a:alphaModFix/>
          </a:blip>
          <a:srcRect b="0" l="0" r="0" t="0"/>
          <a:stretch/>
        </p:blipFill>
        <p:spPr>
          <a:xfrm>
            <a:off x="4301586" y="2010350"/>
            <a:ext cx="613742" cy="429100"/>
          </a:xfrm>
          <a:prstGeom prst="rect">
            <a:avLst/>
          </a:prstGeom>
          <a:noFill/>
          <a:ln>
            <a:noFill/>
          </a:ln>
        </p:spPr>
      </p:pic>
      <p:pic>
        <p:nvPicPr>
          <p:cNvPr id="227" name="Google Shape;227;g2601a83bd95_0_7"/>
          <p:cNvPicPr preferRelativeResize="0"/>
          <p:nvPr/>
        </p:nvPicPr>
        <p:blipFill rotWithShape="1">
          <a:blip r:embed="rId5">
            <a:alphaModFix/>
          </a:blip>
          <a:srcRect b="0" l="0" r="0" t="0"/>
          <a:stretch/>
        </p:blipFill>
        <p:spPr>
          <a:xfrm>
            <a:off x="4712986" y="1690825"/>
            <a:ext cx="613742" cy="429100"/>
          </a:xfrm>
          <a:prstGeom prst="rect">
            <a:avLst/>
          </a:prstGeom>
          <a:noFill/>
          <a:ln>
            <a:noFill/>
          </a:ln>
        </p:spPr>
      </p:pic>
      <p:pic>
        <p:nvPicPr>
          <p:cNvPr id="228" name="Google Shape;228;g2601a83bd95_0_7"/>
          <p:cNvPicPr preferRelativeResize="0"/>
          <p:nvPr/>
        </p:nvPicPr>
        <p:blipFill rotWithShape="1">
          <a:blip r:embed="rId5">
            <a:alphaModFix/>
          </a:blip>
          <a:srcRect b="0" l="0" r="0" t="0"/>
          <a:stretch/>
        </p:blipFill>
        <p:spPr>
          <a:xfrm>
            <a:off x="4301586" y="3673000"/>
            <a:ext cx="613742" cy="429100"/>
          </a:xfrm>
          <a:prstGeom prst="rect">
            <a:avLst/>
          </a:prstGeom>
          <a:noFill/>
          <a:ln>
            <a:noFill/>
          </a:ln>
        </p:spPr>
      </p:pic>
      <p:pic>
        <p:nvPicPr>
          <p:cNvPr id="229" name="Google Shape;229;g2601a83bd95_0_7"/>
          <p:cNvPicPr preferRelativeResize="0"/>
          <p:nvPr/>
        </p:nvPicPr>
        <p:blipFill rotWithShape="1">
          <a:blip r:embed="rId5">
            <a:alphaModFix/>
          </a:blip>
          <a:srcRect b="0" l="0" r="0" t="0"/>
          <a:stretch/>
        </p:blipFill>
        <p:spPr>
          <a:xfrm>
            <a:off x="4804586" y="3673000"/>
            <a:ext cx="613742" cy="429100"/>
          </a:xfrm>
          <a:prstGeom prst="rect">
            <a:avLst/>
          </a:prstGeom>
          <a:noFill/>
          <a:ln>
            <a:noFill/>
          </a:ln>
        </p:spPr>
      </p:pic>
      <p:pic>
        <p:nvPicPr>
          <p:cNvPr id="230" name="Google Shape;230;g2601a83bd95_0_7"/>
          <p:cNvPicPr preferRelativeResize="0"/>
          <p:nvPr/>
        </p:nvPicPr>
        <p:blipFill rotWithShape="1">
          <a:blip r:embed="rId5">
            <a:alphaModFix/>
          </a:blip>
          <a:srcRect b="0" l="0" r="0" t="0"/>
          <a:stretch/>
        </p:blipFill>
        <p:spPr>
          <a:xfrm>
            <a:off x="4301586" y="4102100"/>
            <a:ext cx="613742" cy="429100"/>
          </a:xfrm>
          <a:prstGeom prst="rect">
            <a:avLst/>
          </a:prstGeom>
          <a:noFill/>
          <a:ln>
            <a:noFill/>
          </a:ln>
        </p:spPr>
      </p:pic>
      <p:pic>
        <p:nvPicPr>
          <p:cNvPr id="231" name="Google Shape;231;g2601a83bd95_0_7"/>
          <p:cNvPicPr preferRelativeResize="0"/>
          <p:nvPr/>
        </p:nvPicPr>
        <p:blipFill rotWithShape="1">
          <a:blip r:embed="rId5">
            <a:alphaModFix/>
          </a:blip>
          <a:srcRect b="0" l="0" r="0" t="0"/>
          <a:stretch/>
        </p:blipFill>
        <p:spPr>
          <a:xfrm>
            <a:off x="4712986" y="4102100"/>
            <a:ext cx="613742" cy="429100"/>
          </a:xfrm>
          <a:prstGeom prst="rect">
            <a:avLst/>
          </a:prstGeom>
          <a:noFill/>
          <a:ln>
            <a:noFill/>
          </a:ln>
        </p:spPr>
      </p:pic>
      <p:pic>
        <p:nvPicPr>
          <p:cNvPr id="232" name="Google Shape;232;g2601a83bd95_0_7"/>
          <p:cNvPicPr preferRelativeResize="0"/>
          <p:nvPr/>
        </p:nvPicPr>
        <p:blipFill rotWithShape="1">
          <a:blip r:embed="rId4">
            <a:alphaModFix/>
          </a:blip>
          <a:srcRect b="0" l="0" r="0" t="0"/>
          <a:stretch/>
        </p:blipFill>
        <p:spPr>
          <a:xfrm>
            <a:off x="3427400" y="1581250"/>
            <a:ext cx="246800" cy="1794451"/>
          </a:xfrm>
          <a:prstGeom prst="rect">
            <a:avLst/>
          </a:prstGeom>
          <a:noFill/>
          <a:ln>
            <a:noFill/>
          </a:ln>
        </p:spPr>
      </p:pic>
      <p:pic>
        <p:nvPicPr>
          <p:cNvPr id="233" name="Google Shape;233;g2601a83bd95_0_7"/>
          <p:cNvPicPr preferRelativeResize="0"/>
          <p:nvPr/>
        </p:nvPicPr>
        <p:blipFill rotWithShape="1">
          <a:blip r:embed="rId4">
            <a:alphaModFix/>
          </a:blip>
          <a:srcRect b="0" l="0" r="0" t="0"/>
          <a:stretch/>
        </p:blipFill>
        <p:spPr>
          <a:xfrm>
            <a:off x="2665400" y="1581250"/>
            <a:ext cx="246800" cy="1794451"/>
          </a:xfrm>
          <a:prstGeom prst="rect">
            <a:avLst/>
          </a:prstGeom>
          <a:noFill/>
          <a:ln>
            <a:noFill/>
          </a:ln>
        </p:spPr>
      </p:pic>
      <p:sp>
        <p:nvSpPr>
          <p:cNvPr id="234" name="Google Shape;234;g2601a83bd95_0_7"/>
          <p:cNvSpPr txBox="1"/>
          <p:nvPr/>
        </p:nvSpPr>
        <p:spPr>
          <a:xfrm>
            <a:off x="2951725" y="8904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cxnSp>
        <p:nvCxnSpPr>
          <p:cNvPr id="235" name="Google Shape;235;g2601a83bd95_0_7"/>
          <p:cNvCxnSpPr/>
          <p:nvPr/>
        </p:nvCxnSpPr>
        <p:spPr>
          <a:xfrm>
            <a:off x="4033075" y="1279200"/>
            <a:ext cx="17700" cy="3766500"/>
          </a:xfrm>
          <a:prstGeom prst="straightConnector1">
            <a:avLst/>
          </a:prstGeom>
          <a:noFill/>
          <a:ln cap="flat" cmpd="sng" w="9525">
            <a:solidFill>
              <a:srgbClr val="009287"/>
            </a:solidFill>
            <a:prstDash val="solid"/>
            <a:round/>
            <a:headEnd len="sm" w="sm" type="none"/>
            <a:tailEnd len="sm" w="sm" type="none"/>
          </a:ln>
        </p:spPr>
      </p:cxnSp>
      <p:cxnSp>
        <p:nvCxnSpPr>
          <p:cNvPr id="236" name="Google Shape;236;g2601a83bd95_0_7"/>
          <p:cNvCxnSpPr/>
          <p:nvPr/>
        </p:nvCxnSpPr>
        <p:spPr>
          <a:xfrm flipH="1" rot="10800000">
            <a:off x="2132025" y="3606800"/>
            <a:ext cx="3517800" cy="35400"/>
          </a:xfrm>
          <a:prstGeom prst="straightConnector1">
            <a:avLst/>
          </a:prstGeom>
          <a:noFill/>
          <a:ln cap="flat" cmpd="sng" w="9525">
            <a:solidFill>
              <a:srgbClr val="009287"/>
            </a:solidFill>
            <a:prstDash val="solid"/>
            <a:round/>
            <a:headEnd len="sm" w="sm" type="none"/>
            <a:tailEnd len="sm" w="sm" type="none"/>
          </a:ln>
        </p:spPr>
      </p:cxnSp>
      <p:sp>
        <p:nvSpPr>
          <p:cNvPr id="237" name="Google Shape;237;g2601a83bd95_0_7"/>
          <p:cNvSpPr txBox="1"/>
          <p:nvPr/>
        </p:nvSpPr>
        <p:spPr>
          <a:xfrm>
            <a:off x="6544025" y="4267950"/>
            <a:ext cx="57609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Cuento las unidades que tengo en total y lo escribo bajo las unidades</a:t>
            </a:r>
            <a:endParaRPr b="0" i="0" sz="2900" u="none" cap="none" strike="noStrike">
              <a:solidFill>
                <a:schemeClr val="dk1"/>
              </a:solidFill>
              <a:latin typeface="Patrick Hand"/>
              <a:ea typeface="Patrick Hand"/>
              <a:cs typeface="Patrick Hand"/>
              <a:sym typeface="Patrick Hand"/>
            </a:endParaRPr>
          </a:p>
        </p:txBody>
      </p:sp>
      <p:sp>
        <p:nvSpPr>
          <p:cNvPr id="238" name="Google Shape;238;g2601a83bd95_0_7"/>
          <p:cNvSpPr txBox="1"/>
          <p:nvPr/>
        </p:nvSpPr>
        <p:spPr>
          <a:xfrm>
            <a:off x="6544025" y="5380413"/>
            <a:ext cx="57609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Cuento las decenas y lo escribo bajo las decenas. </a:t>
            </a:r>
            <a:endParaRPr b="0" i="0" sz="2900" u="none" cap="none" strike="noStrike">
              <a:solidFill>
                <a:schemeClr val="dk1"/>
              </a:solidFill>
              <a:latin typeface="Patrick Hand"/>
              <a:ea typeface="Patrick Hand"/>
              <a:cs typeface="Patrick Hand"/>
              <a:sym typeface="Patrick Hand"/>
            </a:endParaRPr>
          </a:p>
        </p:txBody>
      </p:sp>
      <p:cxnSp>
        <p:nvCxnSpPr>
          <p:cNvPr id="239" name="Google Shape;239;g2601a83bd95_0_7"/>
          <p:cNvCxnSpPr/>
          <p:nvPr/>
        </p:nvCxnSpPr>
        <p:spPr>
          <a:xfrm flipH="1">
            <a:off x="7906325" y="3304625"/>
            <a:ext cx="1456800" cy="17700"/>
          </a:xfrm>
          <a:prstGeom prst="straightConnector1">
            <a:avLst/>
          </a:prstGeom>
          <a:noFill/>
          <a:ln cap="flat" cmpd="sng" w="9525">
            <a:solidFill>
              <a:srgbClr val="009287"/>
            </a:solidFill>
            <a:prstDash val="solid"/>
            <a:round/>
            <a:headEnd len="sm" w="sm" type="none"/>
            <a:tailEnd len="sm" w="sm" type="none"/>
          </a:ln>
        </p:spPr>
      </p:cxnSp>
      <p:sp>
        <p:nvSpPr>
          <p:cNvPr id="240" name="Google Shape;240;g2601a83bd95_0_7"/>
          <p:cNvSpPr txBox="1"/>
          <p:nvPr/>
        </p:nvSpPr>
        <p:spPr>
          <a:xfrm>
            <a:off x="7853400" y="12792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sp>
        <p:nvSpPr>
          <p:cNvPr id="241" name="Google Shape;241;g2601a83bd95_0_7"/>
          <p:cNvSpPr/>
          <p:nvPr/>
        </p:nvSpPr>
        <p:spPr>
          <a:xfrm>
            <a:off x="5921500" y="45402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42" name="Google Shape;242;g2601a83bd95_0_7"/>
          <p:cNvSpPr/>
          <p:nvPr/>
        </p:nvSpPr>
        <p:spPr>
          <a:xfrm>
            <a:off x="5921500" y="54271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43" name="Google Shape;243;g2601a83bd95_0_7"/>
          <p:cNvSpPr txBox="1"/>
          <p:nvPr/>
        </p:nvSpPr>
        <p:spPr>
          <a:xfrm>
            <a:off x="7872050" y="3883375"/>
            <a:ext cx="3000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s-ES" sz="2900" u="sng" cap="none" strike="noStrike">
                <a:solidFill>
                  <a:srgbClr val="000000"/>
                </a:solidFill>
                <a:latin typeface="Patrick Hand"/>
                <a:ea typeface="Patrick Hand"/>
                <a:cs typeface="Patrick Hand"/>
                <a:sym typeface="Patrick Hand"/>
              </a:rPr>
              <a:t>Pasos </a:t>
            </a:r>
            <a:endParaRPr b="1" i="0" sz="1400" u="sng" cap="none" strike="noStrike">
              <a:solidFill>
                <a:srgbClr val="000000"/>
              </a:solidFill>
              <a:latin typeface="Arial"/>
              <a:ea typeface="Arial"/>
              <a:cs typeface="Arial"/>
              <a:sym typeface="Arial"/>
            </a:endParaRPr>
          </a:p>
        </p:txBody>
      </p:sp>
      <p:sp>
        <p:nvSpPr>
          <p:cNvPr id="244" name="Google Shape;244;g2601a83bd95_0_7"/>
          <p:cNvSpPr txBox="1"/>
          <p:nvPr/>
        </p:nvSpPr>
        <p:spPr>
          <a:xfrm>
            <a:off x="187925" y="1690825"/>
            <a:ext cx="3000000" cy="800400"/>
          </a:xfrm>
          <a:prstGeom prst="rect">
            <a:avLst/>
          </a:prstGeom>
          <a:noFill/>
          <a:ln>
            <a:noFill/>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3  3</a:t>
            </a:r>
            <a:endParaRPr b="0" i="0" sz="1400" u="none" cap="none" strike="noStrike">
              <a:solidFill>
                <a:srgbClr val="000000"/>
              </a:solidFill>
              <a:latin typeface="Arial"/>
              <a:ea typeface="Arial"/>
              <a:cs typeface="Arial"/>
              <a:sym typeface="Arial"/>
            </a:endParaRPr>
          </a:p>
        </p:txBody>
      </p:sp>
      <p:sp>
        <p:nvSpPr>
          <p:cNvPr id="245" name="Google Shape;245;g2601a83bd95_0_7"/>
          <p:cNvSpPr txBox="1"/>
          <p:nvPr/>
        </p:nvSpPr>
        <p:spPr>
          <a:xfrm>
            <a:off x="1129575" y="38365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cxnSp>
        <p:nvCxnSpPr>
          <p:cNvPr id="246" name="Google Shape;246;g2601a83bd95_0_7"/>
          <p:cNvCxnSpPr/>
          <p:nvPr/>
        </p:nvCxnSpPr>
        <p:spPr>
          <a:xfrm>
            <a:off x="1543350" y="2167550"/>
            <a:ext cx="852900" cy="0"/>
          </a:xfrm>
          <a:prstGeom prst="straightConnector1">
            <a:avLst/>
          </a:prstGeom>
          <a:noFill/>
          <a:ln cap="flat" cmpd="sng" w="28575">
            <a:solidFill>
              <a:srgbClr val="009287"/>
            </a:solidFill>
            <a:prstDash val="solid"/>
            <a:round/>
            <a:headEnd len="sm" w="sm" type="none"/>
            <a:tailEnd len="med" w="med" type="triangle"/>
          </a:ln>
        </p:spPr>
      </p:cxnSp>
      <p:cxnSp>
        <p:nvCxnSpPr>
          <p:cNvPr id="247" name="Google Shape;247;g2601a83bd95_0_7"/>
          <p:cNvCxnSpPr/>
          <p:nvPr/>
        </p:nvCxnSpPr>
        <p:spPr>
          <a:xfrm flipH="1" rot="10800000">
            <a:off x="1693000" y="4299550"/>
            <a:ext cx="1931400" cy="17100"/>
          </a:xfrm>
          <a:prstGeom prst="straightConnector1">
            <a:avLst/>
          </a:prstGeom>
          <a:noFill/>
          <a:ln cap="flat" cmpd="sng" w="28575">
            <a:solidFill>
              <a:srgbClr val="009287"/>
            </a:solidFill>
            <a:prstDash val="solid"/>
            <a:round/>
            <a:headEnd len="sm" w="sm" type="none"/>
            <a:tailEnd len="med" w="med" type="triangle"/>
          </a:ln>
        </p:spPr>
      </p:cxnSp>
      <p:pic>
        <p:nvPicPr>
          <p:cNvPr id="248" name="Google Shape;248;g2601a83bd95_0_7"/>
          <p:cNvPicPr preferRelativeResize="0"/>
          <p:nvPr/>
        </p:nvPicPr>
        <p:blipFill>
          <a:blip r:embed="rId6">
            <a:alphaModFix/>
          </a:blip>
          <a:stretch>
            <a:fillRect/>
          </a:stretch>
        </p:blipFill>
        <p:spPr>
          <a:xfrm>
            <a:off x="11084575" y="513387"/>
            <a:ext cx="975700" cy="1029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2601a83bd95_0_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54" name="Google Shape;254;g2601a83bd95_0_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55" name="Google Shape;255;g2601a83bd95_0_78"/>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56" name="Google Shape;256;g2601a83bd95_0_78"/>
          <p:cNvSpPr txBox="1"/>
          <p:nvPr/>
        </p:nvSpPr>
        <p:spPr>
          <a:xfrm>
            <a:off x="1246850" y="1903775"/>
            <a:ext cx="225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2  7</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2  9</a:t>
            </a:r>
            <a:endParaRPr b="0" i="0" sz="4000" u="none" cap="none" strike="noStrike">
              <a:solidFill>
                <a:schemeClr val="dk1"/>
              </a:solidFill>
              <a:latin typeface="Patrick Hand"/>
              <a:ea typeface="Patrick Hand"/>
              <a:cs typeface="Patrick Hand"/>
              <a:sym typeface="Patrick Hand"/>
            </a:endParaRPr>
          </a:p>
        </p:txBody>
      </p:sp>
      <p:sp>
        <p:nvSpPr>
          <p:cNvPr id="257" name="Google Shape;257;g2601a83bd95_0_78"/>
          <p:cNvSpPr txBox="1"/>
          <p:nvPr/>
        </p:nvSpPr>
        <p:spPr>
          <a:xfrm>
            <a:off x="1385825" y="319975"/>
            <a:ext cx="108027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Suma de n° con dos dígitos con n° de 1 dígito.</a:t>
            </a:r>
            <a:endParaRPr b="0" i="0" sz="2400" u="none" cap="none" strike="noStrike">
              <a:solidFill>
                <a:srgbClr val="000000"/>
              </a:solidFill>
              <a:latin typeface="Arial"/>
              <a:ea typeface="Arial"/>
              <a:cs typeface="Arial"/>
              <a:sym typeface="Arial"/>
            </a:endParaRPr>
          </a:p>
        </p:txBody>
      </p:sp>
      <p:sp>
        <p:nvSpPr>
          <p:cNvPr id="258" name="Google Shape;258;g2601a83bd95_0_78"/>
          <p:cNvSpPr txBox="1"/>
          <p:nvPr/>
        </p:nvSpPr>
        <p:spPr>
          <a:xfrm>
            <a:off x="4625225" y="169082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sumando las unidades. En este caso 7 + 2 = 9. Escribo el 9 bajo las unidades. </a:t>
            </a:r>
            <a:endParaRPr b="0" i="0" sz="2900" u="none" cap="none" strike="noStrike">
              <a:solidFill>
                <a:schemeClr val="dk1"/>
              </a:solidFill>
              <a:latin typeface="Patrick Hand"/>
              <a:ea typeface="Patrick Hand"/>
              <a:cs typeface="Patrick Hand"/>
              <a:sym typeface="Patrick Hand"/>
            </a:endParaRPr>
          </a:p>
        </p:txBody>
      </p:sp>
      <p:sp>
        <p:nvSpPr>
          <p:cNvPr id="259" name="Google Shape;259;g2601a83bd95_0_78"/>
          <p:cNvSpPr txBox="1"/>
          <p:nvPr/>
        </p:nvSpPr>
        <p:spPr>
          <a:xfrm>
            <a:off x="4767300" y="2945275"/>
            <a:ext cx="65865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sumo las decenas, en este caso 2 + 0 = 2. Escribo el 2 bajo las decenas. </a:t>
            </a:r>
            <a:endParaRPr b="0" i="0" sz="2900" u="none" cap="none" strike="noStrike">
              <a:solidFill>
                <a:schemeClr val="dk1"/>
              </a:solidFill>
              <a:latin typeface="Patrick Hand"/>
              <a:ea typeface="Patrick Hand"/>
              <a:cs typeface="Patrick Hand"/>
              <a:sym typeface="Patrick Hand"/>
            </a:endParaRPr>
          </a:p>
        </p:txBody>
      </p:sp>
      <p:sp>
        <p:nvSpPr>
          <p:cNvPr id="260" name="Google Shape;260;g2601a83bd95_0_78"/>
          <p:cNvSpPr txBox="1"/>
          <p:nvPr/>
        </p:nvSpPr>
        <p:spPr>
          <a:xfrm>
            <a:off x="4825725" y="4199725"/>
            <a:ext cx="65865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Obtengo el resultado</a:t>
            </a:r>
            <a:endParaRPr b="0" i="0" sz="2900" u="none" cap="none" strike="noStrike">
              <a:solidFill>
                <a:schemeClr val="dk1"/>
              </a:solidFill>
              <a:latin typeface="Patrick Hand"/>
              <a:ea typeface="Patrick Hand"/>
              <a:cs typeface="Patrick Hand"/>
              <a:sym typeface="Patrick Hand"/>
            </a:endParaRPr>
          </a:p>
        </p:txBody>
      </p:sp>
      <p:sp>
        <p:nvSpPr>
          <p:cNvPr id="261" name="Google Shape;261;g2601a83bd95_0_78"/>
          <p:cNvSpPr/>
          <p:nvPr/>
        </p:nvSpPr>
        <p:spPr>
          <a:xfrm>
            <a:off x="4011425" y="19630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62" name="Google Shape;262;g2601a83bd95_0_78"/>
          <p:cNvSpPr/>
          <p:nvPr/>
        </p:nvSpPr>
        <p:spPr>
          <a:xfrm>
            <a:off x="4011425" y="316172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263" name="Google Shape;263;g2601a83bd95_0_78"/>
          <p:cNvSpPr/>
          <p:nvPr/>
        </p:nvSpPr>
        <p:spPr>
          <a:xfrm>
            <a:off x="4011425" y="43603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cxnSp>
        <p:nvCxnSpPr>
          <p:cNvPr id="264" name="Google Shape;264;g2601a83bd95_0_78"/>
          <p:cNvCxnSpPr/>
          <p:nvPr/>
        </p:nvCxnSpPr>
        <p:spPr>
          <a:xfrm>
            <a:off x="1599025" y="3180275"/>
            <a:ext cx="1332600" cy="17700"/>
          </a:xfrm>
          <a:prstGeom prst="straightConnector1">
            <a:avLst/>
          </a:prstGeom>
          <a:noFill/>
          <a:ln cap="flat" cmpd="sng" w="9525">
            <a:solidFill>
              <a:schemeClr val="dk1"/>
            </a:solidFill>
            <a:prstDash val="solid"/>
            <a:round/>
            <a:headEnd len="sm" w="sm" type="none"/>
            <a:tailEnd len="sm" w="sm" type="none"/>
          </a:ln>
        </p:spPr>
      </p:cxnSp>
      <p:pic>
        <p:nvPicPr>
          <p:cNvPr id="265" name="Google Shape;265;g2601a83bd95_0_78"/>
          <p:cNvPicPr preferRelativeResize="0"/>
          <p:nvPr/>
        </p:nvPicPr>
        <p:blipFill>
          <a:blip r:embed="rId4">
            <a:alphaModFix/>
          </a:blip>
          <a:stretch>
            <a:fillRect/>
          </a:stretch>
        </p:blipFill>
        <p:spPr>
          <a:xfrm>
            <a:off x="11084575" y="5224162"/>
            <a:ext cx="975700" cy="1029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601a83bd95_0_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71" name="Google Shape;271;g2601a83bd95_0_3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72" name="Google Shape;272;g2601a83bd95_0_39"/>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pic>
        <p:nvPicPr>
          <p:cNvPr id="273" name="Google Shape;273;g2601a83bd95_0_39"/>
          <p:cNvPicPr preferRelativeResize="0"/>
          <p:nvPr/>
        </p:nvPicPr>
        <p:blipFill rotWithShape="1">
          <a:blip r:embed="rId4">
            <a:alphaModFix/>
          </a:blip>
          <a:srcRect b="0" l="0" r="0" t="0"/>
          <a:stretch/>
        </p:blipFill>
        <p:spPr>
          <a:xfrm>
            <a:off x="2971675" y="1581250"/>
            <a:ext cx="246800" cy="1794451"/>
          </a:xfrm>
          <a:prstGeom prst="rect">
            <a:avLst/>
          </a:prstGeom>
          <a:noFill/>
          <a:ln>
            <a:noFill/>
          </a:ln>
        </p:spPr>
      </p:pic>
      <p:pic>
        <p:nvPicPr>
          <p:cNvPr id="274" name="Google Shape;274;g2601a83bd95_0_39"/>
          <p:cNvPicPr preferRelativeResize="0"/>
          <p:nvPr/>
        </p:nvPicPr>
        <p:blipFill rotWithShape="1">
          <a:blip r:embed="rId5">
            <a:alphaModFix/>
          </a:blip>
          <a:srcRect b="0" l="0" r="0" t="0"/>
          <a:stretch/>
        </p:blipFill>
        <p:spPr>
          <a:xfrm>
            <a:off x="4301586" y="1581250"/>
            <a:ext cx="613742" cy="429100"/>
          </a:xfrm>
          <a:prstGeom prst="rect">
            <a:avLst/>
          </a:prstGeom>
          <a:noFill/>
          <a:ln>
            <a:noFill/>
          </a:ln>
        </p:spPr>
      </p:pic>
      <p:sp>
        <p:nvSpPr>
          <p:cNvPr id="275" name="Google Shape;275;g2601a83bd95_0_39"/>
          <p:cNvSpPr txBox="1"/>
          <p:nvPr/>
        </p:nvSpPr>
        <p:spPr>
          <a:xfrm>
            <a:off x="7508075" y="2773563"/>
            <a:ext cx="2253300" cy="8004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dk1"/>
              </a:buClr>
              <a:buSzPts val="4000"/>
              <a:buFont typeface="Patrick Hand"/>
              <a:buChar char="+"/>
            </a:pPr>
            <a:r>
              <a:t/>
            </a:r>
            <a:endParaRPr b="0" i="0" sz="4000" u="none" cap="none" strike="noStrike">
              <a:solidFill>
                <a:schemeClr val="dk1"/>
              </a:solidFill>
              <a:latin typeface="Patrick Hand"/>
              <a:ea typeface="Patrick Hand"/>
              <a:cs typeface="Patrick Hand"/>
              <a:sym typeface="Patrick Hand"/>
            </a:endParaRPr>
          </a:p>
        </p:txBody>
      </p:sp>
      <p:sp>
        <p:nvSpPr>
          <p:cNvPr id="276" name="Google Shape;276;g2601a83bd95_0_39"/>
          <p:cNvSpPr txBox="1"/>
          <p:nvPr/>
        </p:nvSpPr>
        <p:spPr>
          <a:xfrm>
            <a:off x="0" y="197625"/>
            <a:ext cx="108027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800"/>
              <a:buFont typeface="Arial"/>
              <a:buNone/>
            </a:pPr>
            <a:r>
              <a:rPr b="0" i="0" lang="es-ES" sz="3800" u="none" cap="none" strike="noStrike">
                <a:solidFill>
                  <a:schemeClr val="dk1"/>
                </a:solidFill>
                <a:latin typeface="Patrick Hand"/>
                <a:ea typeface="Patrick Hand"/>
                <a:cs typeface="Patrick Hand"/>
                <a:sym typeface="Patrick Hand"/>
              </a:rPr>
              <a:t>¿Qué suma representa?</a:t>
            </a:r>
            <a:endParaRPr b="0" i="0" sz="2200" u="none" cap="none" strike="noStrike">
              <a:solidFill>
                <a:srgbClr val="000000"/>
              </a:solidFill>
              <a:latin typeface="Arial"/>
              <a:ea typeface="Arial"/>
              <a:cs typeface="Arial"/>
              <a:sym typeface="Arial"/>
            </a:endParaRPr>
          </a:p>
        </p:txBody>
      </p:sp>
      <p:pic>
        <p:nvPicPr>
          <p:cNvPr id="277" name="Google Shape;277;g2601a83bd95_0_39"/>
          <p:cNvPicPr preferRelativeResize="0"/>
          <p:nvPr/>
        </p:nvPicPr>
        <p:blipFill rotWithShape="1">
          <a:blip r:embed="rId5">
            <a:alphaModFix/>
          </a:blip>
          <a:srcRect b="0" l="0" r="0" t="0"/>
          <a:stretch/>
        </p:blipFill>
        <p:spPr>
          <a:xfrm>
            <a:off x="4712986" y="1690825"/>
            <a:ext cx="613742" cy="429100"/>
          </a:xfrm>
          <a:prstGeom prst="rect">
            <a:avLst/>
          </a:prstGeom>
          <a:noFill/>
          <a:ln>
            <a:noFill/>
          </a:ln>
        </p:spPr>
      </p:pic>
      <p:pic>
        <p:nvPicPr>
          <p:cNvPr id="278" name="Google Shape;278;g2601a83bd95_0_39"/>
          <p:cNvPicPr preferRelativeResize="0"/>
          <p:nvPr/>
        </p:nvPicPr>
        <p:blipFill rotWithShape="1">
          <a:blip r:embed="rId5">
            <a:alphaModFix/>
          </a:blip>
          <a:srcRect b="0" l="0" r="0" t="0"/>
          <a:stretch/>
        </p:blipFill>
        <p:spPr>
          <a:xfrm>
            <a:off x="4301586" y="3673000"/>
            <a:ext cx="613742" cy="429100"/>
          </a:xfrm>
          <a:prstGeom prst="rect">
            <a:avLst/>
          </a:prstGeom>
          <a:noFill/>
          <a:ln>
            <a:noFill/>
          </a:ln>
        </p:spPr>
      </p:pic>
      <p:pic>
        <p:nvPicPr>
          <p:cNvPr id="279" name="Google Shape;279;g2601a83bd95_0_39"/>
          <p:cNvPicPr preferRelativeResize="0"/>
          <p:nvPr/>
        </p:nvPicPr>
        <p:blipFill rotWithShape="1">
          <a:blip r:embed="rId5">
            <a:alphaModFix/>
          </a:blip>
          <a:srcRect b="0" l="0" r="0" t="0"/>
          <a:stretch/>
        </p:blipFill>
        <p:spPr>
          <a:xfrm>
            <a:off x="4804586" y="3673000"/>
            <a:ext cx="613742" cy="429100"/>
          </a:xfrm>
          <a:prstGeom prst="rect">
            <a:avLst/>
          </a:prstGeom>
          <a:noFill/>
          <a:ln>
            <a:noFill/>
          </a:ln>
        </p:spPr>
      </p:pic>
      <p:pic>
        <p:nvPicPr>
          <p:cNvPr id="280" name="Google Shape;280;g2601a83bd95_0_39"/>
          <p:cNvPicPr preferRelativeResize="0"/>
          <p:nvPr/>
        </p:nvPicPr>
        <p:blipFill rotWithShape="1">
          <a:blip r:embed="rId5">
            <a:alphaModFix/>
          </a:blip>
          <a:srcRect b="0" l="0" r="0" t="0"/>
          <a:stretch/>
        </p:blipFill>
        <p:spPr>
          <a:xfrm>
            <a:off x="4301586" y="4102100"/>
            <a:ext cx="613742" cy="429100"/>
          </a:xfrm>
          <a:prstGeom prst="rect">
            <a:avLst/>
          </a:prstGeom>
          <a:noFill/>
          <a:ln>
            <a:noFill/>
          </a:ln>
        </p:spPr>
      </p:pic>
      <p:pic>
        <p:nvPicPr>
          <p:cNvPr id="281" name="Google Shape;281;g2601a83bd95_0_39"/>
          <p:cNvPicPr preferRelativeResize="0"/>
          <p:nvPr/>
        </p:nvPicPr>
        <p:blipFill rotWithShape="1">
          <a:blip r:embed="rId5">
            <a:alphaModFix/>
          </a:blip>
          <a:srcRect b="0" l="0" r="0" t="0"/>
          <a:stretch/>
        </p:blipFill>
        <p:spPr>
          <a:xfrm>
            <a:off x="4712986" y="4102100"/>
            <a:ext cx="613742" cy="429100"/>
          </a:xfrm>
          <a:prstGeom prst="rect">
            <a:avLst/>
          </a:prstGeom>
          <a:noFill/>
          <a:ln>
            <a:noFill/>
          </a:ln>
        </p:spPr>
      </p:pic>
      <p:pic>
        <p:nvPicPr>
          <p:cNvPr id="282" name="Google Shape;282;g2601a83bd95_0_39"/>
          <p:cNvPicPr preferRelativeResize="0"/>
          <p:nvPr/>
        </p:nvPicPr>
        <p:blipFill rotWithShape="1">
          <a:blip r:embed="rId4">
            <a:alphaModFix/>
          </a:blip>
          <a:srcRect b="0" l="0" r="0" t="0"/>
          <a:stretch/>
        </p:blipFill>
        <p:spPr>
          <a:xfrm>
            <a:off x="2665400" y="1581250"/>
            <a:ext cx="246800" cy="1794451"/>
          </a:xfrm>
          <a:prstGeom prst="rect">
            <a:avLst/>
          </a:prstGeom>
          <a:noFill/>
          <a:ln>
            <a:noFill/>
          </a:ln>
        </p:spPr>
      </p:pic>
      <p:sp>
        <p:nvSpPr>
          <p:cNvPr id="283" name="Google Shape;283;g2601a83bd95_0_39"/>
          <p:cNvSpPr txBox="1"/>
          <p:nvPr/>
        </p:nvSpPr>
        <p:spPr>
          <a:xfrm>
            <a:off x="2951725" y="8904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cxnSp>
        <p:nvCxnSpPr>
          <p:cNvPr id="284" name="Google Shape;284;g2601a83bd95_0_39"/>
          <p:cNvCxnSpPr/>
          <p:nvPr/>
        </p:nvCxnSpPr>
        <p:spPr>
          <a:xfrm>
            <a:off x="4033075" y="1279200"/>
            <a:ext cx="17700" cy="3766500"/>
          </a:xfrm>
          <a:prstGeom prst="straightConnector1">
            <a:avLst/>
          </a:prstGeom>
          <a:noFill/>
          <a:ln cap="flat" cmpd="sng" w="9525">
            <a:solidFill>
              <a:srgbClr val="009287"/>
            </a:solidFill>
            <a:prstDash val="solid"/>
            <a:round/>
            <a:headEnd len="sm" w="sm" type="none"/>
            <a:tailEnd len="sm" w="sm" type="none"/>
          </a:ln>
        </p:spPr>
      </p:cxnSp>
      <p:cxnSp>
        <p:nvCxnSpPr>
          <p:cNvPr id="285" name="Google Shape;285;g2601a83bd95_0_39"/>
          <p:cNvCxnSpPr/>
          <p:nvPr/>
        </p:nvCxnSpPr>
        <p:spPr>
          <a:xfrm flipH="1" rot="10800000">
            <a:off x="2132025" y="3606800"/>
            <a:ext cx="3517800" cy="35400"/>
          </a:xfrm>
          <a:prstGeom prst="straightConnector1">
            <a:avLst/>
          </a:prstGeom>
          <a:noFill/>
          <a:ln cap="flat" cmpd="sng" w="9525">
            <a:solidFill>
              <a:srgbClr val="009287"/>
            </a:solidFill>
            <a:prstDash val="solid"/>
            <a:round/>
            <a:headEnd len="sm" w="sm" type="none"/>
            <a:tailEnd len="sm" w="sm" type="none"/>
          </a:ln>
        </p:spPr>
      </p:cxnSp>
      <p:sp>
        <p:nvSpPr>
          <p:cNvPr id="286" name="Google Shape;286;g2601a83bd95_0_39"/>
          <p:cNvSpPr txBox="1"/>
          <p:nvPr/>
        </p:nvSpPr>
        <p:spPr>
          <a:xfrm>
            <a:off x="6544025" y="4267950"/>
            <a:ext cx="57609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Cuento las unidades que tengo en total y lo escribo bajo las unidades</a:t>
            </a:r>
            <a:endParaRPr b="0" i="0" sz="2900" u="none" cap="none" strike="noStrike">
              <a:solidFill>
                <a:schemeClr val="dk1"/>
              </a:solidFill>
              <a:latin typeface="Patrick Hand"/>
              <a:ea typeface="Patrick Hand"/>
              <a:cs typeface="Patrick Hand"/>
              <a:sym typeface="Patrick Hand"/>
            </a:endParaRPr>
          </a:p>
        </p:txBody>
      </p:sp>
      <p:sp>
        <p:nvSpPr>
          <p:cNvPr id="287" name="Google Shape;287;g2601a83bd95_0_39"/>
          <p:cNvSpPr txBox="1"/>
          <p:nvPr/>
        </p:nvSpPr>
        <p:spPr>
          <a:xfrm>
            <a:off x="6544025" y="5380413"/>
            <a:ext cx="5760900" cy="1077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Cuento las decenas y lo escribo bajo las decenas. </a:t>
            </a:r>
            <a:endParaRPr b="0" i="0" sz="2900" u="none" cap="none" strike="noStrike">
              <a:solidFill>
                <a:schemeClr val="dk1"/>
              </a:solidFill>
              <a:latin typeface="Patrick Hand"/>
              <a:ea typeface="Patrick Hand"/>
              <a:cs typeface="Patrick Hand"/>
              <a:sym typeface="Patrick Hand"/>
            </a:endParaRPr>
          </a:p>
        </p:txBody>
      </p:sp>
      <p:cxnSp>
        <p:nvCxnSpPr>
          <p:cNvPr id="288" name="Google Shape;288;g2601a83bd95_0_39"/>
          <p:cNvCxnSpPr/>
          <p:nvPr/>
        </p:nvCxnSpPr>
        <p:spPr>
          <a:xfrm flipH="1">
            <a:off x="7906325" y="3304625"/>
            <a:ext cx="1456800" cy="17700"/>
          </a:xfrm>
          <a:prstGeom prst="straightConnector1">
            <a:avLst/>
          </a:prstGeom>
          <a:noFill/>
          <a:ln cap="flat" cmpd="sng" w="9525">
            <a:solidFill>
              <a:srgbClr val="009287"/>
            </a:solidFill>
            <a:prstDash val="solid"/>
            <a:round/>
            <a:headEnd len="sm" w="sm" type="none"/>
            <a:tailEnd len="sm" w="sm" type="none"/>
          </a:ln>
        </p:spPr>
      </p:cxnSp>
      <p:sp>
        <p:nvSpPr>
          <p:cNvPr id="289" name="Google Shape;289;g2601a83bd95_0_39"/>
          <p:cNvSpPr txBox="1"/>
          <p:nvPr/>
        </p:nvSpPr>
        <p:spPr>
          <a:xfrm>
            <a:off x="7853400" y="127920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D   U</a:t>
            </a:r>
            <a:endParaRPr b="0" i="0" sz="1400" u="none" cap="none" strike="noStrike">
              <a:solidFill>
                <a:srgbClr val="000000"/>
              </a:solidFill>
              <a:latin typeface="Arial"/>
              <a:ea typeface="Arial"/>
              <a:cs typeface="Arial"/>
              <a:sym typeface="Arial"/>
            </a:endParaRPr>
          </a:p>
        </p:txBody>
      </p:sp>
      <p:sp>
        <p:nvSpPr>
          <p:cNvPr id="290" name="Google Shape;290;g2601a83bd95_0_39"/>
          <p:cNvSpPr/>
          <p:nvPr/>
        </p:nvSpPr>
        <p:spPr>
          <a:xfrm>
            <a:off x="5921500" y="4540200"/>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291" name="Google Shape;291;g2601a83bd95_0_39"/>
          <p:cNvSpPr/>
          <p:nvPr/>
        </p:nvSpPr>
        <p:spPr>
          <a:xfrm>
            <a:off x="5921500" y="54271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pic>
        <p:nvPicPr>
          <p:cNvPr id="292" name="Google Shape;292;g2601a83bd95_0_39"/>
          <p:cNvPicPr preferRelativeResize="0"/>
          <p:nvPr/>
        </p:nvPicPr>
        <p:blipFill rotWithShape="1">
          <a:blip r:embed="rId5">
            <a:alphaModFix/>
          </a:blip>
          <a:srcRect b="0" l="0" r="0" t="0"/>
          <a:stretch/>
        </p:blipFill>
        <p:spPr>
          <a:xfrm>
            <a:off x="4400686" y="4531200"/>
            <a:ext cx="613742" cy="429100"/>
          </a:xfrm>
          <a:prstGeom prst="rect">
            <a:avLst/>
          </a:prstGeom>
          <a:noFill/>
          <a:ln>
            <a:noFill/>
          </a:ln>
        </p:spPr>
      </p:pic>
      <p:pic>
        <p:nvPicPr>
          <p:cNvPr id="293" name="Google Shape;293;g2601a83bd95_0_39"/>
          <p:cNvPicPr preferRelativeResize="0"/>
          <p:nvPr/>
        </p:nvPicPr>
        <p:blipFill rotWithShape="1">
          <a:blip r:embed="rId5">
            <a:alphaModFix/>
          </a:blip>
          <a:srcRect b="0" l="0" r="0" t="0"/>
          <a:stretch/>
        </p:blipFill>
        <p:spPr>
          <a:xfrm>
            <a:off x="4301586" y="2010350"/>
            <a:ext cx="613742" cy="429100"/>
          </a:xfrm>
          <a:prstGeom prst="rect">
            <a:avLst/>
          </a:prstGeom>
          <a:noFill/>
          <a:ln>
            <a:noFill/>
          </a:ln>
        </p:spPr>
      </p:pic>
      <p:pic>
        <p:nvPicPr>
          <p:cNvPr id="294" name="Google Shape;294;g2601a83bd95_0_39"/>
          <p:cNvPicPr preferRelativeResize="0"/>
          <p:nvPr/>
        </p:nvPicPr>
        <p:blipFill rotWithShape="1">
          <a:blip r:embed="rId4">
            <a:alphaModFix/>
          </a:blip>
          <a:srcRect b="0" l="0" r="0" t="0"/>
          <a:stretch/>
        </p:blipFill>
        <p:spPr>
          <a:xfrm>
            <a:off x="2360600" y="1581250"/>
            <a:ext cx="246800" cy="1794451"/>
          </a:xfrm>
          <a:prstGeom prst="rect">
            <a:avLst/>
          </a:prstGeom>
          <a:noFill/>
          <a:ln>
            <a:noFill/>
          </a:ln>
        </p:spPr>
      </p:pic>
      <p:pic>
        <p:nvPicPr>
          <p:cNvPr id="295" name="Google Shape;295;g2601a83bd95_0_39"/>
          <p:cNvPicPr preferRelativeResize="0"/>
          <p:nvPr/>
        </p:nvPicPr>
        <p:blipFill rotWithShape="1">
          <a:blip r:embed="rId4">
            <a:alphaModFix/>
          </a:blip>
          <a:srcRect b="0" l="0" r="0" t="0"/>
          <a:stretch/>
        </p:blipFill>
        <p:spPr>
          <a:xfrm>
            <a:off x="3275000" y="1581250"/>
            <a:ext cx="246800" cy="1794451"/>
          </a:xfrm>
          <a:prstGeom prst="rect">
            <a:avLst/>
          </a:prstGeom>
          <a:noFill/>
          <a:ln>
            <a:noFill/>
          </a:ln>
        </p:spPr>
      </p:pic>
      <p:sp>
        <p:nvSpPr>
          <p:cNvPr id="296" name="Google Shape;296;g2601a83bd95_0_39"/>
          <p:cNvSpPr txBox="1"/>
          <p:nvPr/>
        </p:nvSpPr>
        <p:spPr>
          <a:xfrm>
            <a:off x="102700" y="1581250"/>
            <a:ext cx="15903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¿Qué n° es este?</a:t>
            </a:r>
            <a:endParaRPr b="0" i="0" sz="1600" u="none" cap="none" strike="noStrike">
              <a:solidFill>
                <a:srgbClr val="000000"/>
              </a:solidFill>
              <a:latin typeface="Arial"/>
              <a:ea typeface="Arial"/>
              <a:cs typeface="Arial"/>
              <a:sym typeface="Arial"/>
            </a:endParaRPr>
          </a:p>
        </p:txBody>
      </p:sp>
      <p:sp>
        <p:nvSpPr>
          <p:cNvPr id="297" name="Google Shape;297;g2601a83bd95_0_39"/>
          <p:cNvSpPr txBox="1"/>
          <p:nvPr/>
        </p:nvSpPr>
        <p:spPr>
          <a:xfrm>
            <a:off x="102700" y="3731800"/>
            <a:ext cx="15903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chemeClr val="dk1"/>
                </a:solidFill>
                <a:latin typeface="Patrick Hand"/>
                <a:ea typeface="Patrick Hand"/>
                <a:cs typeface="Patrick Hand"/>
                <a:sym typeface="Patrick Hand"/>
              </a:rPr>
              <a:t>¿Qué n° es este?</a:t>
            </a:r>
            <a:endParaRPr b="0" i="0" sz="1600" u="none" cap="none" strike="noStrike">
              <a:solidFill>
                <a:srgbClr val="000000"/>
              </a:solidFill>
              <a:latin typeface="Arial"/>
              <a:ea typeface="Arial"/>
              <a:cs typeface="Arial"/>
              <a:sym typeface="Arial"/>
            </a:endParaRPr>
          </a:p>
        </p:txBody>
      </p:sp>
      <p:cxnSp>
        <p:nvCxnSpPr>
          <p:cNvPr id="298" name="Google Shape;298;g2601a83bd95_0_39"/>
          <p:cNvCxnSpPr>
            <a:stCxn id="297" idx="3"/>
          </p:cNvCxnSpPr>
          <p:nvPr/>
        </p:nvCxnSpPr>
        <p:spPr>
          <a:xfrm flipH="1" rot="10800000">
            <a:off x="1693000" y="4299550"/>
            <a:ext cx="1931400" cy="17100"/>
          </a:xfrm>
          <a:prstGeom prst="straightConnector1">
            <a:avLst/>
          </a:prstGeom>
          <a:noFill/>
          <a:ln cap="flat" cmpd="sng" w="28575">
            <a:solidFill>
              <a:srgbClr val="009287"/>
            </a:solidFill>
            <a:prstDash val="solid"/>
            <a:round/>
            <a:headEnd len="sm" w="sm" type="none"/>
            <a:tailEnd len="med" w="med" type="triangle"/>
          </a:ln>
        </p:spPr>
      </p:cxnSp>
      <p:cxnSp>
        <p:nvCxnSpPr>
          <p:cNvPr id="299" name="Google Shape;299;g2601a83bd95_0_39"/>
          <p:cNvCxnSpPr/>
          <p:nvPr/>
        </p:nvCxnSpPr>
        <p:spPr>
          <a:xfrm>
            <a:off x="1314750" y="2167550"/>
            <a:ext cx="852900" cy="0"/>
          </a:xfrm>
          <a:prstGeom prst="straightConnector1">
            <a:avLst/>
          </a:prstGeom>
          <a:noFill/>
          <a:ln cap="flat" cmpd="sng" w="28575">
            <a:solidFill>
              <a:srgbClr val="009287"/>
            </a:solidFill>
            <a:prstDash val="solid"/>
            <a:round/>
            <a:headEnd len="sm" w="sm" type="none"/>
            <a:tailEnd len="med" w="med" type="triangle"/>
          </a:ln>
        </p:spPr>
      </p:cxnSp>
      <p:sp>
        <p:nvSpPr>
          <p:cNvPr id="300" name="Google Shape;300;g2601a83bd95_0_39"/>
          <p:cNvSpPr txBox="1"/>
          <p:nvPr/>
        </p:nvSpPr>
        <p:spPr>
          <a:xfrm>
            <a:off x="7977775" y="1832000"/>
            <a:ext cx="1456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4   3 </a:t>
            </a:r>
            <a:endParaRPr b="0" i="0" sz="1400" u="none" cap="none" strike="noStrike">
              <a:solidFill>
                <a:srgbClr val="000000"/>
              </a:solidFill>
              <a:latin typeface="Arial"/>
              <a:ea typeface="Arial"/>
              <a:cs typeface="Arial"/>
              <a:sym typeface="Arial"/>
            </a:endParaRPr>
          </a:p>
        </p:txBody>
      </p:sp>
      <p:sp>
        <p:nvSpPr>
          <p:cNvPr id="301" name="Google Shape;301;g2601a83bd95_0_39"/>
          <p:cNvSpPr txBox="1"/>
          <p:nvPr/>
        </p:nvSpPr>
        <p:spPr>
          <a:xfrm>
            <a:off x="7977775" y="2579175"/>
            <a:ext cx="1456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5</a:t>
            </a:r>
            <a:endParaRPr b="0" i="0" sz="1400" u="none" cap="none" strike="noStrike">
              <a:solidFill>
                <a:srgbClr val="000000"/>
              </a:solidFill>
              <a:latin typeface="Arial"/>
              <a:ea typeface="Arial"/>
              <a:cs typeface="Arial"/>
              <a:sym typeface="Arial"/>
            </a:endParaRPr>
          </a:p>
        </p:txBody>
      </p:sp>
      <p:sp>
        <p:nvSpPr>
          <p:cNvPr id="302" name="Google Shape;302;g2601a83bd95_0_39"/>
          <p:cNvSpPr txBox="1"/>
          <p:nvPr/>
        </p:nvSpPr>
        <p:spPr>
          <a:xfrm>
            <a:off x="7906325" y="3329813"/>
            <a:ext cx="14568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4   8</a:t>
            </a:r>
            <a:endParaRPr b="0" i="0" sz="1400" u="none" cap="none" strike="noStrike">
              <a:solidFill>
                <a:srgbClr val="000000"/>
              </a:solidFill>
              <a:latin typeface="Arial"/>
              <a:ea typeface="Arial"/>
              <a:cs typeface="Arial"/>
              <a:sym typeface="Arial"/>
            </a:endParaRPr>
          </a:p>
        </p:txBody>
      </p:sp>
      <p:pic>
        <p:nvPicPr>
          <p:cNvPr id="303" name="Google Shape;303;g2601a83bd95_0_39"/>
          <p:cNvPicPr preferRelativeResize="0"/>
          <p:nvPr/>
        </p:nvPicPr>
        <p:blipFill>
          <a:blip r:embed="rId6">
            <a:alphaModFix/>
          </a:blip>
          <a:stretch>
            <a:fillRect/>
          </a:stretch>
        </p:blipFill>
        <p:spPr>
          <a:xfrm>
            <a:off x="11084575" y="5133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09" name="Google Shape;309;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10" name="Google Shape;310;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11" name="Google Shape;311;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12" name="Google Shape;312;g2601a83bd95_0_93"/>
          <p:cNvSpPr txBox="1"/>
          <p:nvPr/>
        </p:nvSpPr>
        <p:spPr>
          <a:xfrm>
            <a:off x="99225" y="890425"/>
            <a:ext cx="10515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a:t>
            </a:r>
            <a:endParaRPr b="0" i="0" sz="400" u="none" cap="none" strike="noStrike">
              <a:solidFill>
                <a:srgbClr val="000000"/>
              </a:solidFill>
              <a:latin typeface="Arial"/>
              <a:ea typeface="Arial"/>
              <a:cs typeface="Arial"/>
              <a:sym typeface="Arial"/>
            </a:endParaRPr>
          </a:p>
        </p:txBody>
      </p:sp>
      <p:sp>
        <p:nvSpPr>
          <p:cNvPr id="313" name="Google Shape;313;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3   5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3</a:t>
            </a:r>
            <a:endParaRPr b="0" i="0" sz="3400" u="none" cap="none" strike="noStrike">
              <a:solidFill>
                <a:srgbClr val="000000"/>
              </a:solidFill>
              <a:latin typeface="Patrick Hand"/>
              <a:ea typeface="Patrick Hand"/>
              <a:cs typeface="Patrick Hand"/>
              <a:sym typeface="Patrick Hand"/>
            </a:endParaRPr>
          </a:p>
        </p:txBody>
      </p:sp>
      <p:sp>
        <p:nvSpPr>
          <p:cNvPr id="314" name="Google Shape;314;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7</a:t>
            </a:r>
            <a:endParaRPr b="0" i="0" sz="3400" u="none" cap="none" strike="noStrike">
              <a:solidFill>
                <a:srgbClr val="000000"/>
              </a:solidFill>
              <a:latin typeface="Patrick Hand"/>
              <a:ea typeface="Patrick Hand"/>
              <a:cs typeface="Patrick Hand"/>
              <a:sym typeface="Patrick Hand"/>
            </a:endParaRPr>
          </a:p>
        </p:txBody>
      </p:sp>
      <p:sp>
        <p:nvSpPr>
          <p:cNvPr id="315" name="Google Shape;315;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8</a:t>
            </a:r>
            <a:endParaRPr b="0" i="0" sz="3400" u="none" cap="none" strike="noStrike">
              <a:solidFill>
                <a:srgbClr val="000000"/>
              </a:solidFill>
              <a:latin typeface="Patrick Hand"/>
              <a:ea typeface="Patrick Hand"/>
              <a:cs typeface="Patrick Hand"/>
              <a:sym typeface="Patrick Hand"/>
            </a:endParaRPr>
          </a:p>
        </p:txBody>
      </p:sp>
      <p:sp>
        <p:nvSpPr>
          <p:cNvPr id="316" name="Google Shape;316;g2601a83bd95_0_93"/>
          <p:cNvSpPr txBox="1"/>
          <p:nvPr/>
        </p:nvSpPr>
        <p:spPr>
          <a:xfrm>
            <a:off x="1860750" y="3987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4</a:t>
            </a:r>
            <a:endParaRPr b="0" i="0" sz="3400" u="none" cap="none" strike="noStrike">
              <a:solidFill>
                <a:srgbClr val="000000"/>
              </a:solidFill>
              <a:latin typeface="Patrick Hand"/>
              <a:ea typeface="Patrick Hand"/>
              <a:cs typeface="Patrick Hand"/>
              <a:sym typeface="Patrick Hand"/>
            </a:endParaRPr>
          </a:p>
        </p:txBody>
      </p:sp>
      <p:sp>
        <p:nvSpPr>
          <p:cNvPr id="317" name="Google Shape;317;g2601a83bd95_0_93"/>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5</a:t>
            </a:r>
            <a:endParaRPr b="0" i="0" sz="3400" u="none" cap="none" strike="noStrike">
              <a:solidFill>
                <a:srgbClr val="000000"/>
              </a:solidFill>
              <a:latin typeface="Patrick Hand"/>
              <a:ea typeface="Patrick Hand"/>
              <a:cs typeface="Patrick Hand"/>
              <a:sym typeface="Patrick Hand"/>
            </a:endParaRPr>
          </a:p>
        </p:txBody>
      </p:sp>
      <p:sp>
        <p:nvSpPr>
          <p:cNvPr id="318" name="Google Shape;318;g2601a83bd95_0_93"/>
          <p:cNvSpPr txBox="1"/>
          <p:nvPr/>
        </p:nvSpPr>
        <p:spPr>
          <a:xfrm>
            <a:off x="8584150"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2   2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6</a:t>
            </a:r>
            <a:endParaRPr b="0" i="0" sz="3400" u="none" cap="none" strike="noStrike">
              <a:solidFill>
                <a:srgbClr val="000000"/>
              </a:solidFill>
              <a:latin typeface="Patrick Hand"/>
              <a:ea typeface="Patrick Hand"/>
              <a:cs typeface="Patrick Hand"/>
              <a:sym typeface="Patrick Hand"/>
            </a:endParaRPr>
          </a:p>
        </p:txBody>
      </p:sp>
      <p:sp>
        <p:nvSpPr>
          <p:cNvPr id="319" name="Google Shape;319;g2601a83bd95_0_93"/>
          <p:cNvSpPr txBox="1"/>
          <p:nvPr/>
        </p:nvSpPr>
        <p:spPr>
          <a:xfrm>
            <a:off x="23299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3   8</a:t>
            </a:r>
            <a:endParaRPr b="0" i="0" sz="1400" u="none" cap="none" strike="noStrike">
              <a:solidFill>
                <a:srgbClr val="000000"/>
              </a:solidFill>
              <a:latin typeface="Arial"/>
              <a:ea typeface="Arial"/>
              <a:cs typeface="Arial"/>
              <a:sym typeface="Arial"/>
            </a:endParaRPr>
          </a:p>
        </p:txBody>
      </p:sp>
      <p:sp>
        <p:nvSpPr>
          <p:cNvPr id="320" name="Google Shape;320;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4   9</a:t>
            </a:r>
            <a:endParaRPr b="0" i="0" sz="1400" u="none" cap="none" strike="noStrike">
              <a:solidFill>
                <a:srgbClr val="000000"/>
              </a:solidFill>
              <a:latin typeface="Arial"/>
              <a:ea typeface="Arial"/>
              <a:cs typeface="Arial"/>
              <a:sym typeface="Arial"/>
            </a:endParaRPr>
          </a:p>
        </p:txBody>
      </p:sp>
      <p:cxnSp>
        <p:nvCxnSpPr>
          <p:cNvPr id="321" name="Google Shape;321;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2" name="Google Shape;322;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3" name="Google Shape;323;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24" name="Google Shape;324;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8   9</a:t>
            </a:r>
            <a:endParaRPr b="0" i="0" sz="1400" u="none" cap="none" strike="noStrike">
              <a:solidFill>
                <a:srgbClr val="000000"/>
              </a:solidFill>
              <a:latin typeface="Arial"/>
              <a:ea typeface="Arial"/>
              <a:cs typeface="Arial"/>
              <a:sym typeface="Arial"/>
            </a:endParaRPr>
          </a:p>
        </p:txBody>
      </p:sp>
      <p:cxnSp>
        <p:nvCxnSpPr>
          <p:cNvPr id="325" name="Google Shape;325;g2601a83bd95_0_93"/>
          <p:cNvCxnSpPr/>
          <p:nvPr/>
        </p:nvCxnSpPr>
        <p:spPr>
          <a:xfrm>
            <a:off x="8959625" y="5176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6" name="Google Shape;326;g2601a83bd95_0_93"/>
          <p:cNvCxnSpPr/>
          <p:nvPr/>
        </p:nvCxnSpPr>
        <p:spPr>
          <a:xfrm>
            <a:off x="5302025" y="5253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27" name="Google Shape;327;g2601a83bd95_0_93"/>
          <p:cNvCxnSpPr/>
          <p:nvPr/>
        </p:nvCxnSpPr>
        <p:spPr>
          <a:xfrm>
            <a:off x="2101625" y="5253050"/>
            <a:ext cx="1172700" cy="0"/>
          </a:xfrm>
          <a:prstGeom prst="straightConnector1">
            <a:avLst/>
          </a:prstGeom>
          <a:noFill/>
          <a:ln cap="flat" cmpd="sng" w="9525">
            <a:solidFill>
              <a:schemeClr val="dk1"/>
            </a:solidFill>
            <a:prstDash val="solid"/>
            <a:round/>
            <a:headEnd len="sm" w="sm" type="none"/>
            <a:tailEnd len="sm" w="sm" type="none"/>
          </a:ln>
        </p:spPr>
      </p:cxnSp>
      <p:sp>
        <p:nvSpPr>
          <p:cNvPr id="328" name="Google Shape;328;g2601a83bd95_0_93"/>
          <p:cNvSpPr txBox="1"/>
          <p:nvPr/>
        </p:nvSpPr>
        <p:spPr>
          <a:xfrm>
            <a:off x="89722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2   8</a:t>
            </a:r>
            <a:endParaRPr b="0" i="0" sz="1400" u="none" cap="none" strike="noStrike">
              <a:solidFill>
                <a:srgbClr val="000000"/>
              </a:solidFill>
              <a:latin typeface="Arial"/>
              <a:ea typeface="Arial"/>
              <a:cs typeface="Arial"/>
              <a:sym typeface="Arial"/>
            </a:endParaRPr>
          </a:p>
        </p:txBody>
      </p:sp>
      <p:sp>
        <p:nvSpPr>
          <p:cNvPr id="329" name="Google Shape;329;g2601a83bd95_0_93"/>
          <p:cNvSpPr txBox="1"/>
          <p:nvPr/>
        </p:nvSpPr>
        <p:spPr>
          <a:xfrm>
            <a:off x="53146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5    9</a:t>
            </a:r>
            <a:endParaRPr b="0" i="0" sz="1400" u="none" cap="none" strike="noStrike">
              <a:solidFill>
                <a:srgbClr val="000000"/>
              </a:solidFill>
              <a:latin typeface="Arial"/>
              <a:ea typeface="Arial"/>
              <a:cs typeface="Arial"/>
              <a:sym typeface="Arial"/>
            </a:endParaRPr>
          </a:p>
        </p:txBody>
      </p:sp>
      <p:sp>
        <p:nvSpPr>
          <p:cNvPr id="330" name="Google Shape;330;g2601a83bd95_0_93"/>
          <p:cNvSpPr txBox="1"/>
          <p:nvPr/>
        </p:nvSpPr>
        <p:spPr>
          <a:xfrm>
            <a:off x="2197500"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7    4</a:t>
            </a:r>
            <a:endParaRPr b="0" i="0" sz="1400" u="none" cap="none" strike="noStrike">
              <a:solidFill>
                <a:srgbClr val="000000"/>
              </a:solidFill>
              <a:latin typeface="Arial"/>
              <a:ea typeface="Arial"/>
              <a:cs typeface="Arial"/>
              <a:sym typeface="Arial"/>
            </a:endParaRPr>
          </a:p>
        </p:txBody>
      </p:sp>
      <p:pic>
        <p:nvPicPr>
          <p:cNvPr id="331" name="Google Shape;331;g2601a83bd95_0_93"/>
          <p:cNvPicPr preferRelativeResize="0"/>
          <p:nvPr/>
        </p:nvPicPr>
        <p:blipFill>
          <a:blip r:embed="rId4">
            <a:alphaModFix/>
          </a:blip>
          <a:stretch>
            <a:fillRect/>
          </a:stretch>
        </p:blipFill>
        <p:spPr>
          <a:xfrm>
            <a:off x="11084575" y="5224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2601a83bd95_0_1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37" name="Google Shape;337;g2601a83bd95_0_1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38" name="Google Shape;338;g2601a83bd95_0_11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339" name="Google Shape;339;g2601a83bd95_0_110"/>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40" name="Google Shape;340;g2601a83bd95_0_110"/>
          <p:cNvSpPr txBox="1"/>
          <p:nvPr/>
        </p:nvSpPr>
        <p:spPr>
          <a:xfrm>
            <a:off x="99225" y="890425"/>
            <a:ext cx="105156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a:t>
            </a:r>
            <a:endParaRPr b="0" i="0" sz="400" u="none" cap="none" strike="noStrike">
              <a:solidFill>
                <a:srgbClr val="000000"/>
              </a:solidFill>
              <a:latin typeface="Arial"/>
              <a:ea typeface="Arial"/>
              <a:cs typeface="Arial"/>
              <a:sym typeface="Arial"/>
            </a:endParaRPr>
          </a:p>
        </p:txBody>
      </p:sp>
      <p:sp>
        <p:nvSpPr>
          <p:cNvPr id="341" name="Google Shape;341;g2601a83bd95_0_110"/>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0</a:t>
            </a:r>
            <a:endParaRPr b="0" i="0" sz="3400" u="none" cap="none" strike="noStrike">
              <a:solidFill>
                <a:srgbClr val="000000"/>
              </a:solidFill>
              <a:latin typeface="Patrick Hand"/>
              <a:ea typeface="Patrick Hand"/>
              <a:cs typeface="Patrick Hand"/>
              <a:sym typeface="Patrick Hand"/>
            </a:endParaRPr>
          </a:p>
        </p:txBody>
      </p:sp>
      <p:sp>
        <p:nvSpPr>
          <p:cNvPr id="342" name="Google Shape;342;g2601a83bd95_0_110"/>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5   1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8</a:t>
            </a:r>
            <a:endParaRPr b="0" i="0" sz="3400" u="none" cap="none" strike="noStrike">
              <a:solidFill>
                <a:srgbClr val="000000"/>
              </a:solidFill>
              <a:latin typeface="Patrick Hand"/>
              <a:ea typeface="Patrick Hand"/>
              <a:cs typeface="Patrick Hand"/>
              <a:sym typeface="Patrick Hand"/>
            </a:endParaRPr>
          </a:p>
        </p:txBody>
      </p:sp>
      <p:sp>
        <p:nvSpPr>
          <p:cNvPr id="343" name="Google Shape;343;g2601a83bd95_0_110"/>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a:t>
            </a:r>
            <a:endParaRPr b="0" i="0" sz="3400" u="none" cap="none" strike="noStrike">
              <a:solidFill>
                <a:srgbClr val="000000"/>
              </a:solidFill>
              <a:latin typeface="Patrick Hand"/>
              <a:ea typeface="Patrick Hand"/>
              <a:cs typeface="Patrick Hand"/>
              <a:sym typeface="Patrick Hand"/>
            </a:endParaRPr>
          </a:p>
        </p:txBody>
      </p:sp>
      <p:sp>
        <p:nvSpPr>
          <p:cNvPr id="344" name="Google Shape;344;g2601a83bd95_0_110"/>
          <p:cNvSpPr txBox="1"/>
          <p:nvPr/>
        </p:nvSpPr>
        <p:spPr>
          <a:xfrm>
            <a:off x="1860750" y="39874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4   4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a:t>
            </a:r>
            <a:endParaRPr b="0" i="0" sz="3400" u="none" cap="none" strike="noStrike">
              <a:solidFill>
                <a:srgbClr val="000000"/>
              </a:solidFill>
              <a:latin typeface="Patrick Hand"/>
              <a:ea typeface="Patrick Hand"/>
              <a:cs typeface="Patrick Hand"/>
              <a:sym typeface="Patrick Hand"/>
            </a:endParaRPr>
          </a:p>
        </p:txBody>
      </p:sp>
      <p:sp>
        <p:nvSpPr>
          <p:cNvPr id="345" name="Google Shape;345;g2601a83bd95_0_110"/>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5</a:t>
            </a:r>
            <a:endParaRPr b="0" i="0" sz="3400" u="none" cap="none" strike="noStrike">
              <a:solidFill>
                <a:srgbClr val="000000"/>
              </a:solidFill>
              <a:latin typeface="Patrick Hand"/>
              <a:ea typeface="Patrick Hand"/>
              <a:cs typeface="Patrick Hand"/>
              <a:sym typeface="Patrick Hand"/>
            </a:endParaRPr>
          </a:p>
        </p:txBody>
      </p:sp>
      <p:sp>
        <p:nvSpPr>
          <p:cNvPr id="346" name="Google Shape;346;g2601a83bd95_0_110"/>
          <p:cNvSpPr txBox="1"/>
          <p:nvPr/>
        </p:nvSpPr>
        <p:spPr>
          <a:xfrm>
            <a:off x="8584150"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6</a:t>
            </a:r>
            <a:endParaRPr b="0" i="0" sz="3400" u="none" cap="none" strike="noStrike">
              <a:solidFill>
                <a:srgbClr val="000000"/>
              </a:solidFill>
              <a:latin typeface="Patrick Hand"/>
              <a:ea typeface="Patrick Hand"/>
              <a:cs typeface="Patrick Hand"/>
              <a:sym typeface="Patrick Hand"/>
            </a:endParaRPr>
          </a:p>
        </p:txBody>
      </p:sp>
      <p:cxnSp>
        <p:nvCxnSpPr>
          <p:cNvPr id="347" name="Google Shape;347;g2601a83bd95_0_110"/>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8" name="Google Shape;348;g2601a83bd95_0_110"/>
          <p:cNvCxnSpPr/>
          <p:nvPr/>
        </p:nvCxnSpPr>
        <p:spPr>
          <a:xfrm>
            <a:off x="52258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49" name="Google Shape;349;g2601a83bd95_0_110"/>
          <p:cNvCxnSpPr/>
          <p:nvPr/>
        </p:nvCxnSpPr>
        <p:spPr>
          <a:xfrm>
            <a:off x="88072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50" name="Google Shape;350;g2601a83bd95_0_110"/>
          <p:cNvCxnSpPr/>
          <p:nvPr/>
        </p:nvCxnSpPr>
        <p:spPr>
          <a:xfrm>
            <a:off x="2101625" y="5176850"/>
            <a:ext cx="1172700" cy="0"/>
          </a:xfrm>
          <a:prstGeom prst="straightConnector1">
            <a:avLst/>
          </a:prstGeom>
          <a:noFill/>
          <a:ln cap="flat" cmpd="sng" w="9525">
            <a:solidFill>
              <a:schemeClr val="dk1"/>
            </a:solidFill>
            <a:prstDash val="solid"/>
            <a:round/>
            <a:headEnd len="sm" w="sm" type="none"/>
            <a:tailEnd len="sm" w="sm" type="none"/>
          </a:ln>
        </p:spPr>
      </p:cxnSp>
      <p:cxnSp>
        <p:nvCxnSpPr>
          <p:cNvPr id="351" name="Google Shape;351;g2601a83bd95_0_110"/>
          <p:cNvCxnSpPr/>
          <p:nvPr/>
        </p:nvCxnSpPr>
        <p:spPr>
          <a:xfrm>
            <a:off x="5225825" y="5253050"/>
            <a:ext cx="1172700" cy="0"/>
          </a:xfrm>
          <a:prstGeom prst="straightConnector1">
            <a:avLst/>
          </a:prstGeom>
          <a:noFill/>
          <a:ln cap="flat" cmpd="sng" w="9525">
            <a:solidFill>
              <a:schemeClr val="dk1"/>
            </a:solidFill>
            <a:prstDash val="solid"/>
            <a:round/>
            <a:headEnd len="sm" w="sm" type="none"/>
            <a:tailEnd len="sm" w="sm" type="none"/>
          </a:ln>
        </p:spPr>
      </p:cxnSp>
      <p:cxnSp>
        <p:nvCxnSpPr>
          <p:cNvPr id="352" name="Google Shape;352;g2601a83bd95_0_110"/>
          <p:cNvCxnSpPr/>
          <p:nvPr/>
        </p:nvCxnSpPr>
        <p:spPr>
          <a:xfrm>
            <a:off x="8807225" y="5253050"/>
            <a:ext cx="1172700" cy="0"/>
          </a:xfrm>
          <a:prstGeom prst="straightConnector1">
            <a:avLst/>
          </a:prstGeom>
          <a:noFill/>
          <a:ln cap="flat" cmpd="sng" w="9525">
            <a:solidFill>
              <a:schemeClr val="dk1"/>
            </a:solidFill>
            <a:prstDash val="solid"/>
            <a:round/>
            <a:headEnd len="sm" w="sm" type="none"/>
            <a:tailEnd len="sm" w="sm" type="none"/>
          </a:ln>
        </p:spPr>
      </p:cxnSp>
      <p:sp>
        <p:nvSpPr>
          <p:cNvPr id="353" name="Google Shape;353;g2601a83bd95_0_110"/>
          <p:cNvSpPr txBox="1"/>
          <p:nvPr/>
        </p:nvSpPr>
        <p:spPr>
          <a:xfrm>
            <a:off x="23299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3   3</a:t>
            </a:r>
            <a:endParaRPr b="0" i="0" sz="1400" u="none" cap="none" strike="noStrike">
              <a:solidFill>
                <a:srgbClr val="000000"/>
              </a:solidFill>
              <a:latin typeface="Arial"/>
              <a:ea typeface="Arial"/>
              <a:cs typeface="Arial"/>
              <a:sym typeface="Arial"/>
            </a:endParaRPr>
          </a:p>
        </p:txBody>
      </p:sp>
      <p:sp>
        <p:nvSpPr>
          <p:cNvPr id="354" name="Google Shape;354;g2601a83bd95_0_110"/>
          <p:cNvSpPr txBox="1"/>
          <p:nvPr/>
        </p:nvSpPr>
        <p:spPr>
          <a:xfrm>
            <a:off x="5425275"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5   9</a:t>
            </a:r>
            <a:endParaRPr b="0" i="0" sz="1400" u="none" cap="none" strike="noStrike">
              <a:solidFill>
                <a:srgbClr val="000000"/>
              </a:solidFill>
              <a:latin typeface="Arial"/>
              <a:ea typeface="Arial"/>
              <a:cs typeface="Arial"/>
              <a:sym typeface="Arial"/>
            </a:endParaRPr>
          </a:p>
        </p:txBody>
      </p:sp>
      <p:sp>
        <p:nvSpPr>
          <p:cNvPr id="355" name="Google Shape;355;g2601a83bd95_0_110"/>
          <p:cNvSpPr txBox="1"/>
          <p:nvPr/>
        </p:nvSpPr>
        <p:spPr>
          <a:xfrm>
            <a:off x="90473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9   6</a:t>
            </a:r>
            <a:endParaRPr b="0" i="0" sz="1400" u="none" cap="none" strike="noStrike">
              <a:solidFill>
                <a:srgbClr val="000000"/>
              </a:solidFill>
              <a:latin typeface="Arial"/>
              <a:ea typeface="Arial"/>
              <a:cs typeface="Arial"/>
              <a:sym typeface="Arial"/>
            </a:endParaRPr>
          </a:p>
        </p:txBody>
      </p:sp>
      <p:sp>
        <p:nvSpPr>
          <p:cNvPr id="356" name="Google Shape;356;g2601a83bd95_0_110"/>
          <p:cNvSpPr txBox="1"/>
          <p:nvPr/>
        </p:nvSpPr>
        <p:spPr>
          <a:xfrm>
            <a:off x="2247750" y="5176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4   6</a:t>
            </a:r>
            <a:endParaRPr b="0" i="0" sz="1400" u="none" cap="none" strike="noStrike">
              <a:solidFill>
                <a:srgbClr val="000000"/>
              </a:solidFill>
              <a:latin typeface="Arial"/>
              <a:ea typeface="Arial"/>
              <a:cs typeface="Arial"/>
              <a:sym typeface="Arial"/>
            </a:endParaRPr>
          </a:p>
        </p:txBody>
      </p:sp>
      <p:sp>
        <p:nvSpPr>
          <p:cNvPr id="357" name="Google Shape;357;g2601a83bd95_0_110"/>
          <p:cNvSpPr txBox="1"/>
          <p:nvPr/>
        </p:nvSpPr>
        <p:spPr>
          <a:xfrm>
            <a:off x="5415950" y="51768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6   8</a:t>
            </a:r>
            <a:endParaRPr b="0" i="0" sz="1400" u="none" cap="none" strike="noStrike">
              <a:solidFill>
                <a:srgbClr val="000000"/>
              </a:solidFill>
              <a:latin typeface="Arial"/>
              <a:ea typeface="Arial"/>
              <a:cs typeface="Arial"/>
              <a:sym typeface="Arial"/>
            </a:endParaRPr>
          </a:p>
        </p:txBody>
      </p:sp>
      <p:sp>
        <p:nvSpPr>
          <p:cNvPr id="358" name="Google Shape;358;g2601a83bd95_0_110"/>
          <p:cNvSpPr txBox="1"/>
          <p:nvPr/>
        </p:nvSpPr>
        <p:spPr>
          <a:xfrm>
            <a:off x="8972225" y="5253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1   9</a:t>
            </a:r>
            <a:endParaRPr b="0" i="0" sz="1400" u="none" cap="none" strike="noStrike">
              <a:solidFill>
                <a:srgbClr val="000000"/>
              </a:solidFill>
              <a:latin typeface="Arial"/>
              <a:ea typeface="Arial"/>
              <a:cs typeface="Arial"/>
              <a:sym typeface="Arial"/>
            </a:endParaRPr>
          </a:p>
        </p:txBody>
      </p:sp>
      <p:pic>
        <p:nvPicPr>
          <p:cNvPr id="359" name="Google Shape;359;g2601a83bd95_0_110"/>
          <p:cNvPicPr preferRelativeResize="0"/>
          <p:nvPr/>
        </p:nvPicPr>
        <p:blipFill>
          <a:blip r:embed="rId4">
            <a:alphaModFix/>
          </a:blip>
          <a:stretch>
            <a:fillRect/>
          </a:stretch>
        </p:blipFill>
        <p:spPr>
          <a:xfrm>
            <a:off x="11084575" y="522416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8e969ac879_0_150"/>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65" name="Google Shape;365;g28e969ac879_0_150"/>
          <p:cNvSpPr txBox="1"/>
          <p:nvPr/>
        </p:nvSpPr>
        <p:spPr>
          <a:xfrm>
            <a:off x="6104533" y="3580300"/>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https://forms.gle/PwbVnvLpjNUHiueQ7</a:t>
            </a:r>
            <a:r>
              <a:rPr b="1" lang="es-ES" sz="1900">
                <a:latin typeface="Calibri"/>
                <a:ea typeface="Calibri"/>
                <a:cs typeface="Calibri"/>
                <a:sym typeface="Calibri"/>
              </a:rPr>
              <a:t> </a:t>
            </a:r>
            <a:endParaRPr sz="1900"/>
          </a:p>
        </p:txBody>
      </p:sp>
      <p:sp>
        <p:nvSpPr>
          <p:cNvPr id="366" name="Google Shape;366;g28e969ac879_0_150"/>
          <p:cNvSpPr txBox="1"/>
          <p:nvPr/>
        </p:nvSpPr>
        <p:spPr>
          <a:xfrm>
            <a:off x="14985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¿Qué suma representa?</a:t>
            </a:r>
            <a:endParaRPr sz="1900"/>
          </a:p>
        </p:txBody>
      </p:sp>
      <p:pic>
        <p:nvPicPr>
          <p:cNvPr id="367" name="Google Shape;367;g28e969ac879_0_150"/>
          <p:cNvPicPr preferRelativeResize="0"/>
          <p:nvPr/>
        </p:nvPicPr>
        <p:blipFill rotWithShape="1">
          <a:blip r:embed="rId4">
            <a:alphaModFix/>
          </a:blip>
          <a:srcRect b="0" l="0" r="0" t="0"/>
          <a:stretch/>
        </p:blipFill>
        <p:spPr>
          <a:xfrm>
            <a:off x="1623965" y="2298710"/>
            <a:ext cx="310900" cy="2260580"/>
          </a:xfrm>
          <a:prstGeom prst="rect">
            <a:avLst/>
          </a:prstGeom>
          <a:noFill/>
          <a:ln>
            <a:noFill/>
          </a:ln>
        </p:spPr>
      </p:pic>
      <p:pic>
        <p:nvPicPr>
          <p:cNvPr id="368" name="Google Shape;368;g28e969ac879_0_150"/>
          <p:cNvPicPr preferRelativeResize="0"/>
          <p:nvPr/>
        </p:nvPicPr>
        <p:blipFill rotWithShape="1">
          <a:blip r:embed="rId4">
            <a:alphaModFix/>
          </a:blip>
          <a:srcRect b="0" l="0" r="0" t="0"/>
          <a:stretch/>
        </p:blipFill>
        <p:spPr>
          <a:xfrm>
            <a:off x="1982681" y="2298710"/>
            <a:ext cx="310900" cy="2260580"/>
          </a:xfrm>
          <a:prstGeom prst="rect">
            <a:avLst/>
          </a:prstGeom>
          <a:noFill/>
          <a:ln>
            <a:noFill/>
          </a:ln>
        </p:spPr>
      </p:pic>
      <p:pic>
        <p:nvPicPr>
          <p:cNvPr id="369" name="Google Shape;369;g28e969ac879_0_150"/>
          <p:cNvPicPr preferRelativeResize="0"/>
          <p:nvPr/>
        </p:nvPicPr>
        <p:blipFill rotWithShape="1">
          <a:blip r:embed="rId4">
            <a:alphaModFix/>
          </a:blip>
          <a:srcRect b="0" l="0" r="0" t="0"/>
          <a:stretch/>
        </p:blipFill>
        <p:spPr>
          <a:xfrm>
            <a:off x="2353231" y="2298710"/>
            <a:ext cx="310900" cy="2260580"/>
          </a:xfrm>
          <a:prstGeom prst="rect">
            <a:avLst/>
          </a:prstGeom>
          <a:noFill/>
          <a:ln>
            <a:noFill/>
          </a:ln>
        </p:spPr>
      </p:pic>
      <p:pic>
        <p:nvPicPr>
          <p:cNvPr id="370" name="Google Shape;370;g28e969ac879_0_150"/>
          <p:cNvPicPr preferRelativeResize="0"/>
          <p:nvPr/>
        </p:nvPicPr>
        <p:blipFill rotWithShape="1">
          <a:blip r:embed="rId4">
            <a:alphaModFix/>
          </a:blip>
          <a:srcRect b="0" l="0" r="0" t="0"/>
          <a:stretch/>
        </p:blipFill>
        <p:spPr>
          <a:xfrm>
            <a:off x="2711915" y="2298710"/>
            <a:ext cx="310900" cy="2260580"/>
          </a:xfrm>
          <a:prstGeom prst="rect">
            <a:avLst/>
          </a:prstGeom>
          <a:noFill/>
          <a:ln>
            <a:noFill/>
          </a:ln>
        </p:spPr>
      </p:pic>
      <p:pic>
        <p:nvPicPr>
          <p:cNvPr id="371" name="Google Shape;371;g28e969ac879_0_150"/>
          <p:cNvPicPr preferRelativeResize="0"/>
          <p:nvPr/>
        </p:nvPicPr>
        <p:blipFill rotWithShape="1">
          <a:blip r:embed="rId4">
            <a:alphaModFix/>
          </a:blip>
          <a:srcRect b="0" l="0" r="0" t="0"/>
          <a:stretch/>
        </p:blipFill>
        <p:spPr>
          <a:xfrm>
            <a:off x="3106065" y="2298710"/>
            <a:ext cx="310900" cy="2260580"/>
          </a:xfrm>
          <a:prstGeom prst="rect">
            <a:avLst/>
          </a:prstGeom>
          <a:noFill/>
          <a:ln>
            <a:noFill/>
          </a:ln>
        </p:spPr>
      </p:pic>
      <p:pic>
        <p:nvPicPr>
          <p:cNvPr id="372" name="Google Shape;372;g28e969ac879_0_150"/>
          <p:cNvPicPr preferRelativeResize="0"/>
          <p:nvPr/>
        </p:nvPicPr>
        <p:blipFill rotWithShape="1">
          <a:blip r:embed="rId4">
            <a:alphaModFix/>
          </a:blip>
          <a:srcRect b="0" l="0" r="0" t="0"/>
          <a:stretch/>
        </p:blipFill>
        <p:spPr>
          <a:xfrm>
            <a:off x="3464781" y="2298710"/>
            <a:ext cx="310900" cy="2260580"/>
          </a:xfrm>
          <a:prstGeom prst="rect">
            <a:avLst/>
          </a:prstGeom>
          <a:noFill/>
          <a:ln>
            <a:noFill/>
          </a:ln>
        </p:spPr>
      </p:pic>
      <p:pic>
        <p:nvPicPr>
          <p:cNvPr id="373" name="Google Shape;373;g28e969ac879_0_150"/>
          <p:cNvPicPr preferRelativeResize="0"/>
          <p:nvPr/>
        </p:nvPicPr>
        <p:blipFill rotWithShape="1">
          <a:blip r:embed="rId5">
            <a:alphaModFix/>
          </a:blip>
          <a:srcRect b="0" l="0" r="0" t="0"/>
          <a:stretch/>
        </p:blipFill>
        <p:spPr>
          <a:xfrm>
            <a:off x="4152300" y="2583833"/>
            <a:ext cx="753567" cy="526866"/>
          </a:xfrm>
          <a:prstGeom prst="rect">
            <a:avLst/>
          </a:prstGeom>
          <a:noFill/>
          <a:ln>
            <a:noFill/>
          </a:ln>
        </p:spPr>
      </p:pic>
      <p:pic>
        <p:nvPicPr>
          <p:cNvPr id="374" name="Google Shape;374;g28e969ac879_0_150"/>
          <p:cNvPicPr preferRelativeResize="0"/>
          <p:nvPr/>
        </p:nvPicPr>
        <p:blipFill rotWithShape="1">
          <a:blip r:embed="rId5">
            <a:alphaModFix/>
          </a:blip>
          <a:srcRect b="0" l="0" r="0" t="0"/>
          <a:stretch/>
        </p:blipFill>
        <p:spPr>
          <a:xfrm>
            <a:off x="4828067" y="2583833"/>
            <a:ext cx="753567" cy="526866"/>
          </a:xfrm>
          <a:prstGeom prst="rect">
            <a:avLst/>
          </a:prstGeom>
          <a:noFill/>
          <a:ln>
            <a:noFill/>
          </a:ln>
        </p:spPr>
      </p:pic>
      <p:pic>
        <p:nvPicPr>
          <p:cNvPr id="375" name="Google Shape;375;g28e969ac879_0_150"/>
          <p:cNvPicPr preferRelativeResize="0"/>
          <p:nvPr/>
        </p:nvPicPr>
        <p:blipFill rotWithShape="1">
          <a:blip r:embed="rId5">
            <a:alphaModFix/>
          </a:blip>
          <a:srcRect b="0" l="0" r="0" t="0"/>
          <a:stretch/>
        </p:blipFill>
        <p:spPr>
          <a:xfrm>
            <a:off x="4152300" y="3078750"/>
            <a:ext cx="753567" cy="526866"/>
          </a:xfrm>
          <a:prstGeom prst="rect">
            <a:avLst/>
          </a:prstGeom>
          <a:noFill/>
          <a:ln>
            <a:noFill/>
          </a:ln>
        </p:spPr>
      </p:pic>
      <p:pic>
        <p:nvPicPr>
          <p:cNvPr id="376" name="Google Shape;376;g28e969ac879_0_150"/>
          <p:cNvPicPr preferRelativeResize="0"/>
          <p:nvPr/>
        </p:nvPicPr>
        <p:blipFill rotWithShape="1">
          <a:blip r:embed="rId5">
            <a:alphaModFix/>
          </a:blip>
          <a:srcRect b="0" l="0" r="0" t="0"/>
          <a:stretch/>
        </p:blipFill>
        <p:spPr>
          <a:xfrm>
            <a:off x="4828067" y="3078750"/>
            <a:ext cx="753567" cy="526866"/>
          </a:xfrm>
          <a:prstGeom prst="rect">
            <a:avLst/>
          </a:prstGeom>
          <a:noFill/>
          <a:ln>
            <a:noFill/>
          </a:ln>
        </p:spPr>
      </p:pic>
      <p:sp>
        <p:nvSpPr>
          <p:cNvPr id="377" name="Google Shape;377;g28e969ac879_0_150"/>
          <p:cNvSpPr txBox="1"/>
          <p:nvPr/>
        </p:nvSpPr>
        <p:spPr>
          <a:xfrm>
            <a:off x="2341367" y="1485117"/>
            <a:ext cx="3999900" cy="8772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5300"/>
              <a:buFont typeface="Arial"/>
              <a:buNone/>
            </a:pPr>
            <a:r>
              <a:rPr b="0" i="0" lang="es-ES" sz="4100" u="none" cap="none" strike="noStrike">
                <a:solidFill>
                  <a:srgbClr val="000000"/>
                </a:solidFill>
                <a:latin typeface="Patrick Hand"/>
                <a:ea typeface="Patrick Hand"/>
                <a:cs typeface="Patrick Hand"/>
                <a:sym typeface="Patrick Hand"/>
              </a:rPr>
              <a:t>D           U</a:t>
            </a:r>
            <a:endParaRPr b="0" i="0" sz="700" u="none" cap="none" strike="noStrike">
              <a:solidFill>
                <a:srgbClr val="000000"/>
              </a:solidFill>
              <a:latin typeface="Arial"/>
              <a:ea typeface="Arial"/>
              <a:cs typeface="Arial"/>
              <a:sym typeface="Arial"/>
            </a:endParaRPr>
          </a:p>
        </p:txBody>
      </p:sp>
      <p:cxnSp>
        <p:nvCxnSpPr>
          <p:cNvPr id="378" name="Google Shape;378;g28e969ac879_0_150"/>
          <p:cNvCxnSpPr/>
          <p:nvPr/>
        </p:nvCxnSpPr>
        <p:spPr>
          <a:xfrm>
            <a:off x="3847067" y="2141300"/>
            <a:ext cx="0" cy="3588000"/>
          </a:xfrm>
          <a:prstGeom prst="straightConnector1">
            <a:avLst/>
          </a:prstGeom>
          <a:noFill/>
          <a:ln cap="flat" cmpd="sng" w="9525">
            <a:solidFill>
              <a:srgbClr val="009287"/>
            </a:solidFill>
            <a:prstDash val="solid"/>
            <a:round/>
            <a:headEnd len="sm" w="sm" type="none"/>
            <a:tailEnd len="sm" w="sm" type="none"/>
          </a:ln>
        </p:spPr>
      </p:cxnSp>
      <p:cxnSp>
        <p:nvCxnSpPr>
          <p:cNvPr id="379" name="Google Shape;379;g28e969ac879_0_150"/>
          <p:cNvCxnSpPr/>
          <p:nvPr/>
        </p:nvCxnSpPr>
        <p:spPr>
          <a:xfrm flipH="1" rot="10800000">
            <a:off x="1288733" y="4645067"/>
            <a:ext cx="4690500" cy="47100"/>
          </a:xfrm>
          <a:prstGeom prst="straightConnector1">
            <a:avLst/>
          </a:prstGeom>
          <a:noFill/>
          <a:ln cap="flat" cmpd="sng" w="9525">
            <a:solidFill>
              <a:srgbClr val="009287"/>
            </a:solidFill>
            <a:prstDash val="solid"/>
            <a:round/>
            <a:headEnd len="sm" w="sm" type="none"/>
            <a:tailEnd len="sm" w="sm" type="none"/>
          </a:ln>
        </p:spPr>
      </p:cxnSp>
      <p:pic>
        <p:nvPicPr>
          <p:cNvPr id="380" name="Google Shape;380;g28e969ac879_0_150"/>
          <p:cNvPicPr preferRelativeResize="0"/>
          <p:nvPr/>
        </p:nvPicPr>
        <p:blipFill rotWithShape="1">
          <a:blip r:embed="rId5">
            <a:alphaModFix/>
          </a:blip>
          <a:srcRect b="0" l="0" r="0" t="0"/>
          <a:stretch/>
        </p:blipFill>
        <p:spPr>
          <a:xfrm>
            <a:off x="4582100" y="5089850"/>
            <a:ext cx="753567" cy="526866"/>
          </a:xfrm>
          <a:prstGeom prst="rect">
            <a:avLst/>
          </a:prstGeom>
          <a:noFill/>
          <a:ln>
            <a:noFill/>
          </a:ln>
        </p:spPr>
      </p:pic>
      <p:sp>
        <p:nvSpPr>
          <p:cNvPr id="381" name="Google Shape;381;g28e969ac879_0_150"/>
          <p:cNvSpPr txBox="1"/>
          <p:nvPr/>
        </p:nvSpPr>
        <p:spPr>
          <a:xfrm>
            <a:off x="7856683" y="1734425"/>
            <a:ext cx="2155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5</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6</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Clr>
                <a:srgbClr val="000000"/>
              </a:buClr>
              <a:buSzPts val="4500"/>
              <a:buFont typeface="Patrick Hand"/>
              <a:buChar char="+"/>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a:t>
            </a:r>
            <a:endParaRPr b="0" i="0" sz="4500" u="none" cap="none" strike="noStrike">
              <a:solidFill>
                <a:srgbClr val="000000"/>
              </a:solidFill>
              <a:latin typeface="Patrick Hand"/>
              <a:ea typeface="Patrick Hand"/>
              <a:cs typeface="Patrick Hand"/>
              <a:sym typeface="Patrick Hand"/>
            </a:endParaRPr>
          </a:p>
        </p:txBody>
      </p:sp>
      <p:cxnSp>
        <p:nvCxnSpPr>
          <p:cNvPr id="382" name="Google Shape;382;g28e969ac879_0_150"/>
          <p:cNvCxnSpPr/>
          <p:nvPr/>
        </p:nvCxnSpPr>
        <p:spPr>
          <a:xfrm>
            <a:off x="8184683" y="3250525"/>
            <a:ext cx="1563600" cy="0"/>
          </a:xfrm>
          <a:prstGeom prst="straightConnector1">
            <a:avLst/>
          </a:prstGeom>
          <a:noFill/>
          <a:ln cap="flat" cmpd="sng" w="9525">
            <a:solidFill>
              <a:srgbClr val="000000"/>
            </a:solidFill>
            <a:prstDash val="solid"/>
            <a:round/>
            <a:headEnd len="sm" w="sm" type="none"/>
            <a:tailEnd len="sm" w="sm" type="none"/>
          </a:ln>
        </p:spPr>
      </p:cxnSp>
      <p:sp>
        <p:nvSpPr>
          <p:cNvPr id="383" name="Google Shape;383;g28e969ac879_0_150"/>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384" name="Google Shape;384;g28e969ac879_0_150"/>
          <p:cNvSpPr txBox="1"/>
          <p:nvPr/>
        </p:nvSpPr>
        <p:spPr>
          <a:xfrm>
            <a:off x="1498500" y="5731533"/>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pic>
        <p:nvPicPr>
          <p:cNvPr id="385" name="Google Shape;385;g28e969ac879_0_150"/>
          <p:cNvPicPr preferRelativeResize="0"/>
          <p:nvPr/>
        </p:nvPicPr>
        <p:blipFill rotWithShape="1">
          <a:blip r:embed="rId6">
            <a:alphaModFix/>
          </a:blip>
          <a:srcRect b="8018" l="8018" r="8018" t="8018"/>
          <a:stretch/>
        </p:blipFill>
        <p:spPr>
          <a:xfrm>
            <a:off x="8145711" y="4346489"/>
            <a:ext cx="2013628" cy="2013600"/>
          </a:xfrm>
          <a:prstGeom prst="rect">
            <a:avLst/>
          </a:prstGeom>
          <a:noFill/>
          <a:ln>
            <a:noFill/>
          </a:ln>
        </p:spPr>
      </p:pic>
      <p:pic>
        <p:nvPicPr>
          <p:cNvPr id="386" name="Google Shape;386;g28e969ac879_0_150"/>
          <p:cNvPicPr preferRelativeResize="0"/>
          <p:nvPr/>
        </p:nvPicPr>
        <p:blipFill>
          <a:blip r:embed="rId7">
            <a:alphaModFix/>
          </a:blip>
          <a:stretch>
            <a:fillRect/>
          </a:stretch>
        </p:blipFill>
        <p:spPr>
          <a:xfrm>
            <a:off x="11084575" y="5224162"/>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