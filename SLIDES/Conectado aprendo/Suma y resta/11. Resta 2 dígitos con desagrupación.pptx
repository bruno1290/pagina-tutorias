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6858000" cy="9144000"/>
  <p:embeddedFontLst>
    <p:embeddedFont>
      <p:font typeface="Patrick Hand"/>
      <p:regular r:id="rId24"/>
    </p:embeddedFont>
    <p:embeddedFont>
      <p:font typeface="Poppins"/>
      <p:regular r:id="rId25"/>
      <p:bold r:id="rId26"/>
      <p:italic r:id="rId27"/>
      <p:boldItalic r:id="rId28"/>
    </p:embeddedFont>
    <p:embeddedFont>
      <p:font typeface="Poppins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1nJ0U+9DRikW3VnrBzXL8JBaz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A8EEA2-B192-4B2D-A1FC-FF8192A707AE}">
  <a:tblStyle styleId="{72A8EEA2-B192-4B2D-A1FC-FF8192A707A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atrickHand-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Ligh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PoppinsLight-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b43977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b4397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b439773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b43977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b439773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b43977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164d6fff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164d6ff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600947766c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600947766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ES"/>
              <a:t>¡RECUERDA! Encontrarás actividades para trabajar el concepto de unidad y decena en la sesión 10 de esta misma Hoja de Ruta.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6da7a796fc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26da7a796fc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6da7a796fc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26da7a796fc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3c0d92f69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23c0d92f69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3c0d92f69e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23c0d92f69e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6da7a796fc_0_3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26da7a796fc_0_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6da7a796fc_0_2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26da7a796fc_0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b51b8a135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g2b51b8a135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aedd506c1d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435" name="Google Shape;435;g2aedd506c1d_0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b51b8a135a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g2b51b8a135a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edd506c1d_0_14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edd506c1d_0_14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edd506c1d_0_14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edd506c1d_0_14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edd506c1d_0_14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edd506c1d_0_14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edd506c1d_0_14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edd506c1d_0_14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edd506c1d_0_15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edd506c1d_0_15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edd506c1d_0_15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edd506c1d_0_15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edd506c1d_0_15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edd506c1d_0_15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edd506c1d_0_16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edd506c1d_0_16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edd506c1d_0_164"/>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edd506c1d_0_164"/>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edd506c1d_0_16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edd506c1d_0_168"/>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edd506c1d_0_16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edd506c1d_0_17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edd506c1d_0_171"/>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edd506c1d_0_171"/>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edd506c1d_0_171"/>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edd506c1d_0_17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edd506c1d_0_177"/>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edd506c1d_0_1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edd506c1d_0_180"/>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edd506c1d_0_180"/>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edd506c1d_0_18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edd506c1d_0_18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6.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edd506c1d_0_13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edd506c1d_0_13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edd506c1d_0_13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hyperlink" Target="http://www.youtube.com/watch?v=V0P66_5cG-A" TargetMode="External"/><Relationship Id="rId5" Type="http://schemas.openxmlformats.org/officeDocument/2006/relationships/image" Target="../media/image15.jpg"/><Relationship Id="rId6"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hyperlink" Target="https://forms.gle/Zxta8dbxk5TUDoFu9" TargetMode="External"/><Relationship Id="rId5" Type="http://schemas.openxmlformats.org/officeDocument/2006/relationships/image" Target="../media/image10.png"/><Relationship Id="rId6" Type="http://schemas.openxmlformats.org/officeDocument/2006/relationships/image" Target="../media/image18.png"/><Relationship Id="rId7"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3.jpg"/><Relationship Id="rId4" Type="http://schemas.openxmlformats.org/officeDocument/2006/relationships/hyperlink" Target="http://www.youtube.com/watch?v=net569QvPJM" TargetMode="External"/><Relationship Id="rId5" Type="http://schemas.openxmlformats.org/officeDocument/2006/relationships/image" Target="../media/image17.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03875" y="5554487"/>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b439773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b439773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b439773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Desarrollar la habilidad para restar números de dos dígitos mediante el proceso de</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desagrupación, comprendiendo cuándo y cómo reagrupar decenas en unidades.</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b439773_0_0"/>
          <p:cNvSpPr txBox="1"/>
          <p:nvPr/>
        </p:nvSpPr>
        <p:spPr>
          <a:xfrm>
            <a:off x="1158250" y="3097300"/>
            <a:ext cx="4698900" cy="23157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Enseñar a restar números de dos dígitos cuando se debe desagrupar.</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b439773_0_0"/>
          <p:cNvSpPr txBox="1"/>
          <p:nvPr/>
        </p:nvSpPr>
        <p:spPr>
          <a:xfrm>
            <a:off x="6376050" y="3097175"/>
            <a:ext cx="4698900" cy="23157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Desagrupación en la resta.</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Reserva en la columna de unidades.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b439773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b439773_0_0"/>
          <p:cNvPicPr preferRelativeResize="0"/>
          <p:nvPr/>
        </p:nvPicPr>
        <p:blipFill>
          <a:blip r:embed="rId3">
            <a:alphaModFix/>
          </a:blip>
          <a:stretch>
            <a:fillRect/>
          </a:stretch>
        </p:blipFill>
        <p:spPr>
          <a:xfrm>
            <a:off x="10968325"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b439773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b439773_0_10"/>
          <p:cNvSpPr txBox="1"/>
          <p:nvPr/>
        </p:nvSpPr>
        <p:spPr>
          <a:xfrm>
            <a:off x="938750" y="2131575"/>
            <a:ext cx="10402500" cy="8804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Para esta sesión utiliza </a:t>
            </a:r>
            <a:r>
              <a:rPr b="1" lang="es-ES">
                <a:latin typeface="Poppins"/>
                <a:ea typeface="Poppins"/>
                <a:cs typeface="Poppins"/>
                <a:sym typeface="Poppins"/>
              </a:rPr>
              <a:t>los bloques</a:t>
            </a:r>
            <a:r>
              <a:rPr lang="es-ES">
                <a:latin typeface="Poppins"/>
                <a:ea typeface="Poppins"/>
                <a:cs typeface="Poppins"/>
                <a:sym typeface="Poppins"/>
              </a:rPr>
              <a:t> que has traído para ayudar a tu estudiante a </a:t>
            </a:r>
            <a:r>
              <a:rPr b="1" lang="es-ES">
                <a:latin typeface="Poppins"/>
                <a:ea typeface="Poppins"/>
                <a:cs typeface="Poppins"/>
                <a:sym typeface="Poppins"/>
              </a:rPr>
              <a:t>visualizar la desagrupación de decenas</a:t>
            </a:r>
            <a:r>
              <a:rPr lang="es-ES">
                <a:latin typeface="Poppins"/>
                <a:ea typeface="Poppins"/>
                <a:cs typeface="Poppins"/>
                <a:sym typeface="Poppins"/>
              </a:rPr>
              <a:t> en unidades. Esto es sumamente importante, ya que es común que los estudiantes, </a:t>
            </a:r>
            <a:r>
              <a:rPr b="1" lang="es-ES">
                <a:latin typeface="Poppins"/>
                <a:ea typeface="Poppins"/>
                <a:cs typeface="Poppins"/>
                <a:sym typeface="Poppins"/>
              </a:rPr>
              <a:t>pese a haber entendido el proceso de agrupación al sumar, confundan los procedimientos cuando deben restar.</a:t>
            </a:r>
            <a:endParaRPr b="1">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Por lo anterior, comienza explicando que </a:t>
            </a:r>
            <a:r>
              <a:rPr b="1" lang="es-ES">
                <a:latin typeface="Poppins"/>
                <a:ea typeface="Poppins"/>
                <a:cs typeface="Poppins"/>
                <a:sym typeface="Poppins"/>
              </a:rPr>
              <a:t>a veces no es posible restar directamente</a:t>
            </a:r>
            <a:r>
              <a:rPr lang="es-ES">
                <a:latin typeface="Poppins"/>
                <a:ea typeface="Poppins"/>
                <a:cs typeface="Poppins"/>
                <a:sym typeface="Poppins"/>
              </a:rPr>
              <a:t> en la columna de unidades </a:t>
            </a:r>
            <a:r>
              <a:rPr b="1" lang="es-ES">
                <a:latin typeface="Poppins"/>
                <a:ea typeface="Poppins"/>
                <a:cs typeface="Poppins"/>
                <a:sym typeface="Poppins"/>
              </a:rPr>
              <a:t>si el minuendo es menor que el sustraendo</a:t>
            </a:r>
            <a:r>
              <a:rPr lang="es-ES">
                <a:latin typeface="Poppins"/>
                <a:ea typeface="Poppins"/>
                <a:cs typeface="Poppins"/>
                <a:sym typeface="Poppins"/>
              </a:rPr>
              <a:t>. Entonces, como “ayuda” </a:t>
            </a:r>
            <a:r>
              <a:rPr b="1" lang="es-ES">
                <a:latin typeface="Poppins"/>
                <a:ea typeface="Poppins"/>
                <a:cs typeface="Poppins"/>
                <a:sym typeface="Poppins"/>
              </a:rPr>
              <a:t>desagrupas</a:t>
            </a:r>
            <a:r>
              <a:rPr lang="es-ES">
                <a:latin typeface="Poppins"/>
                <a:ea typeface="Poppins"/>
                <a:cs typeface="Poppins"/>
                <a:sym typeface="Poppins"/>
              </a:rPr>
              <a:t> una decena en 10 unidades para poder llevar a cabo la resta.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Antes de realizar los ejemplos de las diapositivas, realiza una resta como </a:t>
            </a:r>
            <a:r>
              <a:rPr b="1" lang="es-ES">
                <a:latin typeface="Poppins"/>
                <a:ea typeface="Poppins"/>
                <a:cs typeface="Poppins"/>
                <a:sym typeface="Poppins"/>
              </a:rPr>
              <a:t>21 – 5</a:t>
            </a:r>
            <a:r>
              <a:rPr lang="es-ES">
                <a:latin typeface="Poppins"/>
                <a:ea typeface="Poppins"/>
                <a:cs typeface="Poppins"/>
                <a:sym typeface="Poppins"/>
              </a:rPr>
              <a:t> en que utilices los bloques para presentar el procedimiento paso a paso de desagrupación. A continuación, </a:t>
            </a:r>
            <a:r>
              <a:rPr b="1" lang="es-ES">
                <a:latin typeface="Poppins"/>
                <a:ea typeface="Poppins"/>
                <a:cs typeface="Poppins"/>
                <a:sym typeface="Poppins"/>
              </a:rPr>
              <a:t>hagan ejercicios y finaliza pidiéndole a tu estudiante que explique con sus propias palabras lo que realizó,</a:t>
            </a:r>
            <a:r>
              <a:rPr lang="es-ES">
                <a:latin typeface="Poppins"/>
                <a:ea typeface="Poppins"/>
                <a:cs typeface="Poppins"/>
                <a:sym typeface="Poppins"/>
              </a:rPr>
              <a:t> para verificar que no haya confusiones con la suma.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b439773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b439773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b439773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b439773_0_10"/>
          <p:cNvPicPr preferRelativeResize="0"/>
          <p:nvPr/>
        </p:nvPicPr>
        <p:blipFill>
          <a:blip r:embed="rId3">
            <a:alphaModFix/>
          </a:blip>
          <a:stretch>
            <a:fillRect/>
          </a:stretch>
        </p:blipFill>
        <p:spPr>
          <a:xfrm>
            <a:off x="10968325"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b439773_0_1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3b439773_0_19"/>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a tu estudiante que piense ejemplos cotidianos donde ha tenido que restar desagrupando pero que no se había dado cuenta, tal vez cuando comparte su colación con sus amigos.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3b439773_0_19"/>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¿Qué haces si no puedes restar las unidades directamente?</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¿Cómo desagrupar una decena en unidades?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¿Por qué es importante entender el proceso de desagrupación en la resta?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3b439773_0_19"/>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b439773_0_1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b439773_0_19"/>
          <p:cNvPicPr preferRelativeResize="0"/>
          <p:nvPr/>
        </p:nvPicPr>
        <p:blipFill>
          <a:blip r:embed="rId3">
            <a:alphaModFix/>
          </a:blip>
          <a:stretch>
            <a:fillRect/>
          </a:stretch>
        </p:blipFill>
        <p:spPr>
          <a:xfrm>
            <a:off x="10968325"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69" name="Google Shape;169;p2"/>
          <p:cNvPicPr preferRelativeResize="0"/>
          <p:nvPr/>
        </p:nvPicPr>
        <p:blipFill>
          <a:blip r:embed="rId4">
            <a:alphaModFix/>
          </a:blip>
          <a:stretch>
            <a:fillRect/>
          </a:stretch>
        </p:blipFill>
        <p:spPr>
          <a:xfrm>
            <a:off x="11057150" y="523468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3164d6fffa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g33164d6fffa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76" name="Google Shape;176;g33164d6fffa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77" name="Google Shape;177;g33164d6fffa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78" name="Google Shape;178;g33164d6fffa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79" name="Google Shape;179;g33164d6fffa_0_0"/>
          <p:cNvPicPr preferRelativeResize="0"/>
          <p:nvPr/>
        </p:nvPicPr>
        <p:blipFill>
          <a:blip r:embed="rId8">
            <a:alphaModFix/>
          </a:blip>
          <a:stretch>
            <a:fillRect/>
          </a:stretch>
        </p:blipFill>
        <p:spPr>
          <a:xfrm>
            <a:off x="11057150" y="523468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600947766c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85" name="Google Shape;185;g2600947766c_0_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86" name="Google Shape;186;g2600947766c_0_6"/>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pic>
        <p:nvPicPr>
          <p:cNvPr id="187" name="Google Shape;187;g2600947766c_0_6"/>
          <p:cNvPicPr preferRelativeResize="0"/>
          <p:nvPr/>
        </p:nvPicPr>
        <p:blipFill rotWithShape="1">
          <a:blip r:embed="rId4">
            <a:alphaModFix/>
          </a:blip>
          <a:srcRect b="0" l="0" r="0" t="0"/>
          <a:stretch/>
        </p:blipFill>
        <p:spPr>
          <a:xfrm>
            <a:off x="4734250" y="1827200"/>
            <a:ext cx="598420" cy="4351201"/>
          </a:xfrm>
          <a:prstGeom prst="rect">
            <a:avLst/>
          </a:prstGeom>
          <a:noFill/>
          <a:ln>
            <a:noFill/>
          </a:ln>
        </p:spPr>
      </p:pic>
      <p:pic>
        <p:nvPicPr>
          <p:cNvPr id="188" name="Google Shape;188;g2600947766c_0_6"/>
          <p:cNvPicPr preferRelativeResize="0"/>
          <p:nvPr/>
        </p:nvPicPr>
        <p:blipFill rotWithShape="1">
          <a:blip r:embed="rId5">
            <a:alphaModFix/>
          </a:blip>
          <a:srcRect b="0" l="0" r="0" t="0"/>
          <a:stretch/>
        </p:blipFill>
        <p:spPr>
          <a:xfrm>
            <a:off x="8429075" y="3146550"/>
            <a:ext cx="1236075" cy="864200"/>
          </a:xfrm>
          <a:prstGeom prst="rect">
            <a:avLst/>
          </a:prstGeom>
          <a:noFill/>
          <a:ln>
            <a:noFill/>
          </a:ln>
        </p:spPr>
      </p:pic>
      <p:sp>
        <p:nvSpPr>
          <p:cNvPr id="189" name="Google Shape;189;g2600947766c_0_6"/>
          <p:cNvSpPr txBox="1"/>
          <p:nvPr/>
        </p:nvSpPr>
        <p:spPr>
          <a:xfrm>
            <a:off x="1734250" y="234615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 decena</a:t>
            </a:r>
            <a:endParaRPr b="0" i="0" sz="2400" u="none" cap="none" strike="noStrike">
              <a:solidFill>
                <a:srgbClr val="000000"/>
              </a:solidFill>
              <a:latin typeface="Arial"/>
              <a:ea typeface="Arial"/>
              <a:cs typeface="Arial"/>
              <a:sym typeface="Arial"/>
            </a:endParaRPr>
          </a:p>
        </p:txBody>
      </p:sp>
      <p:sp>
        <p:nvSpPr>
          <p:cNvPr id="190" name="Google Shape;190;g2600947766c_0_6"/>
          <p:cNvSpPr txBox="1"/>
          <p:nvPr/>
        </p:nvSpPr>
        <p:spPr>
          <a:xfrm>
            <a:off x="7919650" y="21199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 unidad</a:t>
            </a:r>
            <a:endParaRPr b="0" i="0" sz="2400" u="none" cap="none" strike="noStrike">
              <a:solidFill>
                <a:srgbClr val="000000"/>
              </a:solidFill>
              <a:latin typeface="Arial"/>
              <a:ea typeface="Arial"/>
              <a:cs typeface="Arial"/>
              <a:sym typeface="Arial"/>
            </a:endParaRPr>
          </a:p>
        </p:txBody>
      </p:sp>
      <p:sp>
        <p:nvSpPr>
          <p:cNvPr id="191" name="Google Shape;191;g2600947766c_0_6"/>
          <p:cNvSpPr txBox="1"/>
          <p:nvPr/>
        </p:nvSpPr>
        <p:spPr>
          <a:xfrm>
            <a:off x="1286325" y="319975"/>
            <a:ext cx="109023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Representación  de n° por medio de bloques multibase</a:t>
            </a:r>
            <a:endParaRPr b="0" i="0" sz="2400" u="none" cap="none" strike="noStrike">
              <a:solidFill>
                <a:srgbClr val="000000"/>
              </a:solidFill>
              <a:latin typeface="Arial"/>
              <a:ea typeface="Arial"/>
              <a:cs typeface="Arial"/>
              <a:sym typeface="Arial"/>
            </a:endParaRPr>
          </a:p>
        </p:txBody>
      </p:sp>
      <p:pic>
        <p:nvPicPr>
          <p:cNvPr id="192" name="Google Shape;192;g2600947766c_0_6"/>
          <p:cNvPicPr preferRelativeResize="0"/>
          <p:nvPr/>
        </p:nvPicPr>
        <p:blipFill>
          <a:blip r:embed="rId6">
            <a:alphaModFix/>
          </a:blip>
          <a:stretch>
            <a:fillRect/>
          </a:stretch>
        </p:blipFill>
        <p:spPr>
          <a:xfrm>
            <a:off x="11057150" y="523468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Forma&#10;&#10;Descripción generada automáticamente con confianza media" id="197" name="Google Shape;197;g26da7a796fc_0_122"/>
          <p:cNvPicPr preferRelativeResize="0"/>
          <p:nvPr>
            <p:ph idx="1" type="body"/>
          </p:nvPr>
        </p:nvPicPr>
        <p:blipFill rotWithShape="1">
          <a:blip r:embed="rId3">
            <a:alphaModFix/>
          </a:blip>
          <a:srcRect b="0" l="0" r="0" t="0"/>
          <a:stretch/>
        </p:blipFill>
        <p:spPr>
          <a:xfrm>
            <a:off x="35518" y="-12"/>
            <a:ext cx="12192000" cy="6858000"/>
          </a:xfrm>
          <a:prstGeom prst="rect">
            <a:avLst/>
          </a:prstGeom>
          <a:noFill/>
          <a:ln>
            <a:noFill/>
          </a:ln>
        </p:spPr>
      </p:pic>
      <p:pic>
        <p:nvPicPr>
          <p:cNvPr id="198" name="Google Shape;198;g26da7a796fc_0_122"/>
          <p:cNvPicPr preferRelativeResize="0"/>
          <p:nvPr/>
        </p:nvPicPr>
        <p:blipFill rotWithShape="1">
          <a:blip r:embed="rId4">
            <a:alphaModFix/>
          </a:blip>
          <a:srcRect b="0" l="0" r="0" t="0"/>
          <a:stretch/>
        </p:blipFill>
        <p:spPr>
          <a:xfrm>
            <a:off x="2951725" y="1581250"/>
            <a:ext cx="224175" cy="1629951"/>
          </a:xfrm>
          <a:prstGeom prst="rect">
            <a:avLst/>
          </a:prstGeom>
          <a:noFill/>
          <a:ln>
            <a:noFill/>
          </a:ln>
        </p:spPr>
      </p:pic>
      <p:sp>
        <p:nvSpPr>
          <p:cNvPr id="199" name="Google Shape;199;g26da7a796fc_0_122"/>
          <p:cNvSpPr txBox="1"/>
          <p:nvPr/>
        </p:nvSpPr>
        <p:spPr>
          <a:xfrm>
            <a:off x="7023650" y="2439425"/>
            <a:ext cx="2250600" cy="26475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2  5</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8</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1  7</a:t>
            </a:r>
            <a:endParaRPr b="0" i="0" sz="4000" u="none" cap="none" strike="noStrike">
              <a:solidFill>
                <a:schemeClr val="dk1"/>
              </a:solidFill>
              <a:latin typeface="Patrick Hand"/>
              <a:ea typeface="Patrick Hand"/>
              <a:cs typeface="Patrick Hand"/>
              <a:sym typeface="Patrick Hand"/>
            </a:endParaRPr>
          </a:p>
        </p:txBody>
      </p:sp>
      <p:sp>
        <p:nvSpPr>
          <p:cNvPr id="200" name="Google Shape;200;g26da7a796fc_0_122"/>
          <p:cNvSpPr txBox="1"/>
          <p:nvPr/>
        </p:nvSpPr>
        <p:spPr>
          <a:xfrm>
            <a:off x="23025" y="196100"/>
            <a:ext cx="49203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s-ES" sz="3800" u="none" cap="none" strike="noStrike">
                <a:solidFill>
                  <a:schemeClr val="dk1"/>
                </a:solidFill>
                <a:latin typeface="Patrick Hand"/>
                <a:ea typeface="Patrick Hand"/>
                <a:cs typeface="Patrick Hand"/>
                <a:sym typeface="Patrick Hand"/>
              </a:rPr>
              <a:t>Resta de n° con dos dígitos </a:t>
            </a:r>
            <a:endParaRPr b="1" i="0" sz="2200" u="none" cap="none" strike="noStrike">
              <a:solidFill>
                <a:srgbClr val="000000"/>
              </a:solidFill>
              <a:latin typeface="Arial"/>
              <a:ea typeface="Arial"/>
              <a:cs typeface="Arial"/>
              <a:sym typeface="Arial"/>
            </a:endParaRPr>
          </a:p>
        </p:txBody>
      </p:sp>
      <p:pic>
        <p:nvPicPr>
          <p:cNvPr id="201" name="Google Shape;201;g26da7a796fc_0_122"/>
          <p:cNvPicPr preferRelativeResize="0"/>
          <p:nvPr/>
        </p:nvPicPr>
        <p:blipFill rotWithShape="1">
          <a:blip r:embed="rId5">
            <a:alphaModFix/>
          </a:blip>
          <a:srcRect b="0" l="0" r="0" t="0"/>
          <a:stretch/>
        </p:blipFill>
        <p:spPr>
          <a:xfrm>
            <a:off x="4301578" y="2032650"/>
            <a:ext cx="469807" cy="304332"/>
          </a:xfrm>
          <a:prstGeom prst="rect">
            <a:avLst/>
          </a:prstGeom>
          <a:noFill/>
          <a:ln>
            <a:noFill/>
          </a:ln>
        </p:spPr>
      </p:pic>
      <p:pic>
        <p:nvPicPr>
          <p:cNvPr id="202" name="Google Shape;202;g26da7a796fc_0_122"/>
          <p:cNvPicPr preferRelativeResize="0"/>
          <p:nvPr/>
        </p:nvPicPr>
        <p:blipFill rotWithShape="1">
          <a:blip r:embed="rId5">
            <a:alphaModFix/>
          </a:blip>
          <a:srcRect b="0" l="0" r="0" t="0"/>
          <a:stretch/>
        </p:blipFill>
        <p:spPr>
          <a:xfrm>
            <a:off x="4616496" y="2154488"/>
            <a:ext cx="469807" cy="304332"/>
          </a:xfrm>
          <a:prstGeom prst="rect">
            <a:avLst/>
          </a:prstGeom>
          <a:noFill/>
          <a:ln>
            <a:noFill/>
          </a:ln>
        </p:spPr>
      </p:pic>
      <p:pic>
        <p:nvPicPr>
          <p:cNvPr id="203" name="Google Shape;203;g26da7a796fc_0_122"/>
          <p:cNvPicPr preferRelativeResize="0"/>
          <p:nvPr/>
        </p:nvPicPr>
        <p:blipFill rotWithShape="1">
          <a:blip r:embed="rId5">
            <a:alphaModFix/>
          </a:blip>
          <a:srcRect b="0" l="0" r="0" t="0"/>
          <a:stretch/>
        </p:blipFill>
        <p:spPr>
          <a:xfrm>
            <a:off x="4301578" y="2359518"/>
            <a:ext cx="469807" cy="304332"/>
          </a:xfrm>
          <a:prstGeom prst="rect">
            <a:avLst/>
          </a:prstGeom>
          <a:noFill/>
          <a:ln>
            <a:noFill/>
          </a:ln>
        </p:spPr>
      </p:pic>
      <p:pic>
        <p:nvPicPr>
          <p:cNvPr id="204" name="Google Shape;204;g26da7a796fc_0_122"/>
          <p:cNvPicPr preferRelativeResize="0"/>
          <p:nvPr/>
        </p:nvPicPr>
        <p:blipFill rotWithShape="1">
          <a:blip r:embed="rId4">
            <a:alphaModFix/>
          </a:blip>
          <a:srcRect b="0" l="0" r="0" t="0"/>
          <a:stretch/>
        </p:blipFill>
        <p:spPr>
          <a:xfrm>
            <a:off x="3427400" y="1581250"/>
            <a:ext cx="224187" cy="1630040"/>
          </a:xfrm>
          <a:prstGeom prst="rect">
            <a:avLst/>
          </a:prstGeom>
          <a:noFill/>
          <a:ln>
            <a:noFill/>
          </a:ln>
        </p:spPr>
      </p:pic>
      <p:sp>
        <p:nvSpPr>
          <p:cNvPr id="205" name="Google Shape;205;g26da7a796fc_0_122"/>
          <p:cNvSpPr txBox="1"/>
          <p:nvPr/>
        </p:nvSpPr>
        <p:spPr>
          <a:xfrm>
            <a:off x="2951725" y="8904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D           U</a:t>
            </a:r>
            <a:endParaRPr b="0" i="0" sz="1400" u="none" cap="none" strike="noStrike">
              <a:solidFill>
                <a:srgbClr val="000000"/>
              </a:solidFill>
              <a:latin typeface="Arial"/>
              <a:ea typeface="Arial"/>
              <a:cs typeface="Arial"/>
              <a:sym typeface="Arial"/>
            </a:endParaRPr>
          </a:p>
        </p:txBody>
      </p:sp>
      <p:cxnSp>
        <p:nvCxnSpPr>
          <p:cNvPr id="206" name="Google Shape;206;g26da7a796fc_0_122"/>
          <p:cNvCxnSpPr/>
          <p:nvPr/>
        </p:nvCxnSpPr>
        <p:spPr>
          <a:xfrm flipH="1">
            <a:off x="7221425" y="4317663"/>
            <a:ext cx="1456800" cy="17700"/>
          </a:xfrm>
          <a:prstGeom prst="straightConnector1">
            <a:avLst/>
          </a:prstGeom>
          <a:noFill/>
          <a:ln cap="flat" cmpd="sng" w="9525">
            <a:solidFill>
              <a:srgbClr val="009287"/>
            </a:solidFill>
            <a:prstDash val="solid"/>
            <a:round/>
            <a:headEnd len="sm" w="sm" type="none"/>
            <a:tailEnd len="sm" w="sm" type="none"/>
          </a:ln>
        </p:spPr>
      </p:cxnSp>
      <p:sp>
        <p:nvSpPr>
          <p:cNvPr id="207" name="Google Shape;207;g26da7a796fc_0_122"/>
          <p:cNvSpPr txBox="1"/>
          <p:nvPr/>
        </p:nvSpPr>
        <p:spPr>
          <a:xfrm>
            <a:off x="7391000" y="1792263"/>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D   U</a:t>
            </a:r>
            <a:endParaRPr b="0" i="0" sz="1300" u="none" cap="none" strike="noStrike">
              <a:solidFill>
                <a:srgbClr val="000000"/>
              </a:solidFill>
              <a:latin typeface="Arial"/>
              <a:ea typeface="Arial"/>
              <a:cs typeface="Arial"/>
              <a:sym typeface="Arial"/>
            </a:endParaRPr>
          </a:p>
        </p:txBody>
      </p:sp>
      <p:sp>
        <p:nvSpPr>
          <p:cNvPr id="208" name="Google Shape;208;g26da7a796fc_0_122"/>
          <p:cNvSpPr txBox="1"/>
          <p:nvPr/>
        </p:nvSpPr>
        <p:spPr>
          <a:xfrm>
            <a:off x="7516725" y="998950"/>
            <a:ext cx="3000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s-ES" sz="2900" u="sng" cap="none" strike="noStrike">
                <a:solidFill>
                  <a:srgbClr val="000000"/>
                </a:solidFill>
                <a:latin typeface="Patrick Hand"/>
                <a:ea typeface="Patrick Hand"/>
                <a:cs typeface="Patrick Hand"/>
                <a:sym typeface="Patrick Hand"/>
              </a:rPr>
              <a:t>Simbólicamente</a:t>
            </a:r>
            <a:endParaRPr b="1" i="0" sz="1400" u="sng" cap="none" strike="noStrike">
              <a:solidFill>
                <a:srgbClr val="000000"/>
              </a:solidFill>
              <a:latin typeface="Arial"/>
              <a:ea typeface="Arial"/>
              <a:cs typeface="Arial"/>
              <a:sym typeface="Arial"/>
            </a:endParaRPr>
          </a:p>
        </p:txBody>
      </p:sp>
      <p:sp>
        <p:nvSpPr>
          <p:cNvPr id="209" name="Google Shape;209;g26da7a796fc_0_122"/>
          <p:cNvSpPr txBox="1"/>
          <p:nvPr/>
        </p:nvSpPr>
        <p:spPr>
          <a:xfrm>
            <a:off x="35525" y="1690825"/>
            <a:ext cx="3000000" cy="800400"/>
          </a:xfrm>
          <a:prstGeom prst="rect">
            <a:avLst/>
          </a:prstGeom>
          <a:noFill/>
          <a:ln>
            <a:noFill/>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2 5</a:t>
            </a:r>
            <a:endParaRPr b="0" i="0" sz="1400" u="none" cap="none" strike="noStrike">
              <a:solidFill>
                <a:srgbClr val="000000"/>
              </a:solidFill>
              <a:latin typeface="Arial"/>
              <a:ea typeface="Arial"/>
              <a:cs typeface="Arial"/>
              <a:sym typeface="Arial"/>
            </a:endParaRPr>
          </a:p>
        </p:txBody>
      </p:sp>
      <p:cxnSp>
        <p:nvCxnSpPr>
          <p:cNvPr id="210" name="Google Shape;210;g26da7a796fc_0_122"/>
          <p:cNvCxnSpPr/>
          <p:nvPr/>
        </p:nvCxnSpPr>
        <p:spPr>
          <a:xfrm>
            <a:off x="1261475" y="2091025"/>
            <a:ext cx="852900" cy="0"/>
          </a:xfrm>
          <a:prstGeom prst="straightConnector1">
            <a:avLst/>
          </a:prstGeom>
          <a:noFill/>
          <a:ln cap="flat" cmpd="sng" w="28575">
            <a:solidFill>
              <a:srgbClr val="009287"/>
            </a:solidFill>
            <a:prstDash val="solid"/>
            <a:round/>
            <a:headEnd len="sm" w="sm" type="none"/>
            <a:tailEnd len="med" w="med" type="triangle"/>
          </a:ln>
        </p:spPr>
      </p:cxnSp>
      <p:pic>
        <p:nvPicPr>
          <p:cNvPr id="211" name="Google Shape;211;g26da7a796fc_0_122"/>
          <p:cNvPicPr preferRelativeResize="0"/>
          <p:nvPr/>
        </p:nvPicPr>
        <p:blipFill rotWithShape="1">
          <a:blip r:embed="rId4">
            <a:alphaModFix/>
          </a:blip>
          <a:srcRect b="0" l="0" r="0" t="0"/>
          <a:stretch/>
        </p:blipFill>
        <p:spPr>
          <a:xfrm>
            <a:off x="3005950" y="3435350"/>
            <a:ext cx="224175" cy="1629951"/>
          </a:xfrm>
          <a:prstGeom prst="rect">
            <a:avLst/>
          </a:prstGeom>
          <a:noFill/>
          <a:ln>
            <a:noFill/>
          </a:ln>
        </p:spPr>
      </p:pic>
      <p:pic>
        <p:nvPicPr>
          <p:cNvPr id="212" name="Google Shape;212;g26da7a796fc_0_122"/>
          <p:cNvPicPr preferRelativeResize="0"/>
          <p:nvPr/>
        </p:nvPicPr>
        <p:blipFill rotWithShape="1">
          <a:blip r:embed="rId5">
            <a:alphaModFix/>
          </a:blip>
          <a:srcRect b="0" l="0" r="0" t="0"/>
          <a:stretch/>
        </p:blipFill>
        <p:spPr>
          <a:xfrm>
            <a:off x="4694496" y="1873000"/>
            <a:ext cx="469807" cy="304332"/>
          </a:xfrm>
          <a:prstGeom prst="rect">
            <a:avLst/>
          </a:prstGeom>
          <a:noFill/>
          <a:ln>
            <a:noFill/>
          </a:ln>
        </p:spPr>
      </p:pic>
      <p:pic>
        <p:nvPicPr>
          <p:cNvPr id="213" name="Google Shape;213;g26da7a796fc_0_122"/>
          <p:cNvPicPr preferRelativeResize="0"/>
          <p:nvPr/>
        </p:nvPicPr>
        <p:blipFill rotWithShape="1">
          <a:blip r:embed="rId5">
            <a:alphaModFix/>
          </a:blip>
          <a:srcRect b="0" l="0" r="0" t="0"/>
          <a:stretch/>
        </p:blipFill>
        <p:spPr>
          <a:xfrm>
            <a:off x="4321153" y="1727368"/>
            <a:ext cx="469807" cy="304332"/>
          </a:xfrm>
          <a:prstGeom prst="rect">
            <a:avLst/>
          </a:prstGeom>
          <a:noFill/>
          <a:ln>
            <a:noFill/>
          </a:ln>
        </p:spPr>
      </p:pic>
      <p:pic>
        <p:nvPicPr>
          <p:cNvPr id="214" name="Google Shape;214;g26da7a796fc_0_122"/>
          <p:cNvPicPr preferRelativeResize="0"/>
          <p:nvPr/>
        </p:nvPicPr>
        <p:blipFill rotWithShape="1">
          <a:blip r:embed="rId5">
            <a:alphaModFix/>
          </a:blip>
          <a:srcRect b="0" l="0" r="0" t="0"/>
          <a:stretch/>
        </p:blipFill>
        <p:spPr>
          <a:xfrm>
            <a:off x="4301578" y="3632850"/>
            <a:ext cx="469807" cy="304332"/>
          </a:xfrm>
          <a:prstGeom prst="rect">
            <a:avLst/>
          </a:prstGeom>
          <a:noFill/>
          <a:ln>
            <a:noFill/>
          </a:ln>
        </p:spPr>
      </p:pic>
      <p:pic>
        <p:nvPicPr>
          <p:cNvPr id="215" name="Google Shape;215;g26da7a796fc_0_122"/>
          <p:cNvPicPr preferRelativeResize="0"/>
          <p:nvPr/>
        </p:nvPicPr>
        <p:blipFill rotWithShape="1">
          <a:blip r:embed="rId5">
            <a:alphaModFix/>
          </a:blip>
          <a:srcRect b="0" l="0" r="0" t="0"/>
          <a:stretch/>
        </p:blipFill>
        <p:spPr>
          <a:xfrm>
            <a:off x="4611846" y="3679250"/>
            <a:ext cx="469807" cy="304332"/>
          </a:xfrm>
          <a:prstGeom prst="rect">
            <a:avLst/>
          </a:prstGeom>
          <a:noFill/>
          <a:ln>
            <a:noFill/>
          </a:ln>
        </p:spPr>
      </p:pic>
      <p:pic>
        <p:nvPicPr>
          <p:cNvPr id="216" name="Google Shape;216;g26da7a796fc_0_122"/>
          <p:cNvPicPr preferRelativeResize="0"/>
          <p:nvPr/>
        </p:nvPicPr>
        <p:blipFill rotWithShape="1">
          <a:blip r:embed="rId5">
            <a:alphaModFix/>
          </a:blip>
          <a:srcRect b="0" l="0" r="0" t="0"/>
          <a:stretch/>
        </p:blipFill>
        <p:spPr>
          <a:xfrm>
            <a:off x="4301578" y="3959718"/>
            <a:ext cx="469807" cy="304332"/>
          </a:xfrm>
          <a:prstGeom prst="rect">
            <a:avLst/>
          </a:prstGeom>
          <a:noFill/>
          <a:ln>
            <a:noFill/>
          </a:ln>
        </p:spPr>
      </p:pic>
      <p:pic>
        <p:nvPicPr>
          <p:cNvPr id="217" name="Google Shape;217;g26da7a796fc_0_122"/>
          <p:cNvPicPr preferRelativeResize="0"/>
          <p:nvPr/>
        </p:nvPicPr>
        <p:blipFill rotWithShape="1">
          <a:blip r:embed="rId5">
            <a:alphaModFix/>
          </a:blip>
          <a:srcRect b="0" l="0" r="0" t="0"/>
          <a:stretch/>
        </p:blipFill>
        <p:spPr>
          <a:xfrm>
            <a:off x="4616496" y="3368700"/>
            <a:ext cx="469807" cy="304332"/>
          </a:xfrm>
          <a:prstGeom prst="rect">
            <a:avLst/>
          </a:prstGeom>
          <a:noFill/>
          <a:ln>
            <a:noFill/>
          </a:ln>
        </p:spPr>
      </p:pic>
      <p:pic>
        <p:nvPicPr>
          <p:cNvPr id="218" name="Google Shape;218;g26da7a796fc_0_122"/>
          <p:cNvPicPr preferRelativeResize="0"/>
          <p:nvPr/>
        </p:nvPicPr>
        <p:blipFill rotWithShape="1">
          <a:blip r:embed="rId5">
            <a:alphaModFix/>
          </a:blip>
          <a:srcRect b="0" l="0" r="0" t="0"/>
          <a:stretch/>
        </p:blipFill>
        <p:spPr>
          <a:xfrm>
            <a:off x="4321153" y="3327568"/>
            <a:ext cx="469807" cy="304332"/>
          </a:xfrm>
          <a:prstGeom prst="rect">
            <a:avLst/>
          </a:prstGeom>
          <a:noFill/>
          <a:ln>
            <a:noFill/>
          </a:ln>
        </p:spPr>
      </p:pic>
      <p:pic>
        <p:nvPicPr>
          <p:cNvPr id="219" name="Google Shape;219;g26da7a796fc_0_122"/>
          <p:cNvPicPr preferRelativeResize="0"/>
          <p:nvPr/>
        </p:nvPicPr>
        <p:blipFill rotWithShape="1">
          <a:blip r:embed="rId5">
            <a:alphaModFix/>
          </a:blip>
          <a:srcRect b="0" l="0" r="0" t="0"/>
          <a:stretch/>
        </p:blipFill>
        <p:spPr>
          <a:xfrm>
            <a:off x="4301578" y="4623450"/>
            <a:ext cx="469807" cy="304332"/>
          </a:xfrm>
          <a:prstGeom prst="rect">
            <a:avLst/>
          </a:prstGeom>
          <a:noFill/>
          <a:ln>
            <a:noFill/>
          </a:ln>
        </p:spPr>
      </p:pic>
      <p:pic>
        <p:nvPicPr>
          <p:cNvPr id="220" name="Google Shape;220;g26da7a796fc_0_122"/>
          <p:cNvPicPr preferRelativeResize="0"/>
          <p:nvPr/>
        </p:nvPicPr>
        <p:blipFill rotWithShape="1">
          <a:blip r:embed="rId5">
            <a:alphaModFix/>
          </a:blip>
          <a:srcRect b="0" l="0" r="0" t="0"/>
          <a:stretch/>
        </p:blipFill>
        <p:spPr>
          <a:xfrm>
            <a:off x="4611846" y="4276300"/>
            <a:ext cx="469807" cy="304332"/>
          </a:xfrm>
          <a:prstGeom prst="rect">
            <a:avLst/>
          </a:prstGeom>
          <a:noFill/>
          <a:ln>
            <a:noFill/>
          </a:ln>
        </p:spPr>
      </p:pic>
      <p:pic>
        <p:nvPicPr>
          <p:cNvPr id="221" name="Google Shape;221;g26da7a796fc_0_122"/>
          <p:cNvPicPr preferRelativeResize="0"/>
          <p:nvPr/>
        </p:nvPicPr>
        <p:blipFill rotWithShape="1">
          <a:blip r:embed="rId5">
            <a:alphaModFix/>
          </a:blip>
          <a:srcRect b="0" l="0" r="0" t="0"/>
          <a:stretch/>
        </p:blipFill>
        <p:spPr>
          <a:xfrm>
            <a:off x="4301578" y="4950318"/>
            <a:ext cx="469807" cy="304332"/>
          </a:xfrm>
          <a:prstGeom prst="rect">
            <a:avLst/>
          </a:prstGeom>
          <a:noFill/>
          <a:ln>
            <a:noFill/>
          </a:ln>
        </p:spPr>
      </p:pic>
      <p:pic>
        <p:nvPicPr>
          <p:cNvPr id="222" name="Google Shape;222;g26da7a796fc_0_122"/>
          <p:cNvPicPr preferRelativeResize="0"/>
          <p:nvPr/>
        </p:nvPicPr>
        <p:blipFill rotWithShape="1">
          <a:blip r:embed="rId5">
            <a:alphaModFix/>
          </a:blip>
          <a:srcRect b="0" l="0" r="0" t="0"/>
          <a:stretch/>
        </p:blipFill>
        <p:spPr>
          <a:xfrm>
            <a:off x="4613646" y="3994813"/>
            <a:ext cx="469807" cy="304332"/>
          </a:xfrm>
          <a:prstGeom prst="rect">
            <a:avLst/>
          </a:prstGeom>
          <a:noFill/>
          <a:ln>
            <a:noFill/>
          </a:ln>
        </p:spPr>
      </p:pic>
      <p:pic>
        <p:nvPicPr>
          <p:cNvPr id="223" name="Google Shape;223;g26da7a796fc_0_122"/>
          <p:cNvPicPr preferRelativeResize="0"/>
          <p:nvPr/>
        </p:nvPicPr>
        <p:blipFill rotWithShape="1">
          <a:blip r:embed="rId5">
            <a:alphaModFix/>
          </a:blip>
          <a:srcRect b="0" l="0" r="0" t="0"/>
          <a:stretch/>
        </p:blipFill>
        <p:spPr>
          <a:xfrm>
            <a:off x="4321153" y="4318168"/>
            <a:ext cx="469807" cy="304332"/>
          </a:xfrm>
          <a:prstGeom prst="rect">
            <a:avLst/>
          </a:prstGeom>
          <a:noFill/>
          <a:ln>
            <a:noFill/>
          </a:ln>
        </p:spPr>
      </p:pic>
      <p:pic>
        <p:nvPicPr>
          <p:cNvPr id="224" name="Google Shape;224;g26da7a796fc_0_122"/>
          <p:cNvPicPr preferRelativeResize="0"/>
          <p:nvPr/>
        </p:nvPicPr>
        <p:blipFill rotWithShape="1">
          <a:blip r:embed="rId5">
            <a:alphaModFix/>
          </a:blip>
          <a:srcRect b="0" l="0" r="0" t="0"/>
          <a:stretch/>
        </p:blipFill>
        <p:spPr>
          <a:xfrm>
            <a:off x="4970053" y="3694900"/>
            <a:ext cx="469807" cy="304332"/>
          </a:xfrm>
          <a:prstGeom prst="rect">
            <a:avLst/>
          </a:prstGeom>
          <a:noFill/>
          <a:ln>
            <a:noFill/>
          </a:ln>
        </p:spPr>
      </p:pic>
      <p:pic>
        <p:nvPicPr>
          <p:cNvPr id="225" name="Google Shape;225;g26da7a796fc_0_122"/>
          <p:cNvPicPr preferRelativeResize="0"/>
          <p:nvPr/>
        </p:nvPicPr>
        <p:blipFill rotWithShape="1">
          <a:blip r:embed="rId5">
            <a:alphaModFix/>
          </a:blip>
          <a:srcRect b="0" l="0" r="0" t="0"/>
          <a:stretch/>
        </p:blipFill>
        <p:spPr>
          <a:xfrm>
            <a:off x="4577496" y="4961888"/>
            <a:ext cx="469807" cy="304332"/>
          </a:xfrm>
          <a:prstGeom prst="rect">
            <a:avLst/>
          </a:prstGeom>
          <a:noFill/>
          <a:ln>
            <a:noFill/>
          </a:ln>
        </p:spPr>
      </p:pic>
      <p:pic>
        <p:nvPicPr>
          <p:cNvPr id="226" name="Google Shape;226;g26da7a796fc_0_122"/>
          <p:cNvPicPr preferRelativeResize="0"/>
          <p:nvPr/>
        </p:nvPicPr>
        <p:blipFill rotWithShape="1">
          <a:blip r:embed="rId5">
            <a:alphaModFix/>
          </a:blip>
          <a:srcRect b="0" l="0" r="0" t="0"/>
          <a:stretch/>
        </p:blipFill>
        <p:spPr>
          <a:xfrm>
            <a:off x="4970053" y="4021768"/>
            <a:ext cx="469807" cy="304332"/>
          </a:xfrm>
          <a:prstGeom prst="rect">
            <a:avLst/>
          </a:prstGeom>
          <a:noFill/>
          <a:ln>
            <a:noFill/>
          </a:ln>
        </p:spPr>
      </p:pic>
      <p:pic>
        <p:nvPicPr>
          <p:cNvPr id="227" name="Google Shape;227;g26da7a796fc_0_122"/>
          <p:cNvPicPr preferRelativeResize="0"/>
          <p:nvPr/>
        </p:nvPicPr>
        <p:blipFill rotWithShape="1">
          <a:blip r:embed="rId5">
            <a:alphaModFix/>
          </a:blip>
          <a:srcRect b="0" l="0" r="0" t="0"/>
          <a:stretch/>
        </p:blipFill>
        <p:spPr>
          <a:xfrm>
            <a:off x="4579296" y="4604200"/>
            <a:ext cx="469807" cy="304332"/>
          </a:xfrm>
          <a:prstGeom prst="rect">
            <a:avLst/>
          </a:prstGeom>
          <a:noFill/>
          <a:ln>
            <a:noFill/>
          </a:ln>
        </p:spPr>
      </p:pic>
      <p:pic>
        <p:nvPicPr>
          <p:cNvPr id="228" name="Google Shape;228;g26da7a796fc_0_122"/>
          <p:cNvPicPr preferRelativeResize="0"/>
          <p:nvPr/>
        </p:nvPicPr>
        <p:blipFill rotWithShape="1">
          <a:blip r:embed="rId5">
            <a:alphaModFix/>
          </a:blip>
          <a:srcRect b="0" l="0" r="0" t="0"/>
          <a:stretch/>
        </p:blipFill>
        <p:spPr>
          <a:xfrm>
            <a:off x="4989628" y="3389618"/>
            <a:ext cx="469807" cy="304332"/>
          </a:xfrm>
          <a:prstGeom prst="rect">
            <a:avLst/>
          </a:prstGeom>
          <a:noFill/>
          <a:ln>
            <a:noFill/>
          </a:ln>
        </p:spPr>
      </p:pic>
      <p:cxnSp>
        <p:nvCxnSpPr>
          <p:cNvPr id="229" name="Google Shape;229;g26da7a796fc_0_122"/>
          <p:cNvCxnSpPr/>
          <p:nvPr/>
        </p:nvCxnSpPr>
        <p:spPr>
          <a:xfrm flipH="1" rot="10800000">
            <a:off x="4404638" y="3353288"/>
            <a:ext cx="284400" cy="213300"/>
          </a:xfrm>
          <a:prstGeom prst="straightConnector1">
            <a:avLst/>
          </a:prstGeom>
          <a:noFill/>
          <a:ln cap="flat" cmpd="sng" w="28575">
            <a:solidFill>
              <a:schemeClr val="dk1"/>
            </a:solidFill>
            <a:prstDash val="solid"/>
            <a:round/>
            <a:headEnd len="sm" w="sm" type="none"/>
            <a:tailEnd len="sm" w="sm" type="none"/>
          </a:ln>
        </p:spPr>
      </p:cxnSp>
      <p:cxnSp>
        <p:nvCxnSpPr>
          <p:cNvPr id="230" name="Google Shape;230;g26da7a796fc_0_122"/>
          <p:cNvCxnSpPr/>
          <p:nvPr/>
        </p:nvCxnSpPr>
        <p:spPr>
          <a:xfrm flipH="1" rot="10800000">
            <a:off x="4642438" y="3376475"/>
            <a:ext cx="284400" cy="213300"/>
          </a:xfrm>
          <a:prstGeom prst="straightConnector1">
            <a:avLst/>
          </a:prstGeom>
          <a:noFill/>
          <a:ln cap="flat" cmpd="sng" w="28575">
            <a:solidFill>
              <a:schemeClr val="dk1"/>
            </a:solidFill>
            <a:prstDash val="solid"/>
            <a:round/>
            <a:headEnd len="sm" w="sm" type="none"/>
            <a:tailEnd len="sm" w="sm" type="none"/>
          </a:ln>
        </p:spPr>
      </p:cxnSp>
      <p:cxnSp>
        <p:nvCxnSpPr>
          <p:cNvPr id="231" name="Google Shape;231;g26da7a796fc_0_122"/>
          <p:cNvCxnSpPr/>
          <p:nvPr/>
        </p:nvCxnSpPr>
        <p:spPr>
          <a:xfrm flipH="1" rot="10800000">
            <a:off x="5082313" y="3384313"/>
            <a:ext cx="284400" cy="213300"/>
          </a:xfrm>
          <a:prstGeom prst="straightConnector1">
            <a:avLst/>
          </a:prstGeom>
          <a:noFill/>
          <a:ln cap="flat" cmpd="sng" w="28575">
            <a:solidFill>
              <a:schemeClr val="dk1"/>
            </a:solidFill>
            <a:prstDash val="solid"/>
            <a:round/>
            <a:headEnd len="sm" w="sm" type="none"/>
            <a:tailEnd len="sm" w="sm" type="none"/>
          </a:ln>
        </p:spPr>
      </p:cxnSp>
      <p:cxnSp>
        <p:nvCxnSpPr>
          <p:cNvPr id="232" name="Google Shape;232;g26da7a796fc_0_122"/>
          <p:cNvCxnSpPr/>
          <p:nvPr/>
        </p:nvCxnSpPr>
        <p:spPr>
          <a:xfrm flipH="1" rot="10800000">
            <a:off x="4303400" y="3656513"/>
            <a:ext cx="284400" cy="213300"/>
          </a:xfrm>
          <a:prstGeom prst="straightConnector1">
            <a:avLst/>
          </a:prstGeom>
          <a:noFill/>
          <a:ln cap="flat" cmpd="sng" w="28575">
            <a:solidFill>
              <a:schemeClr val="dk1"/>
            </a:solidFill>
            <a:prstDash val="solid"/>
            <a:round/>
            <a:headEnd len="sm" w="sm" type="none"/>
            <a:tailEnd len="sm" w="sm" type="none"/>
          </a:ln>
        </p:spPr>
      </p:cxnSp>
      <p:cxnSp>
        <p:nvCxnSpPr>
          <p:cNvPr id="233" name="Google Shape;233;g26da7a796fc_0_122"/>
          <p:cNvCxnSpPr/>
          <p:nvPr/>
        </p:nvCxnSpPr>
        <p:spPr>
          <a:xfrm flipH="1" rot="10800000">
            <a:off x="4636713" y="3727275"/>
            <a:ext cx="284400" cy="213300"/>
          </a:xfrm>
          <a:prstGeom prst="straightConnector1">
            <a:avLst/>
          </a:prstGeom>
          <a:noFill/>
          <a:ln cap="flat" cmpd="sng" w="28575">
            <a:solidFill>
              <a:schemeClr val="dk1"/>
            </a:solidFill>
            <a:prstDash val="solid"/>
            <a:round/>
            <a:headEnd len="sm" w="sm" type="none"/>
            <a:tailEnd len="sm" w="sm" type="none"/>
          </a:ln>
        </p:spPr>
      </p:cxnSp>
      <p:cxnSp>
        <p:nvCxnSpPr>
          <p:cNvPr id="234" name="Google Shape;234;g26da7a796fc_0_122"/>
          <p:cNvCxnSpPr/>
          <p:nvPr/>
        </p:nvCxnSpPr>
        <p:spPr>
          <a:xfrm flipH="1" rot="10800000">
            <a:off x="4394263" y="4000088"/>
            <a:ext cx="284400" cy="213300"/>
          </a:xfrm>
          <a:prstGeom prst="straightConnector1">
            <a:avLst/>
          </a:prstGeom>
          <a:noFill/>
          <a:ln cap="flat" cmpd="sng" w="28575">
            <a:solidFill>
              <a:schemeClr val="dk1"/>
            </a:solidFill>
            <a:prstDash val="solid"/>
            <a:round/>
            <a:headEnd len="sm" w="sm" type="none"/>
            <a:tailEnd len="sm" w="sm" type="none"/>
          </a:ln>
        </p:spPr>
      </p:cxnSp>
      <p:cxnSp>
        <p:nvCxnSpPr>
          <p:cNvPr id="235" name="Google Shape;235;g26da7a796fc_0_122"/>
          <p:cNvCxnSpPr/>
          <p:nvPr/>
        </p:nvCxnSpPr>
        <p:spPr>
          <a:xfrm flipH="1" rot="10800000">
            <a:off x="4641100" y="4023288"/>
            <a:ext cx="284400" cy="213300"/>
          </a:xfrm>
          <a:prstGeom prst="straightConnector1">
            <a:avLst/>
          </a:prstGeom>
          <a:noFill/>
          <a:ln cap="flat" cmpd="sng" w="28575">
            <a:solidFill>
              <a:schemeClr val="dk1"/>
            </a:solidFill>
            <a:prstDash val="solid"/>
            <a:round/>
            <a:headEnd len="sm" w="sm" type="none"/>
            <a:tailEnd len="sm" w="sm" type="none"/>
          </a:ln>
        </p:spPr>
      </p:cxnSp>
      <p:cxnSp>
        <p:nvCxnSpPr>
          <p:cNvPr id="236" name="Google Shape;236;g26da7a796fc_0_122"/>
          <p:cNvCxnSpPr/>
          <p:nvPr/>
        </p:nvCxnSpPr>
        <p:spPr>
          <a:xfrm flipH="1" rot="10800000">
            <a:off x="5023438" y="3757475"/>
            <a:ext cx="284400" cy="213300"/>
          </a:xfrm>
          <a:prstGeom prst="straightConnector1">
            <a:avLst/>
          </a:prstGeom>
          <a:noFill/>
          <a:ln cap="flat" cmpd="sng" w="28575">
            <a:solidFill>
              <a:schemeClr val="dk1"/>
            </a:solidFill>
            <a:prstDash val="solid"/>
            <a:round/>
            <a:headEnd len="sm" w="sm" type="none"/>
            <a:tailEnd len="sm" w="sm" type="none"/>
          </a:ln>
        </p:spPr>
      </p:cxnSp>
      <p:cxnSp>
        <p:nvCxnSpPr>
          <p:cNvPr id="237" name="Google Shape;237;g26da7a796fc_0_122"/>
          <p:cNvCxnSpPr/>
          <p:nvPr/>
        </p:nvCxnSpPr>
        <p:spPr>
          <a:xfrm>
            <a:off x="7391000" y="3038125"/>
            <a:ext cx="533100" cy="657300"/>
          </a:xfrm>
          <a:prstGeom prst="straightConnector1">
            <a:avLst/>
          </a:prstGeom>
          <a:noFill/>
          <a:ln cap="flat" cmpd="sng" w="28575">
            <a:solidFill>
              <a:srgbClr val="009287"/>
            </a:solidFill>
            <a:prstDash val="solid"/>
            <a:round/>
            <a:headEnd len="sm" w="sm" type="none"/>
            <a:tailEnd len="sm" w="sm" type="none"/>
          </a:ln>
        </p:spPr>
      </p:cxnSp>
      <p:sp>
        <p:nvSpPr>
          <p:cNvPr id="238" name="Google Shape;238;g26da7a796fc_0_122"/>
          <p:cNvSpPr/>
          <p:nvPr/>
        </p:nvSpPr>
        <p:spPr>
          <a:xfrm>
            <a:off x="7977300" y="25762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15</a:t>
            </a:r>
            <a:endParaRPr b="0" i="0" sz="2700" u="none" cap="none" strike="noStrike">
              <a:solidFill>
                <a:srgbClr val="000000"/>
              </a:solidFill>
              <a:latin typeface="Patrick Hand"/>
              <a:ea typeface="Patrick Hand"/>
              <a:cs typeface="Patrick Hand"/>
              <a:sym typeface="Patrick Hand"/>
            </a:endParaRPr>
          </a:p>
        </p:txBody>
      </p:sp>
      <p:cxnSp>
        <p:nvCxnSpPr>
          <p:cNvPr id="239" name="Google Shape;239;g26da7a796fc_0_122"/>
          <p:cNvCxnSpPr/>
          <p:nvPr/>
        </p:nvCxnSpPr>
        <p:spPr>
          <a:xfrm>
            <a:off x="7945650" y="3118875"/>
            <a:ext cx="533100" cy="657300"/>
          </a:xfrm>
          <a:prstGeom prst="straightConnector1">
            <a:avLst/>
          </a:prstGeom>
          <a:noFill/>
          <a:ln cap="flat" cmpd="sng" w="28575">
            <a:solidFill>
              <a:srgbClr val="009287"/>
            </a:solidFill>
            <a:prstDash val="solid"/>
            <a:round/>
            <a:headEnd len="sm" w="sm" type="none"/>
            <a:tailEnd len="sm" w="sm" type="none"/>
          </a:ln>
        </p:spPr>
      </p:cxnSp>
      <p:sp>
        <p:nvSpPr>
          <p:cNvPr id="240" name="Google Shape;240;g26da7a796fc_0_122"/>
          <p:cNvSpPr/>
          <p:nvPr/>
        </p:nvSpPr>
        <p:spPr>
          <a:xfrm>
            <a:off x="7312425" y="25762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a:t>
            </a:r>
            <a:endParaRPr b="0" i="0" sz="2700" u="none" cap="none" strike="noStrike">
              <a:solidFill>
                <a:srgbClr val="000000"/>
              </a:solidFill>
              <a:latin typeface="Patrick Hand"/>
              <a:ea typeface="Patrick Hand"/>
              <a:cs typeface="Patrick Hand"/>
              <a:sym typeface="Patrick Hand"/>
            </a:endParaRPr>
          </a:p>
        </p:txBody>
      </p:sp>
      <p:graphicFrame>
        <p:nvGraphicFramePr>
          <p:cNvPr id="241" name="Google Shape;241;g26da7a796fc_0_122"/>
          <p:cNvGraphicFramePr/>
          <p:nvPr/>
        </p:nvGraphicFramePr>
        <p:xfrm>
          <a:off x="2410900" y="985575"/>
          <a:ext cx="3000000" cy="3000000"/>
        </p:xfrm>
        <a:graphic>
          <a:graphicData uri="http://schemas.openxmlformats.org/drawingml/2006/table">
            <a:tbl>
              <a:tblPr>
                <a:noFill/>
                <a:tableStyleId>{72A8EEA2-B192-4B2D-A1FC-FF8192A707AE}</a:tableStyleId>
              </a:tblPr>
              <a:tblGrid>
                <a:gridCol w="1838900"/>
                <a:gridCol w="1838900"/>
              </a:tblGrid>
              <a:tr h="6001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44877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44877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bl>
          </a:graphicData>
        </a:graphic>
      </p:graphicFrame>
      <p:sp>
        <p:nvSpPr>
          <p:cNvPr id="242" name="Google Shape;242;g26da7a796fc_0_122"/>
          <p:cNvSpPr/>
          <p:nvPr/>
        </p:nvSpPr>
        <p:spPr>
          <a:xfrm>
            <a:off x="3299500" y="1510175"/>
            <a:ext cx="533100" cy="1843200"/>
          </a:xfrm>
          <a:prstGeom prst="ellipse">
            <a:avLst/>
          </a:prstGeom>
          <a:noFill/>
          <a:ln cap="flat" cmpd="sng" w="3810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3" name="Google Shape;243;g26da7a796fc_0_122"/>
          <p:cNvCxnSpPr>
            <a:stCxn id="242" idx="7"/>
            <a:endCxn id="213" idx="1"/>
          </p:cNvCxnSpPr>
          <p:nvPr/>
        </p:nvCxnSpPr>
        <p:spPr>
          <a:xfrm>
            <a:off x="3754529" y="1780105"/>
            <a:ext cx="566700" cy="99300"/>
          </a:xfrm>
          <a:prstGeom prst="straightConnector1">
            <a:avLst/>
          </a:prstGeom>
          <a:noFill/>
          <a:ln cap="flat" cmpd="sng" w="28575">
            <a:solidFill>
              <a:srgbClr val="009287"/>
            </a:solidFill>
            <a:prstDash val="solid"/>
            <a:round/>
            <a:headEnd len="sm" w="sm" type="none"/>
            <a:tailEnd len="med" w="med" type="triangle"/>
          </a:ln>
        </p:spPr>
      </p:cxnSp>
      <p:pic>
        <p:nvPicPr>
          <p:cNvPr id="244" name="Google Shape;244;g26da7a796fc_0_122"/>
          <p:cNvPicPr preferRelativeResize="0"/>
          <p:nvPr/>
        </p:nvPicPr>
        <p:blipFill>
          <a:blip r:embed="rId6">
            <a:alphaModFix/>
          </a:blip>
          <a:stretch>
            <a:fillRect/>
          </a:stretch>
        </p:blipFill>
        <p:spPr>
          <a:xfrm>
            <a:off x="11057150" y="52346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6da7a796fc_0_3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50" name="Google Shape;250;g26da7a796fc_0_3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51" name="Google Shape;251;g26da7a796fc_0_36"/>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52" name="Google Shape;252;g26da7a796fc_0_36"/>
          <p:cNvSpPr txBox="1"/>
          <p:nvPr/>
        </p:nvSpPr>
        <p:spPr>
          <a:xfrm>
            <a:off x="251625" y="283775"/>
            <a:ext cx="11398200" cy="4032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300" u="sng" cap="none" strike="noStrike">
                <a:solidFill>
                  <a:schemeClr val="dk1"/>
                </a:solidFill>
                <a:latin typeface="Patrick Hand"/>
                <a:ea typeface="Patrick Hand"/>
                <a:cs typeface="Patrick Hand"/>
                <a:sym typeface="Patrick Hand"/>
              </a:rPr>
              <a:t>Desagrupar </a:t>
            </a:r>
            <a:endParaRPr b="1" i="0" sz="3300" u="sng"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Lo que vimos en la diapositiva anterior se llama desagrupar.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Cuando realizamos una resta, comenzamos por las unidades. Si las unidades del </a:t>
            </a:r>
            <a:r>
              <a:rPr lang="es-ES" sz="3100">
                <a:solidFill>
                  <a:schemeClr val="dk1"/>
                </a:solidFill>
                <a:latin typeface="Patrick Hand"/>
                <a:ea typeface="Patrick Hand"/>
                <a:cs typeface="Patrick Hand"/>
                <a:sym typeface="Patrick Hand"/>
              </a:rPr>
              <a:t>minuendo</a:t>
            </a:r>
            <a:r>
              <a:rPr b="0" i="0" lang="es-ES" sz="3100" u="none" cap="none" strike="noStrike">
                <a:solidFill>
                  <a:schemeClr val="dk1"/>
                </a:solidFill>
                <a:latin typeface="Patrick Hand"/>
                <a:ea typeface="Patrick Hand"/>
                <a:cs typeface="Patrick Hand"/>
                <a:sym typeface="Patrick Hand"/>
              </a:rPr>
              <a:t> son menores que las del</a:t>
            </a:r>
            <a:r>
              <a:rPr lang="es-ES" sz="3100">
                <a:solidFill>
                  <a:schemeClr val="dk1"/>
                </a:solidFill>
                <a:latin typeface="Patrick Hand"/>
                <a:ea typeface="Patrick Hand"/>
                <a:cs typeface="Patrick Hand"/>
                <a:sym typeface="Patrick Hand"/>
              </a:rPr>
              <a:t> sustraendo</a:t>
            </a:r>
            <a:r>
              <a:rPr b="0" i="0" lang="es-ES" sz="3100" u="none" cap="none" strike="noStrike">
                <a:solidFill>
                  <a:schemeClr val="dk1"/>
                </a:solidFill>
                <a:latin typeface="Patrick Hand"/>
                <a:ea typeface="Patrick Hand"/>
                <a:cs typeface="Patrick Hand"/>
                <a:sym typeface="Patrick Hand"/>
              </a:rPr>
              <a:t>, como en el caso anterior, debemos desagrupar las decenas y pasar 1 decena a unidades y luego realizar la resta.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Ejemplo y pasos para resolver una resta desagrupando: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t/>
            </a:r>
            <a:endParaRPr b="0" i="0" sz="3100" u="none" cap="none" strike="noStrike">
              <a:solidFill>
                <a:schemeClr val="dk1"/>
              </a:solidFill>
              <a:latin typeface="Patrick Hand"/>
              <a:ea typeface="Patrick Hand"/>
              <a:cs typeface="Patrick Hand"/>
              <a:sym typeface="Patrick Hand"/>
            </a:endParaRPr>
          </a:p>
        </p:txBody>
      </p:sp>
      <p:sp>
        <p:nvSpPr>
          <p:cNvPr id="253" name="Google Shape;253;g26da7a796fc_0_36"/>
          <p:cNvSpPr txBox="1"/>
          <p:nvPr/>
        </p:nvSpPr>
        <p:spPr>
          <a:xfrm>
            <a:off x="5241225" y="3834875"/>
            <a:ext cx="2043300" cy="14160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4  2</a:t>
            </a:r>
            <a:endParaRPr b="0" i="0" sz="4000" u="none" cap="none" strike="noStrike">
              <a:solidFill>
                <a:schemeClr val="dk1"/>
              </a:solidFill>
              <a:latin typeface="Patrick Hand"/>
              <a:ea typeface="Patrick Hand"/>
              <a:cs typeface="Patrick Hand"/>
              <a:sym typeface="Patrick Hand"/>
            </a:endParaRPr>
          </a:p>
          <a:p>
            <a:pPr indent="-482600" lvl="0" marL="457200" marR="0" rtl="0" algn="ctr">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1  9</a:t>
            </a:r>
            <a:endParaRPr b="0" i="0" sz="4000" u="none" cap="none" strike="noStrike">
              <a:solidFill>
                <a:schemeClr val="dk1"/>
              </a:solidFill>
              <a:latin typeface="Patrick Hand"/>
              <a:ea typeface="Patrick Hand"/>
              <a:cs typeface="Patrick Hand"/>
              <a:sym typeface="Patrick Hand"/>
            </a:endParaRPr>
          </a:p>
        </p:txBody>
      </p:sp>
      <p:cxnSp>
        <p:nvCxnSpPr>
          <p:cNvPr id="254" name="Google Shape;254;g26da7a796fc_0_36"/>
          <p:cNvCxnSpPr>
            <a:stCxn id="253" idx="2"/>
          </p:cNvCxnSpPr>
          <p:nvPr/>
        </p:nvCxnSpPr>
        <p:spPr>
          <a:xfrm>
            <a:off x="6262875" y="5250875"/>
            <a:ext cx="8700" cy="718800"/>
          </a:xfrm>
          <a:prstGeom prst="straightConnector1">
            <a:avLst/>
          </a:prstGeom>
          <a:noFill/>
          <a:ln cap="flat" cmpd="sng" w="28575">
            <a:solidFill>
              <a:srgbClr val="009287"/>
            </a:solidFill>
            <a:prstDash val="solid"/>
            <a:round/>
            <a:headEnd len="sm" w="sm" type="none"/>
            <a:tailEnd len="med" w="med" type="triangle"/>
          </a:ln>
        </p:spPr>
      </p:cxnSp>
      <p:sp>
        <p:nvSpPr>
          <p:cNvPr id="255" name="Google Shape;255;g26da7a796fc_0_36"/>
          <p:cNvSpPr txBox="1"/>
          <p:nvPr/>
        </p:nvSpPr>
        <p:spPr>
          <a:xfrm>
            <a:off x="5028025" y="5748050"/>
            <a:ext cx="4281900" cy="661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Pasos para resolverla</a:t>
            </a:r>
            <a:endParaRPr b="0" i="0" sz="1400" u="none" cap="none" strike="noStrike">
              <a:solidFill>
                <a:srgbClr val="000000"/>
              </a:solidFill>
              <a:latin typeface="Arial"/>
              <a:ea typeface="Arial"/>
              <a:cs typeface="Arial"/>
              <a:sym typeface="Arial"/>
            </a:endParaRPr>
          </a:p>
        </p:txBody>
      </p:sp>
      <p:pic>
        <p:nvPicPr>
          <p:cNvPr id="256" name="Google Shape;256;g26da7a796fc_0_36"/>
          <p:cNvPicPr preferRelativeResize="0"/>
          <p:nvPr/>
        </p:nvPicPr>
        <p:blipFill>
          <a:blip r:embed="rId4">
            <a:alphaModFix/>
          </a:blip>
          <a:stretch>
            <a:fillRect/>
          </a:stretch>
        </p:blipFill>
        <p:spPr>
          <a:xfrm>
            <a:off x="11057150" y="5234687"/>
            <a:ext cx="975700" cy="1029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23c0d92f69e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62" name="Google Shape;262;g23c0d92f69e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63" name="Google Shape;263;g23c0d92f69e_0_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64" name="Google Shape;264;g23c0d92f69e_0_0"/>
          <p:cNvSpPr txBox="1"/>
          <p:nvPr/>
        </p:nvSpPr>
        <p:spPr>
          <a:xfrm>
            <a:off x="700025" y="319975"/>
            <a:ext cx="10802700" cy="769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800" u="none" cap="none" strike="noStrike">
                <a:solidFill>
                  <a:schemeClr val="dk1"/>
                </a:solidFill>
                <a:latin typeface="Patrick Hand"/>
                <a:ea typeface="Patrick Hand"/>
                <a:cs typeface="Patrick Hand"/>
                <a:sym typeface="Patrick Hand"/>
              </a:rPr>
              <a:t>Resta con desagrupar</a:t>
            </a:r>
            <a:endParaRPr b="1" i="0" sz="2200" u="none" cap="none" strike="noStrike">
              <a:solidFill>
                <a:srgbClr val="000000"/>
              </a:solidFill>
              <a:latin typeface="Arial"/>
              <a:ea typeface="Arial"/>
              <a:cs typeface="Arial"/>
              <a:sym typeface="Arial"/>
            </a:endParaRPr>
          </a:p>
        </p:txBody>
      </p:sp>
      <p:sp>
        <p:nvSpPr>
          <p:cNvPr id="265" name="Google Shape;265;g23c0d92f69e_0_0"/>
          <p:cNvSpPr txBox="1"/>
          <p:nvPr/>
        </p:nvSpPr>
        <p:spPr>
          <a:xfrm>
            <a:off x="4625225" y="1386025"/>
            <a:ext cx="6586500" cy="1523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restando las unidades. En este caso 2 - 9. No puedo restarlo por lo tanto tendré que desagrupar una decena. </a:t>
            </a:r>
            <a:endParaRPr b="0" i="0" sz="2900" u="none" cap="none" strike="noStrike">
              <a:solidFill>
                <a:schemeClr val="dk1"/>
              </a:solidFill>
              <a:latin typeface="Patrick Hand"/>
              <a:ea typeface="Patrick Hand"/>
              <a:cs typeface="Patrick Hand"/>
              <a:sym typeface="Patrick Hand"/>
            </a:endParaRPr>
          </a:p>
        </p:txBody>
      </p:sp>
      <p:sp>
        <p:nvSpPr>
          <p:cNvPr id="266" name="Google Shape;266;g23c0d92f69e_0_0"/>
          <p:cNvSpPr txBox="1"/>
          <p:nvPr/>
        </p:nvSpPr>
        <p:spPr>
          <a:xfrm>
            <a:off x="4767300" y="3402475"/>
            <a:ext cx="6586500" cy="1970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Al desagrupar la decena, las unidades del primer sumando se transformaron en 12 ( 1 decena + 2 unidades = 12 unidades) y las decenas en 3 (desagrupamos una)</a:t>
            </a:r>
            <a:endParaRPr b="0" i="0" sz="2900" u="none" cap="none" strike="noStrike">
              <a:solidFill>
                <a:schemeClr val="dk1"/>
              </a:solidFill>
              <a:latin typeface="Patrick Hand"/>
              <a:ea typeface="Patrick Hand"/>
              <a:cs typeface="Patrick Hand"/>
              <a:sym typeface="Patrick Hand"/>
            </a:endParaRPr>
          </a:p>
        </p:txBody>
      </p:sp>
      <p:sp>
        <p:nvSpPr>
          <p:cNvPr id="267" name="Google Shape;267;g23c0d92f69e_0_0"/>
          <p:cNvSpPr/>
          <p:nvPr/>
        </p:nvSpPr>
        <p:spPr>
          <a:xfrm>
            <a:off x="4011425" y="18059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68" name="Google Shape;268;g23c0d92f69e_0_0"/>
          <p:cNvSpPr/>
          <p:nvPr/>
        </p:nvSpPr>
        <p:spPr>
          <a:xfrm>
            <a:off x="4011425" y="37479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cxnSp>
        <p:nvCxnSpPr>
          <p:cNvPr id="269" name="Google Shape;269;g23c0d92f69e_0_0"/>
          <p:cNvCxnSpPr/>
          <p:nvPr/>
        </p:nvCxnSpPr>
        <p:spPr>
          <a:xfrm>
            <a:off x="1441525" y="3636175"/>
            <a:ext cx="1401300" cy="6000"/>
          </a:xfrm>
          <a:prstGeom prst="straightConnector1">
            <a:avLst/>
          </a:prstGeom>
          <a:noFill/>
          <a:ln cap="flat" cmpd="sng" w="9525">
            <a:solidFill>
              <a:schemeClr val="dk1"/>
            </a:solidFill>
            <a:prstDash val="solid"/>
            <a:round/>
            <a:headEnd len="sm" w="sm" type="none"/>
            <a:tailEnd len="sm" w="sm" type="none"/>
          </a:ln>
        </p:spPr>
      </p:cxnSp>
      <p:sp>
        <p:nvSpPr>
          <p:cNvPr id="270" name="Google Shape;270;g23c0d92f69e_0_0"/>
          <p:cNvSpPr txBox="1"/>
          <p:nvPr/>
        </p:nvSpPr>
        <p:spPr>
          <a:xfrm>
            <a:off x="944000" y="1690825"/>
            <a:ext cx="2245800" cy="26475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4  2</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1  9</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p:txBody>
      </p:sp>
      <p:sp>
        <p:nvSpPr>
          <p:cNvPr id="271" name="Google Shape;271;g23c0d92f69e_0_0"/>
          <p:cNvSpPr/>
          <p:nvPr/>
        </p:nvSpPr>
        <p:spPr>
          <a:xfrm>
            <a:off x="2203100" y="19898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12</a:t>
            </a:r>
            <a:endParaRPr b="0" i="0" sz="2500" u="none" cap="none" strike="noStrike">
              <a:solidFill>
                <a:srgbClr val="000000"/>
              </a:solidFill>
              <a:latin typeface="Patrick Hand"/>
              <a:ea typeface="Patrick Hand"/>
              <a:cs typeface="Patrick Hand"/>
              <a:sym typeface="Patrick Hand"/>
            </a:endParaRPr>
          </a:p>
        </p:txBody>
      </p:sp>
      <p:sp>
        <p:nvSpPr>
          <p:cNvPr id="272" name="Google Shape;272;g23c0d92f69e_0_0"/>
          <p:cNvSpPr/>
          <p:nvPr/>
        </p:nvSpPr>
        <p:spPr>
          <a:xfrm>
            <a:off x="1669700" y="19898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3</a:t>
            </a:r>
            <a:endParaRPr b="0" i="0" sz="2500" u="none" cap="none" strike="noStrike">
              <a:solidFill>
                <a:srgbClr val="000000"/>
              </a:solidFill>
              <a:latin typeface="Patrick Hand"/>
              <a:ea typeface="Patrick Hand"/>
              <a:cs typeface="Patrick Hand"/>
              <a:sym typeface="Patrick Hand"/>
            </a:endParaRPr>
          </a:p>
        </p:txBody>
      </p:sp>
      <p:cxnSp>
        <p:nvCxnSpPr>
          <p:cNvPr id="273" name="Google Shape;273;g23c0d92f69e_0_0"/>
          <p:cNvCxnSpPr/>
          <p:nvPr/>
        </p:nvCxnSpPr>
        <p:spPr>
          <a:xfrm>
            <a:off x="2167550" y="24161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74" name="Google Shape;274;g23c0d92f69e_0_0"/>
          <p:cNvCxnSpPr/>
          <p:nvPr/>
        </p:nvCxnSpPr>
        <p:spPr>
          <a:xfrm>
            <a:off x="1725775" y="2416175"/>
            <a:ext cx="477300" cy="604200"/>
          </a:xfrm>
          <a:prstGeom prst="straightConnector1">
            <a:avLst/>
          </a:prstGeom>
          <a:noFill/>
          <a:ln cap="flat" cmpd="sng" w="28575">
            <a:solidFill>
              <a:srgbClr val="009287"/>
            </a:solidFill>
            <a:prstDash val="solid"/>
            <a:round/>
            <a:headEnd len="sm" w="sm" type="none"/>
            <a:tailEnd len="sm" w="sm" type="none"/>
          </a:ln>
        </p:spPr>
      </p:cxnSp>
      <p:sp>
        <p:nvSpPr>
          <p:cNvPr id="275" name="Google Shape;275;g23c0d92f69e_0_0"/>
          <p:cNvSpPr txBox="1"/>
          <p:nvPr/>
        </p:nvSpPr>
        <p:spPr>
          <a:xfrm>
            <a:off x="1593925" y="1165225"/>
            <a:ext cx="15960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D      U</a:t>
            </a:r>
            <a:endParaRPr b="0" i="0" sz="500" u="none" cap="none" strike="noStrike">
              <a:solidFill>
                <a:srgbClr val="000000"/>
              </a:solidFill>
              <a:latin typeface="Arial"/>
              <a:ea typeface="Arial"/>
              <a:cs typeface="Arial"/>
              <a:sym typeface="Arial"/>
            </a:endParaRPr>
          </a:p>
        </p:txBody>
      </p:sp>
      <p:pic>
        <p:nvPicPr>
          <p:cNvPr id="276" name="Google Shape;276;g23c0d92f69e_0_0"/>
          <p:cNvPicPr preferRelativeResize="0"/>
          <p:nvPr/>
        </p:nvPicPr>
        <p:blipFill>
          <a:blip r:embed="rId4">
            <a:alphaModFix/>
          </a:blip>
          <a:stretch>
            <a:fillRect/>
          </a:stretch>
        </p:blipFill>
        <p:spPr>
          <a:xfrm>
            <a:off x="11057150" y="5234687"/>
            <a:ext cx="975700" cy="1029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23c0d92f69e_0_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82" name="Google Shape;282;g23c0d92f69e_0_2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83" name="Google Shape;283;g23c0d92f69e_0_2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84" name="Google Shape;284;g23c0d92f69e_0_23"/>
          <p:cNvSpPr txBox="1"/>
          <p:nvPr/>
        </p:nvSpPr>
        <p:spPr>
          <a:xfrm>
            <a:off x="700025" y="319975"/>
            <a:ext cx="10802700" cy="769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800" u="none" cap="none" strike="noStrike">
                <a:solidFill>
                  <a:schemeClr val="dk1"/>
                </a:solidFill>
                <a:latin typeface="Patrick Hand"/>
                <a:ea typeface="Patrick Hand"/>
                <a:cs typeface="Patrick Hand"/>
                <a:sym typeface="Patrick Hand"/>
              </a:rPr>
              <a:t>Resta con desagrupar</a:t>
            </a:r>
            <a:endParaRPr b="1" i="0" sz="2200" u="none" cap="none" strike="noStrike">
              <a:solidFill>
                <a:srgbClr val="000000"/>
              </a:solidFill>
              <a:latin typeface="Arial"/>
              <a:ea typeface="Arial"/>
              <a:cs typeface="Arial"/>
              <a:sym typeface="Arial"/>
            </a:endParaRPr>
          </a:p>
        </p:txBody>
      </p:sp>
      <p:sp>
        <p:nvSpPr>
          <p:cNvPr id="285" name="Google Shape;285;g23c0d92f69e_0_23"/>
          <p:cNvSpPr txBox="1"/>
          <p:nvPr/>
        </p:nvSpPr>
        <p:spPr>
          <a:xfrm>
            <a:off x="4995900" y="1664375"/>
            <a:ext cx="6586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unidades 12 - 9 = 3. Escribo el 3 bajo las unidades.</a:t>
            </a:r>
            <a:endParaRPr b="0" i="0" sz="2900" u="none" cap="none" strike="noStrike">
              <a:solidFill>
                <a:schemeClr val="dk1"/>
              </a:solidFill>
              <a:latin typeface="Patrick Hand"/>
              <a:ea typeface="Patrick Hand"/>
              <a:cs typeface="Patrick Hand"/>
              <a:sym typeface="Patrick Hand"/>
            </a:endParaRPr>
          </a:p>
        </p:txBody>
      </p:sp>
      <p:sp>
        <p:nvSpPr>
          <p:cNvPr id="286" name="Google Shape;286;g23c0d92f69e_0_23"/>
          <p:cNvSpPr/>
          <p:nvPr/>
        </p:nvSpPr>
        <p:spPr>
          <a:xfrm>
            <a:off x="4153500" y="158875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3</a:t>
            </a:r>
            <a:endParaRPr b="0" i="0" sz="3000" u="none" cap="none" strike="noStrike">
              <a:solidFill>
                <a:srgbClr val="000000"/>
              </a:solidFill>
              <a:latin typeface="Patrick Hand"/>
              <a:ea typeface="Patrick Hand"/>
              <a:cs typeface="Patrick Hand"/>
              <a:sym typeface="Patrick Hand"/>
            </a:endParaRPr>
          </a:p>
        </p:txBody>
      </p:sp>
      <p:cxnSp>
        <p:nvCxnSpPr>
          <p:cNvPr id="287" name="Google Shape;287;g23c0d92f69e_0_23"/>
          <p:cNvCxnSpPr/>
          <p:nvPr/>
        </p:nvCxnSpPr>
        <p:spPr>
          <a:xfrm>
            <a:off x="1441525" y="3636175"/>
            <a:ext cx="1401300" cy="6000"/>
          </a:xfrm>
          <a:prstGeom prst="straightConnector1">
            <a:avLst/>
          </a:prstGeom>
          <a:noFill/>
          <a:ln cap="flat" cmpd="sng" w="9525">
            <a:solidFill>
              <a:schemeClr val="dk1"/>
            </a:solidFill>
            <a:prstDash val="solid"/>
            <a:round/>
            <a:headEnd len="sm" w="sm" type="none"/>
            <a:tailEnd len="sm" w="sm" type="none"/>
          </a:ln>
        </p:spPr>
      </p:cxnSp>
      <p:sp>
        <p:nvSpPr>
          <p:cNvPr id="288" name="Google Shape;288;g23c0d92f69e_0_23"/>
          <p:cNvSpPr txBox="1"/>
          <p:nvPr/>
        </p:nvSpPr>
        <p:spPr>
          <a:xfrm>
            <a:off x="944000" y="1690825"/>
            <a:ext cx="2245800" cy="26475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4  2</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1  9</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2  3</a:t>
            </a:r>
            <a:endParaRPr b="0" i="0" sz="4000" u="none" cap="none" strike="noStrike">
              <a:solidFill>
                <a:schemeClr val="dk1"/>
              </a:solidFill>
              <a:latin typeface="Patrick Hand"/>
              <a:ea typeface="Patrick Hand"/>
              <a:cs typeface="Patrick Hand"/>
              <a:sym typeface="Patrick Hand"/>
            </a:endParaRPr>
          </a:p>
        </p:txBody>
      </p:sp>
      <p:sp>
        <p:nvSpPr>
          <p:cNvPr id="289" name="Google Shape;289;g23c0d92f69e_0_23"/>
          <p:cNvSpPr txBox="1"/>
          <p:nvPr/>
        </p:nvSpPr>
        <p:spPr>
          <a:xfrm>
            <a:off x="4995900" y="3958450"/>
            <a:ext cx="6586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decenas 3- 1 = 2. Escribo el 2 bajo las decenas.</a:t>
            </a:r>
            <a:endParaRPr b="0" i="0" sz="2900" u="none" cap="none" strike="noStrike">
              <a:solidFill>
                <a:schemeClr val="dk1"/>
              </a:solidFill>
              <a:latin typeface="Patrick Hand"/>
              <a:ea typeface="Patrick Hand"/>
              <a:cs typeface="Patrick Hand"/>
              <a:sym typeface="Patrick Hand"/>
            </a:endParaRPr>
          </a:p>
        </p:txBody>
      </p:sp>
      <p:sp>
        <p:nvSpPr>
          <p:cNvPr id="290" name="Google Shape;290;g23c0d92f69e_0_23"/>
          <p:cNvSpPr/>
          <p:nvPr/>
        </p:nvSpPr>
        <p:spPr>
          <a:xfrm>
            <a:off x="4153500" y="41124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4</a:t>
            </a:r>
            <a:endParaRPr b="0" i="0" sz="3000" u="none" cap="none" strike="noStrike">
              <a:solidFill>
                <a:srgbClr val="000000"/>
              </a:solidFill>
              <a:latin typeface="Patrick Hand"/>
              <a:ea typeface="Patrick Hand"/>
              <a:cs typeface="Patrick Hand"/>
              <a:sym typeface="Patrick Hand"/>
            </a:endParaRPr>
          </a:p>
        </p:txBody>
      </p:sp>
      <p:sp>
        <p:nvSpPr>
          <p:cNvPr id="291" name="Google Shape;291;g23c0d92f69e_0_23"/>
          <p:cNvSpPr/>
          <p:nvPr/>
        </p:nvSpPr>
        <p:spPr>
          <a:xfrm>
            <a:off x="2203100" y="19898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12</a:t>
            </a:r>
            <a:endParaRPr b="0" i="0" sz="2500" u="none" cap="none" strike="noStrike">
              <a:solidFill>
                <a:srgbClr val="000000"/>
              </a:solidFill>
              <a:latin typeface="Patrick Hand"/>
              <a:ea typeface="Patrick Hand"/>
              <a:cs typeface="Patrick Hand"/>
              <a:sym typeface="Patrick Hand"/>
            </a:endParaRPr>
          </a:p>
        </p:txBody>
      </p:sp>
      <p:sp>
        <p:nvSpPr>
          <p:cNvPr id="292" name="Google Shape;292;g23c0d92f69e_0_23"/>
          <p:cNvSpPr/>
          <p:nvPr/>
        </p:nvSpPr>
        <p:spPr>
          <a:xfrm>
            <a:off x="1669700" y="19898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3</a:t>
            </a:r>
            <a:endParaRPr b="0" i="0" sz="2500" u="none" cap="none" strike="noStrike">
              <a:solidFill>
                <a:srgbClr val="000000"/>
              </a:solidFill>
              <a:latin typeface="Patrick Hand"/>
              <a:ea typeface="Patrick Hand"/>
              <a:cs typeface="Patrick Hand"/>
              <a:sym typeface="Patrick Hand"/>
            </a:endParaRPr>
          </a:p>
        </p:txBody>
      </p:sp>
      <p:cxnSp>
        <p:nvCxnSpPr>
          <p:cNvPr id="293" name="Google Shape;293;g23c0d92f69e_0_23"/>
          <p:cNvCxnSpPr/>
          <p:nvPr/>
        </p:nvCxnSpPr>
        <p:spPr>
          <a:xfrm>
            <a:off x="2167550" y="24161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94" name="Google Shape;294;g23c0d92f69e_0_23"/>
          <p:cNvCxnSpPr/>
          <p:nvPr/>
        </p:nvCxnSpPr>
        <p:spPr>
          <a:xfrm>
            <a:off x="1725775" y="2416175"/>
            <a:ext cx="477300" cy="604200"/>
          </a:xfrm>
          <a:prstGeom prst="straightConnector1">
            <a:avLst/>
          </a:prstGeom>
          <a:noFill/>
          <a:ln cap="flat" cmpd="sng" w="28575">
            <a:solidFill>
              <a:srgbClr val="009287"/>
            </a:solidFill>
            <a:prstDash val="solid"/>
            <a:round/>
            <a:headEnd len="sm" w="sm" type="none"/>
            <a:tailEnd len="sm" w="sm" type="none"/>
          </a:ln>
        </p:spPr>
      </p:cxnSp>
      <p:sp>
        <p:nvSpPr>
          <p:cNvPr id="295" name="Google Shape;295;g23c0d92f69e_0_23"/>
          <p:cNvSpPr txBox="1"/>
          <p:nvPr/>
        </p:nvSpPr>
        <p:spPr>
          <a:xfrm>
            <a:off x="1593925" y="1165225"/>
            <a:ext cx="15960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D      U</a:t>
            </a:r>
            <a:endParaRPr b="0" i="0" sz="500" u="none" cap="none" strike="noStrike">
              <a:solidFill>
                <a:srgbClr val="000000"/>
              </a:solidFill>
              <a:latin typeface="Arial"/>
              <a:ea typeface="Arial"/>
              <a:cs typeface="Arial"/>
              <a:sym typeface="Arial"/>
            </a:endParaRPr>
          </a:p>
        </p:txBody>
      </p:sp>
      <p:pic>
        <p:nvPicPr>
          <p:cNvPr id="296" name="Google Shape;296;g23c0d92f69e_0_23"/>
          <p:cNvPicPr preferRelativeResize="0"/>
          <p:nvPr/>
        </p:nvPicPr>
        <p:blipFill>
          <a:blip r:embed="rId4">
            <a:alphaModFix/>
          </a:blip>
          <a:stretch>
            <a:fillRect/>
          </a:stretch>
        </p:blipFill>
        <p:spPr>
          <a:xfrm>
            <a:off x="11057150" y="5234687"/>
            <a:ext cx="975700" cy="102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26da7a796fc_0_3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02" name="Google Shape;302;g26da7a796fc_0_3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03" name="Google Shape;303;g26da7a796fc_0_316"/>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04" name="Google Shape;304;g26da7a796fc_0_316"/>
          <p:cNvSpPr txBox="1"/>
          <p:nvPr/>
        </p:nvSpPr>
        <p:spPr>
          <a:xfrm>
            <a:off x="700025" y="319975"/>
            <a:ext cx="108027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s-ES" sz="3800" u="none" cap="none" strike="noStrike">
                <a:solidFill>
                  <a:schemeClr val="dk1"/>
                </a:solidFill>
                <a:latin typeface="Patrick Hand"/>
                <a:ea typeface="Patrick Hand"/>
                <a:cs typeface="Patrick Hand"/>
                <a:sym typeface="Patrick Hand"/>
              </a:rPr>
              <a:t>Ejemplo 2:</a:t>
            </a:r>
            <a:endParaRPr b="1" i="0" sz="2200" u="none" cap="none" strike="noStrike">
              <a:solidFill>
                <a:srgbClr val="000000"/>
              </a:solidFill>
              <a:latin typeface="Arial"/>
              <a:ea typeface="Arial"/>
              <a:cs typeface="Arial"/>
              <a:sym typeface="Arial"/>
            </a:endParaRPr>
          </a:p>
        </p:txBody>
      </p:sp>
      <p:sp>
        <p:nvSpPr>
          <p:cNvPr id="305" name="Google Shape;305;g26da7a796fc_0_316"/>
          <p:cNvSpPr txBox="1"/>
          <p:nvPr/>
        </p:nvSpPr>
        <p:spPr>
          <a:xfrm>
            <a:off x="4625225" y="1081225"/>
            <a:ext cx="6586500" cy="1523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restando las unidades. En este caso 0 - 3. No puedo restarlo por lo tanto tendré que desagrupar una decena. </a:t>
            </a:r>
            <a:endParaRPr b="0" i="0" sz="2900" u="none" cap="none" strike="noStrike">
              <a:solidFill>
                <a:schemeClr val="dk1"/>
              </a:solidFill>
              <a:latin typeface="Patrick Hand"/>
              <a:ea typeface="Patrick Hand"/>
              <a:cs typeface="Patrick Hand"/>
              <a:sym typeface="Patrick Hand"/>
            </a:endParaRPr>
          </a:p>
        </p:txBody>
      </p:sp>
      <p:sp>
        <p:nvSpPr>
          <p:cNvPr id="306" name="Google Shape;306;g26da7a796fc_0_316"/>
          <p:cNvSpPr txBox="1"/>
          <p:nvPr/>
        </p:nvSpPr>
        <p:spPr>
          <a:xfrm>
            <a:off x="4767300" y="2488075"/>
            <a:ext cx="6586500" cy="1523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Al desagrupar la decena, las unidades del primer sumando se transformaron en 10( 1 decena) y las decenas en 4 (desagrupamos una)</a:t>
            </a:r>
            <a:endParaRPr b="0" i="0" sz="2900" u="none" cap="none" strike="noStrike">
              <a:solidFill>
                <a:schemeClr val="dk1"/>
              </a:solidFill>
              <a:latin typeface="Patrick Hand"/>
              <a:ea typeface="Patrick Hand"/>
              <a:cs typeface="Patrick Hand"/>
              <a:sym typeface="Patrick Hand"/>
            </a:endParaRPr>
          </a:p>
        </p:txBody>
      </p:sp>
      <p:sp>
        <p:nvSpPr>
          <p:cNvPr id="307" name="Google Shape;307;g26da7a796fc_0_316"/>
          <p:cNvSpPr txBox="1"/>
          <p:nvPr/>
        </p:nvSpPr>
        <p:spPr>
          <a:xfrm>
            <a:off x="4843500" y="4267950"/>
            <a:ext cx="6586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unidades 10 - 3 = 7. Escribo el 7 bajo las unidades.</a:t>
            </a:r>
            <a:endParaRPr b="0" i="0" sz="2900" u="none" cap="none" strike="noStrike">
              <a:solidFill>
                <a:schemeClr val="dk1"/>
              </a:solidFill>
              <a:latin typeface="Patrick Hand"/>
              <a:ea typeface="Patrick Hand"/>
              <a:cs typeface="Patrick Hand"/>
              <a:sym typeface="Patrick Hand"/>
            </a:endParaRPr>
          </a:p>
        </p:txBody>
      </p:sp>
      <p:sp>
        <p:nvSpPr>
          <p:cNvPr id="308" name="Google Shape;308;g26da7a796fc_0_316"/>
          <p:cNvSpPr/>
          <p:nvPr/>
        </p:nvSpPr>
        <p:spPr>
          <a:xfrm>
            <a:off x="4011425" y="15011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309" name="Google Shape;309;g26da7a796fc_0_316"/>
          <p:cNvSpPr/>
          <p:nvPr/>
        </p:nvSpPr>
        <p:spPr>
          <a:xfrm>
            <a:off x="4011425" y="26049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310" name="Google Shape;310;g26da7a796fc_0_316"/>
          <p:cNvSpPr/>
          <p:nvPr/>
        </p:nvSpPr>
        <p:spPr>
          <a:xfrm>
            <a:off x="4087625" y="43603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3</a:t>
            </a:r>
            <a:endParaRPr b="0" i="0" sz="3000" u="none" cap="none" strike="noStrike">
              <a:solidFill>
                <a:srgbClr val="000000"/>
              </a:solidFill>
              <a:latin typeface="Patrick Hand"/>
              <a:ea typeface="Patrick Hand"/>
              <a:cs typeface="Patrick Hand"/>
              <a:sym typeface="Patrick Hand"/>
            </a:endParaRPr>
          </a:p>
        </p:txBody>
      </p:sp>
      <p:cxnSp>
        <p:nvCxnSpPr>
          <p:cNvPr id="311" name="Google Shape;311;g26da7a796fc_0_316"/>
          <p:cNvCxnSpPr/>
          <p:nvPr/>
        </p:nvCxnSpPr>
        <p:spPr>
          <a:xfrm>
            <a:off x="1441525" y="3636175"/>
            <a:ext cx="1401300" cy="6000"/>
          </a:xfrm>
          <a:prstGeom prst="straightConnector1">
            <a:avLst/>
          </a:prstGeom>
          <a:noFill/>
          <a:ln cap="flat" cmpd="sng" w="9525">
            <a:solidFill>
              <a:schemeClr val="dk1"/>
            </a:solidFill>
            <a:prstDash val="solid"/>
            <a:round/>
            <a:headEnd len="sm" w="sm" type="none"/>
            <a:tailEnd len="sm" w="sm" type="none"/>
          </a:ln>
        </p:spPr>
      </p:cxnSp>
      <p:sp>
        <p:nvSpPr>
          <p:cNvPr id="312" name="Google Shape;312;g26da7a796fc_0_316"/>
          <p:cNvSpPr txBox="1"/>
          <p:nvPr/>
        </p:nvSpPr>
        <p:spPr>
          <a:xfrm>
            <a:off x="944000" y="1690825"/>
            <a:ext cx="2245800" cy="26475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5  0</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2  3</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2  7</a:t>
            </a:r>
            <a:endParaRPr b="0" i="0" sz="4000" u="none" cap="none" strike="noStrike">
              <a:solidFill>
                <a:schemeClr val="dk1"/>
              </a:solidFill>
              <a:latin typeface="Patrick Hand"/>
              <a:ea typeface="Patrick Hand"/>
              <a:cs typeface="Patrick Hand"/>
              <a:sym typeface="Patrick Hand"/>
            </a:endParaRPr>
          </a:p>
        </p:txBody>
      </p:sp>
      <p:sp>
        <p:nvSpPr>
          <p:cNvPr id="313" name="Google Shape;313;g26da7a796fc_0_316"/>
          <p:cNvSpPr txBox="1"/>
          <p:nvPr/>
        </p:nvSpPr>
        <p:spPr>
          <a:xfrm>
            <a:off x="4995900" y="5255425"/>
            <a:ext cx="6586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decenas 4- 2 = 2. Escribo el 2 bajo las decenas.</a:t>
            </a:r>
            <a:endParaRPr b="0" i="0" sz="2900" u="none" cap="none" strike="noStrike">
              <a:solidFill>
                <a:schemeClr val="dk1"/>
              </a:solidFill>
              <a:latin typeface="Patrick Hand"/>
              <a:ea typeface="Patrick Hand"/>
              <a:cs typeface="Patrick Hand"/>
              <a:sym typeface="Patrick Hand"/>
            </a:endParaRPr>
          </a:p>
        </p:txBody>
      </p:sp>
      <p:sp>
        <p:nvSpPr>
          <p:cNvPr id="314" name="Google Shape;314;g26da7a796fc_0_316"/>
          <p:cNvSpPr/>
          <p:nvPr/>
        </p:nvSpPr>
        <p:spPr>
          <a:xfrm>
            <a:off x="4153500" y="52554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4</a:t>
            </a:r>
            <a:endParaRPr b="0" i="0" sz="3000" u="none" cap="none" strike="noStrike">
              <a:solidFill>
                <a:srgbClr val="000000"/>
              </a:solidFill>
              <a:latin typeface="Patrick Hand"/>
              <a:ea typeface="Patrick Hand"/>
              <a:cs typeface="Patrick Hand"/>
              <a:sym typeface="Patrick Hand"/>
            </a:endParaRPr>
          </a:p>
        </p:txBody>
      </p:sp>
      <p:sp>
        <p:nvSpPr>
          <p:cNvPr id="315" name="Google Shape;315;g26da7a796fc_0_316"/>
          <p:cNvSpPr/>
          <p:nvPr/>
        </p:nvSpPr>
        <p:spPr>
          <a:xfrm>
            <a:off x="2203100" y="19898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10</a:t>
            </a:r>
            <a:endParaRPr b="0" i="0" sz="2500" u="none" cap="none" strike="noStrike">
              <a:solidFill>
                <a:srgbClr val="000000"/>
              </a:solidFill>
              <a:latin typeface="Patrick Hand"/>
              <a:ea typeface="Patrick Hand"/>
              <a:cs typeface="Patrick Hand"/>
              <a:sym typeface="Patrick Hand"/>
            </a:endParaRPr>
          </a:p>
        </p:txBody>
      </p:sp>
      <p:sp>
        <p:nvSpPr>
          <p:cNvPr id="316" name="Google Shape;316;g26da7a796fc_0_316"/>
          <p:cNvSpPr/>
          <p:nvPr/>
        </p:nvSpPr>
        <p:spPr>
          <a:xfrm>
            <a:off x="1669700" y="19898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4</a:t>
            </a:r>
            <a:endParaRPr b="0" i="0" sz="2500" u="none" cap="none" strike="noStrike">
              <a:solidFill>
                <a:srgbClr val="000000"/>
              </a:solidFill>
              <a:latin typeface="Patrick Hand"/>
              <a:ea typeface="Patrick Hand"/>
              <a:cs typeface="Patrick Hand"/>
              <a:sym typeface="Patrick Hand"/>
            </a:endParaRPr>
          </a:p>
        </p:txBody>
      </p:sp>
      <p:cxnSp>
        <p:nvCxnSpPr>
          <p:cNvPr id="317" name="Google Shape;317;g26da7a796fc_0_316"/>
          <p:cNvCxnSpPr/>
          <p:nvPr/>
        </p:nvCxnSpPr>
        <p:spPr>
          <a:xfrm>
            <a:off x="2167550" y="24161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318" name="Google Shape;318;g26da7a796fc_0_316"/>
          <p:cNvCxnSpPr/>
          <p:nvPr/>
        </p:nvCxnSpPr>
        <p:spPr>
          <a:xfrm>
            <a:off x="1725775" y="2416175"/>
            <a:ext cx="477300" cy="604200"/>
          </a:xfrm>
          <a:prstGeom prst="straightConnector1">
            <a:avLst/>
          </a:prstGeom>
          <a:noFill/>
          <a:ln cap="flat" cmpd="sng" w="28575">
            <a:solidFill>
              <a:srgbClr val="009287"/>
            </a:solidFill>
            <a:prstDash val="solid"/>
            <a:round/>
            <a:headEnd len="sm" w="sm" type="none"/>
            <a:tailEnd len="sm" w="sm" type="none"/>
          </a:ln>
        </p:spPr>
      </p:cxnSp>
      <p:sp>
        <p:nvSpPr>
          <p:cNvPr id="319" name="Google Shape;319;g26da7a796fc_0_316"/>
          <p:cNvSpPr txBox="1"/>
          <p:nvPr/>
        </p:nvSpPr>
        <p:spPr>
          <a:xfrm>
            <a:off x="1593925" y="1165225"/>
            <a:ext cx="15960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D      U</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25" name="Google Shape;325;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26" name="Google Shape;326;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27" name="Google Shape;327;g2601a83bd95_0_93"/>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28" name="Google Shape;328;g2601a83bd95_0_93"/>
          <p:cNvSpPr txBox="1"/>
          <p:nvPr/>
        </p:nvSpPr>
        <p:spPr>
          <a:xfrm>
            <a:off x="23025" y="814225"/>
            <a:ext cx="10515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a:t>
            </a:r>
            <a:endParaRPr b="0" i="0" sz="200" u="none" cap="none" strike="noStrike">
              <a:solidFill>
                <a:srgbClr val="000000"/>
              </a:solidFill>
              <a:latin typeface="Arial"/>
              <a:ea typeface="Arial"/>
              <a:cs typeface="Arial"/>
              <a:sym typeface="Arial"/>
            </a:endParaRPr>
          </a:p>
        </p:txBody>
      </p:sp>
      <p:sp>
        <p:nvSpPr>
          <p:cNvPr id="329" name="Google Shape;329;g2601a83bd95_0_93"/>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6   8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3  9</a:t>
            </a:r>
            <a:endParaRPr b="0" i="0" sz="3400" u="none" cap="none" strike="noStrike">
              <a:solidFill>
                <a:srgbClr val="000000"/>
              </a:solidFill>
              <a:latin typeface="Patrick Hand"/>
              <a:ea typeface="Patrick Hand"/>
              <a:cs typeface="Patrick Hand"/>
              <a:sym typeface="Patrick Hand"/>
            </a:endParaRPr>
          </a:p>
        </p:txBody>
      </p:sp>
      <p:sp>
        <p:nvSpPr>
          <p:cNvPr id="330" name="Google Shape;330;g2601a83bd95_0_93"/>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2  7</a:t>
            </a:r>
            <a:endParaRPr b="0" i="0" sz="3400" u="none" cap="none" strike="noStrike">
              <a:solidFill>
                <a:srgbClr val="000000"/>
              </a:solidFill>
              <a:latin typeface="Patrick Hand"/>
              <a:ea typeface="Patrick Hand"/>
              <a:cs typeface="Patrick Hand"/>
              <a:sym typeface="Patrick Hand"/>
            </a:endParaRPr>
          </a:p>
        </p:txBody>
      </p:sp>
      <p:sp>
        <p:nvSpPr>
          <p:cNvPr id="331" name="Google Shape;331;g2601a83bd95_0_93"/>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9   1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3  6</a:t>
            </a:r>
            <a:endParaRPr b="0" i="0" sz="3400" u="none" cap="none" strike="noStrike">
              <a:solidFill>
                <a:srgbClr val="000000"/>
              </a:solidFill>
              <a:latin typeface="Patrick Hand"/>
              <a:ea typeface="Patrick Hand"/>
              <a:cs typeface="Patrick Hand"/>
              <a:sym typeface="Patrick Hand"/>
            </a:endParaRPr>
          </a:p>
        </p:txBody>
      </p:sp>
      <p:sp>
        <p:nvSpPr>
          <p:cNvPr id="332" name="Google Shape;332;g2601a83bd95_0_93"/>
          <p:cNvSpPr txBox="1"/>
          <p:nvPr/>
        </p:nvSpPr>
        <p:spPr>
          <a:xfrm>
            <a:off x="1860750" y="45970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2   6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1   8</a:t>
            </a:r>
            <a:endParaRPr b="0" i="0" sz="3400" u="none" cap="none" strike="noStrike">
              <a:solidFill>
                <a:srgbClr val="000000"/>
              </a:solidFill>
              <a:latin typeface="Patrick Hand"/>
              <a:ea typeface="Patrick Hand"/>
              <a:cs typeface="Patrick Hand"/>
              <a:sym typeface="Patrick Hand"/>
            </a:endParaRPr>
          </a:p>
        </p:txBody>
      </p:sp>
      <p:sp>
        <p:nvSpPr>
          <p:cNvPr id="333" name="Google Shape;333;g2601a83bd95_0_93"/>
          <p:cNvSpPr txBox="1"/>
          <p:nvPr/>
        </p:nvSpPr>
        <p:spPr>
          <a:xfrm>
            <a:off x="5038275" y="46022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1   4</a:t>
            </a:r>
            <a:endParaRPr b="0" i="0" sz="3400" u="none" cap="none" strike="noStrike">
              <a:solidFill>
                <a:srgbClr val="000000"/>
              </a:solidFill>
              <a:latin typeface="Patrick Hand"/>
              <a:ea typeface="Patrick Hand"/>
              <a:cs typeface="Patrick Hand"/>
              <a:sym typeface="Patrick Hand"/>
            </a:endParaRPr>
          </a:p>
        </p:txBody>
      </p:sp>
      <p:sp>
        <p:nvSpPr>
          <p:cNvPr id="334" name="Google Shape;334;g2601a83bd95_0_93"/>
          <p:cNvSpPr txBox="1"/>
          <p:nvPr/>
        </p:nvSpPr>
        <p:spPr>
          <a:xfrm>
            <a:off x="8584150" y="4754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8  3</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5  6</a:t>
            </a:r>
            <a:endParaRPr b="0" i="0" sz="3400" u="none" cap="none" strike="noStrike">
              <a:solidFill>
                <a:srgbClr val="000000"/>
              </a:solidFill>
              <a:latin typeface="Patrick Hand"/>
              <a:ea typeface="Patrick Hand"/>
              <a:cs typeface="Patrick Hand"/>
              <a:sym typeface="Patrick Hand"/>
            </a:endParaRPr>
          </a:p>
        </p:txBody>
      </p:sp>
      <p:sp>
        <p:nvSpPr>
          <p:cNvPr id="335" name="Google Shape;335;g2601a83bd95_0_93"/>
          <p:cNvSpPr txBox="1"/>
          <p:nvPr/>
        </p:nvSpPr>
        <p:spPr>
          <a:xfrm>
            <a:off x="22537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2  9</a:t>
            </a:r>
            <a:endParaRPr b="0" i="0" sz="1400" u="none" cap="none" strike="noStrike">
              <a:solidFill>
                <a:srgbClr val="000000"/>
              </a:solidFill>
              <a:latin typeface="Arial"/>
              <a:ea typeface="Arial"/>
              <a:cs typeface="Arial"/>
              <a:sym typeface="Arial"/>
            </a:endParaRPr>
          </a:p>
        </p:txBody>
      </p:sp>
      <p:sp>
        <p:nvSpPr>
          <p:cNvPr id="336" name="Google Shape;336;g2601a83bd95_0_93"/>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4   5</a:t>
            </a:r>
            <a:endParaRPr b="0" i="0" sz="1400" u="none" cap="none" strike="noStrike">
              <a:solidFill>
                <a:srgbClr val="000000"/>
              </a:solidFill>
              <a:latin typeface="Arial"/>
              <a:ea typeface="Arial"/>
              <a:cs typeface="Arial"/>
              <a:sym typeface="Arial"/>
            </a:endParaRPr>
          </a:p>
        </p:txBody>
      </p:sp>
      <p:cxnSp>
        <p:nvCxnSpPr>
          <p:cNvPr id="337" name="Google Shape;337;g2601a83bd95_0_93"/>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38" name="Google Shape;338;g2601a83bd95_0_93"/>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39" name="Google Shape;339;g2601a83bd95_0_93"/>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340" name="Google Shape;340;g2601a83bd95_0_93"/>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5  5</a:t>
            </a:r>
            <a:endParaRPr b="0" i="0" sz="1400" u="none" cap="none" strike="noStrike">
              <a:solidFill>
                <a:srgbClr val="000000"/>
              </a:solidFill>
              <a:latin typeface="Arial"/>
              <a:ea typeface="Arial"/>
              <a:cs typeface="Arial"/>
              <a:sym typeface="Arial"/>
            </a:endParaRPr>
          </a:p>
        </p:txBody>
      </p:sp>
      <p:cxnSp>
        <p:nvCxnSpPr>
          <p:cNvPr id="341" name="Google Shape;341;g2601a83bd95_0_93"/>
          <p:cNvCxnSpPr/>
          <p:nvPr/>
        </p:nvCxnSpPr>
        <p:spPr>
          <a:xfrm>
            <a:off x="8883425" y="58626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2" name="Google Shape;342;g2601a83bd95_0_93"/>
          <p:cNvCxnSpPr/>
          <p:nvPr/>
        </p:nvCxnSpPr>
        <p:spPr>
          <a:xfrm>
            <a:off x="5302025" y="57864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3" name="Google Shape;343;g2601a83bd95_0_93"/>
          <p:cNvCxnSpPr/>
          <p:nvPr/>
        </p:nvCxnSpPr>
        <p:spPr>
          <a:xfrm>
            <a:off x="21016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344" name="Google Shape;344;g2601a83bd95_0_93"/>
          <p:cNvSpPr txBox="1"/>
          <p:nvPr/>
        </p:nvSpPr>
        <p:spPr>
          <a:xfrm>
            <a:off x="8972225" y="57864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2  7</a:t>
            </a:r>
            <a:endParaRPr b="0" i="0" sz="1400" u="none" cap="none" strike="noStrike">
              <a:solidFill>
                <a:srgbClr val="000000"/>
              </a:solidFill>
              <a:latin typeface="Arial"/>
              <a:ea typeface="Arial"/>
              <a:cs typeface="Arial"/>
              <a:sym typeface="Arial"/>
            </a:endParaRPr>
          </a:p>
        </p:txBody>
      </p:sp>
      <p:sp>
        <p:nvSpPr>
          <p:cNvPr id="345" name="Google Shape;345;g2601a83bd95_0_93"/>
          <p:cNvSpPr txBox="1"/>
          <p:nvPr/>
        </p:nvSpPr>
        <p:spPr>
          <a:xfrm>
            <a:off x="5467025"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4   6</a:t>
            </a:r>
            <a:endParaRPr b="0" i="0" sz="1400" u="none" cap="none" strike="noStrike">
              <a:solidFill>
                <a:srgbClr val="000000"/>
              </a:solidFill>
              <a:latin typeface="Arial"/>
              <a:ea typeface="Arial"/>
              <a:cs typeface="Arial"/>
              <a:sym typeface="Arial"/>
            </a:endParaRPr>
          </a:p>
        </p:txBody>
      </p:sp>
      <p:sp>
        <p:nvSpPr>
          <p:cNvPr id="346" name="Google Shape;346;g2601a83bd95_0_93"/>
          <p:cNvSpPr txBox="1"/>
          <p:nvPr/>
        </p:nvSpPr>
        <p:spPr>
          <a:xfrm>
            <a:off x="2197500"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8</a:t>
            </a:r>
            <a:endParaRPr b="0" i="0" sz="1400" u="none" cap="none" strike="noStrike">
              <a:solidFill>
                <a:srgbClr val="000000"/>
              </a:solidFill>
              <a:latin typeface="Arial"/>
              <a:ea typeface="Arial"/>
              <a:cs typeface="Arial"/>
              <a:sym typeface="Arial"/>
            </a:endParaRPr>
          </a:p>
        </p:txBody>
      </p:sp>
      <p:sp>
        <p:nvSpPr>
          <p:cNvPr id="347" name="Google Shape;347;g2601a83bd95_0_93"/>
          <p:cNvSpPr/>
          <p:nvPr/>
        </p:nvSpPr>
        <p:spPr>
          <a:xfrm>
            <a:off x="2748725" y="13512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18</a:t>
            </a:r>
            <a:endParaRPr b="0" i="0" sz="2500" u="none" cap="none" strike="noStrike">
              <a:solidFill>
                <a:srgbClr val="000000"/>
              </a:solidFill>
              <a:latin typeface="Patrick Hand"/>
              <a:ea typeface="Patrick Hand"/>
              <a:cs typeface="Patrick Hand"/>
              <a:sym typeface="Patrick Hand"/>
            </a:endParaRPr>
          </a:p>
        </p:txBody>
      </p:sp>
      <p:sp>
        <p:nvSpPr>
          <p:cNvPr id="348" name="Google Shape;348;g2601a83bd95_0_93"/>
          <p:cNvSpPr/>
          <p:nvPr/>
        </p:nvSpPr>
        <p:spPr>
          <a:xfrm>
            <a:off x="2121300" y="13310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5</a:t>
            </a:r>
            <a:endParaRPr b="0" i="0" sz="2500" u="none" cap="none" strike="noStrike">
              <a:solidFill>
                <a:srgbClr val="000000"/>
              </a:solidFill>
              <a:latin typeface="Patrick Hand"/>
              <a:ea typeface="Patrick Hand"/>
              <a:cs typeface="Patrick Hand"/>
              <a:sym typeface="Patrick Hand"/>
            </a:endParaRPr>
          </a:p>
        </p:txBody>
      </p:sp>
      <p:cxnSp>
        <p:nvCxnSpPr>
          <p:cNvPr id="349" name="Google Shape;349;g2601a83bd95_0_93"/>
          <p:cNvCxnSpPr/>
          <p:nvPr/>
        </p:nvCxnSpPr>
        <p:spPr>
          <a:xfrm rot="10800000">
            <a:off x="28071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0" name="Google Shape;350;g2601a83bd95_0_93"/>
          <p:cNvCxnSpPr/>
          <p:nvPr/>
        </p:nvCxnSpPr>
        <p:spPr>
          <a:xfrm rot="10800000">
            <a:off x="2349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1" name="Google Shape;351;g2601a83bd95_0_93"/>
          <p:cNvCxnSpPr/>
          <p:nvPr/>
        </p:nvCxnSpPr>
        <p:spPr>
          <a:xfrm rot="10800000">
            <a:off x="547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2" name="Google Shape;352;g2601a83bd95_0_93"/>
          <p:cNvCxnSpPr/>
          <p:nvPr/>
        </p:nvCxnSpPr>
        <p:spPr>
          <a:xfrm rot="10800000">
            <a:off x="58551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353" name="Google Shape;353;g2601a83bd95_0_93"/>
          <p:cNvSpPr/>
          <p:nvPr/>
        </p:nvSpPr>
        <p:spPr>
          <a:xfrm>
            <a:off x="5796725" y="13512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12</a:t>
            </a:r>
            <a:endParaRPr b="0" i="0" sz="2500" u="none" cap="none" strike="noStrike">
              <a:solidFill>
                <a:srgbClr val="000000"/>
              </a:solidFill>
              <a:latin typeface="Patrick Hand"/>
              <a:ea typeface="Patrick Hand"/>
              <a:cs typeface="Patrick Hand"/>
              <a:sym typeface="Patrick Hand"/>
            </a:endParaRPr>
          </a:p>
        </p:txBody>
      </p:sp>
      <p:sp>
        <p:nvSpPr>
          <p:cNvPr id="354" name="Google Shape;354;g2601a83bd95_0_93"/>
          <p:cNvSpPr/>
          <p:nvPr/>
        </p:nvSpPr>
        <p:spPr>
          <a:xfrm>
            <a:off x="5169300" y="13310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6</a:t>
            </a:r>
            <a:endParaRPr b="0" i="0" sz="2500" u="none" cap="none" strike="noStrike">
              <a:solidFill>
                <a:srgbClr val="000000"/>
              </a:solidFill>
              <a:latin typeface="Patrick Hand"/>
              <a:ea typeface="Patrick Hand"/>
              <a:cs typeface="Patrick Hand"/>
              <a:sym typeface="Patrick Hand"/>
            </a:endParaRPr>
          </a:p>
        </p:txBody>
      </p:sp>
      <p:sp>
        <p:nvSpPr>
          <p:cNvPr id="355" name="Google Shape;355;g2601a83bd95_0_93"/>
          <p:cNvSpPr/>
          <p:nvPr/>
        </p:nvSpPr>
        <p:spPr>
          <a:xfrm>
            <a:off x="9301925" y="14274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sp>
        <p:nvSpPr>
          <p:cNvPr id="356" name="Google Shape;356;g2601a83bd95_0_93"/>
          <p:cNvSpPr/>
          <p:nvPr/>
        </p:nvSpPr>
        <p:spPr>
          <a:xfrm>
            <a:off x="8674500" y="14072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8</a:t>
            </a:r>
            <a:endParaRPr b="0" i="0" sz="2500" u="none" cap="none" strike="noStrike">
              <a:solidFill>
                <a:srgbClr val="000000"/>
              </a:solidFill>
              <a:latin typeface="Patrick Hand"/>
              <a:ea typeface="Patrick Hand"/>
              <a:cs typeface="Patrick Hand"/>
              <a:sym typeface="Patrick Hand"/>
            </a:endParaRPr>
          </a:p>
        </p:txBody>
      </p:sp>
      <p:cxnSp>
        <p:nvCxnSpPr>
          <p:cNvPr id="357" name="Google Shape;357;g2601a83bd95_0_93"/>
          <p:cNvCxnSpPr/>
          <p:nvPr/>
        </p:nvCxnSpPr>
        <p:spPr>
          <a:xfrm rot="10800000">
            <a:off x="94365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8" name="Google Shape;358;g2601a83bd95_0_93"/>
          <p:cNvCxnSpPr/>
          <p:nvPr/>
        </p:nvCxnSpPr>
        <p:spPr>
          <a:xfrm rot="10800000">
            <a:off x="89793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359" name="Google Shape;359;g2601a83bd95_0_93"/>
          <p:cNvSpPr/>
          <p:nvPr/>
        </p:nvSpPr>
        <p:spPr>
          <a:xfrm>
            <a:off x="27397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16</a:t>
            </a:r>
            <a:endParaRPr b="0" i="0" sz="2500" u="none" cap="none" strike="noStrike">
              <a:solidFill>
                <a:srgbClr val="000000"/>
              </a:solidFill>
              <a:latin typeface="Patrick Hand"/>
              <a:ea typeface="Patrick Hand"/>
              <a:cs typeface="Patrick Hand"/>
              <a:sym typeface="Patrick Hand"/>
            </a:endParaRPr>
          </a:p>
        </p:txBody>
      </p:sp>
      <p:sp>
        <p:nvSpPr>
          <p:cNvPr id="360" name="Google Shape;360;g2601a83bd95_0_93"/>
          <p:cNvSpPr/>
          <p:nvPr/>
        </p:nvSpPr>
        <p:spPr>
          <a:xfrm>
            <a:off x="2121300" y="41412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a:t>
            </a:r>
            <a:endParaRPr b="0" i="0" sz="2500" u="none" cap="none" strike="noStrike">
              <a:solidFill>
                <a:srgbClr val="000000"/>
              </a:solidFill>
              <a:latin typeface="Patrick Hand"/>
              <a:ea typeface="Patrick Hand"/>
              <a:cs typeface="Patrick Hand"/>
              <a:sym typeface="Patrick Hand"/>
            </a:endParaRPr>
          </a:p>
        </p:txBody>
      </p:sp>
      <p:sp>
        <p:nvSpPr>
          <p:cNvPr id="361" name="Google Shape;361;g2601a83bd95_0_93"/>
          <p:cNvSpPr/>
          <p:nvPr/>
        </p:nvSpPr>
        <p:spPr>
          <a:xfrm>
            <a:off x="58639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10</a:t>
            </a:r>
            <a:endParaRPr b="0" i="0" sz="2500" u="none" cap="none" strike="noStrike">
              <a:solidFill>
                <a:srgbClr val="000000"/>
              </a:solidFill>
              <a:latin typeface="Patrick Hand"/>
              <a:ea typeface="Patrick Hand"/>
              <a:cs typeface="Patrick Hand"/>
              <a:sym typeface="Patrick Hand"/>
            </a:endParaRPr>
          </a:p>
        </p:txBody>
      </p:sp>
      <p:sp>
        <p:nvSpPr>
          <p:cNvPr id="362" name="Google Shape;362;g2601a83bd95_0_93"/>
          <p:cNvSpPr/>
          <p:nvPr/>
        </p:nvSpPr>
        <p:spPr>
          <a:xfrm>
            <a:off x="52543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5</a:t>
            </a:r>
            <a:endParaRPr b="0" i="0" sz="2500" u="none" cap="none" strike="noStrike">
              <a:solidFill>
                <a:srgbClr val="000000"/>
              </a:solidFill>
              <a:latin typeface="Patrick Hand"/>
              <a:ea typeface="Patrick Hand"/>
              <a:cs typeface="Patrick Hand"/>
              <a:sym typeface="Patrick Hand"/>
            </a:endParaRPr>
          </a:p>
        </p:txBody>
      </p:sp>
      <p:sp>
        <p:nvSpPr>
          <p:cNvPr id="363" name="Google Shape;363;g2601a83bd95_0_93"/>
          <p:cNvSpPr/>
          <p:nvPr/>
        </p:nvSpPr>
        <p:spPr>
          <a:xfrm>
            <a:off x="9369175" y="429360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13</a:t>
            </a:r>
            <a:endParaRPr b="0" i="0" sz="2500" u="none" cap="none" strike="noStrike">
              <a:solidFill>
                <a:srgbClr val="000000"/>
              </a:solidFill>
              <a:latin typeface="Patrick Hand"/>
              <a:ea typeface="Patrick Hand"/>
              <a:cs typeface="Patrick Hand"/>
              <a:sym typeface="Patrick Hand"/>
            </a:endParaRPr>
          </a:p>
        </p:txBody>
      </p:sp>
      <p:sp>
        <p:nvSpPr>
          <p:cNvPr id="364" name="Google Shape;364;g2601a83bd95_0_93"/>
          <p:cNvSpPr/>
          <p:nvPr/>
        </p:nvSpPr>
        <p:spPr>
          <a:xfrm>
            <a:off x="8776100" y="429360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7</a:t>
            </a:r>
            <a:endParaRPr b="0" i="0" sz="2500" u="none" cap="none" strike="noStrike">
              <a:solidFill>
                <a:srgbClr val="000000"/>
              </a:solidFill>
              <a:latin typeface="Patrick Hand"/>
              <a:ea typeface="Patrick Hand"/>
              <a:cs typeface="Patrick Hand"/>
              <a:sym typeface="Patrick Hand"/>
            </a:endParaRPr>
          </a:p>
        </p:txBody>
      </p:sp>
      <p:cxnSp>
        <p:nvCxnSpPr>
          <p:cNvPr id="365" name="Google Shape;365;g2601a83bd95_0_93"/>
          <p:cNvCxnSpPr/>
          <p:nvPr/>
        </p:nvCxnSpPr>
        <p:spPr>
          <a:xfrm rot="10800000">
            <a:off x="271820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6" name="Google Shape;366;g2601a83bd95_0_93"/>
          <p:cNvCxnSpPr/>
          <p:nvPr/>
        </p:nvCxnSpPr>
        <p:spPr>
          <a:xfrm rot="10800000">
            <a:off x="225375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7" name="Google Shape;367;g2601a83bd95_0_93"/>
          <p:cNvCxnSpPr/>
          <p:nvPr/>
        </p:nvCxnSpPr>
        <p:spPr>
          <a:xfrm rot="10800000">
            <a:off x="5931325"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8" name="Google Shape;368;g2601a83bd95_0_93"/>
          <p:cNvCxnSpPr/>
          <p:nvPr/>
        </p:nvCxnSpPr>
        <p:spPr>
          <a:xfrm rot="10800000">
            <a:off x="5418950" y="490920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9" name="Google Shape;369;g2601a83bd95_0_93"/>
          <p:cNvCxnSpPr/>
          <p:nvPr/>
        </p:nvCxnSpPr>
        <p:spPr>
          <a:xfrm rot="10800000">
            <a:off x="9426725" y="50906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70" name="Google Shape;370;g2601a83bd95_0_93"/>
          <p:cNvCxnSpPr/>
          <p:nvPr/>
        </p:nvCxnSpPr>
        <p:spPr>
          <a:xfrm rot="10800000">
            <a:off x="8979325" y="4951275"/>
            <a:ext cx="390900" cy="248700"/>
          </a:xfrm>
          <a:prstGeom prst="straightConnector1">
            <a:avLst/>
          </a:prstGeom>
          <a:noFill/>
          <a:ln cap="flat" cmpd="sng" w="19050">
            <a:solidFill>
              <a:srgbClr val="009287"/>
            </a:solidFill>
            <a:prstDash val="solid"/>
            <a:round/>
            <a:headEnd len="sm" w="sm" type="none"/>
            <a:tailEnd len="sm" w="sm" type="none"/>
          </a:ln>
        </p:spPr>
      </p:cxnSp>
      <p:pic>
        <p:nvPicPr>
          <p:cNvPr id="371" name="Google Shape;371;g2601a83bd95_0_93"/>
          <p:cNvPicPr preferRelativeResize="0"/>
          <p:nvPr/>
        </p:nvPicPr>
        <p:blipFill>
          <a:blip r:embed="rId4">
            <a:alphaModFix/>
          </a:blip>
          <a:stretch>
            <a:fillRect/>
          </a:stretch>
        </p:blipFill>
        <p:spPr>
          <a:xfrm>
            <a:off x="11057150" y="52346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26da7a796fc_0_26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77" name="Google Shape;377;g26da7a796fc_0_26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78" name="Google Shape;378;g26da7a796fc_0_265"/>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79" name="Google Shape;379;g26da7a796fc_0_265"/>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80" name="Google Shape;380;g26da7a796fc_0_265"/>
          <p:cNvSpPr txBox="1"/>
          <p:nvPr/>
        </p:nvSpPr>
        <p:spPr>
          <a:xfrm>
            <a:off x="23025" y="814225"/>
            <a:ext cx="10515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a:t>
            </a:r>
            <a:endParaRPr b="0" i="0" sz="200" u="none" cap="none" strike="noStrike">
              <a:solidFill>
                <a:srgbClr val="000000"/>
              </a:solidFill>
              <a:latin typeface="Arial"/>
              <a:ea typeface="Arial"/>
              <a:cs typeface="Arial"/>
              <a:sym typeface="Arial"/>
            </a:endParaRPr>
          </a:p>
        </p:txBody>
      </p:sp>
      <p:sp>
        <p:nvSpPr>
          <p:cNvPr id="381" name="Google Shape;381;g26da7a796fc_0_265"/>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2  2</a:t>
            </a:r>
            <a:endParaRPr b="0" i="0" sz="3400" u="none" cap="none" strike="noStrike">
              <a:solidFill>
                <a:srgbClr val="000000"/>
              </a:solidFill>
              <a:latin typeface="Patrick Hand"/>
              <a:ea typeface="Patrick Hand"/>
              <a:cs typeface="Patrick Hand"/>
              <a:sym typeface="Patrick Hand"/>
            </a:endParaRPr>
          </a:p>
        </p:txBody>
      </p:sp>
      <p:sp>
        <p:nvSpPr>
          <p:cNvPr id="382" name="Google Shape;382;g26da7a796fc_0_265"/>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8  1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7  9</a:t>
            </a:r>
            <a:endParaRPr b="0" i="0" sz="3400" u="none" cap="none" strike="noStrike">
              <a:solidFill>
                <a:srgbClr val="000000"/>
              </a:solidFill>
              <a:latin typeface="Patrick Hand"/>
              <a:ea typeface="Patrick Hand"/>
              <a:cs typeface="Patrick Hand"/>
              <a:sym typeface="Patrick Hand"/>
            </a:endParaRPr>
          </a:p>
        </p:txBody>
      </p:sp>
      <p:sp>
        <p:nvSpPr>
          <p:cNvPr id="383" name="Google Shape;383;g26da7a796fc_0_265"/>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8   1</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1  3</a:t>
            </a:r>
            <a:endParaRPr b="0" i="0" sz="3400" u="none" cap="none" strike="noStrike">
              <a:solidFill>
                <a:srgbClr val="000000"/>
              </a:solidFill>
              <a:latin typeface="Patrick Hand"/>
              <a:ea typeface="Patrick Hand"/>
              <a:cs typeface="Patrick Hand"/>
              <a:sym typeface="Patrick Hand"/>
            </a:endParaRPr>
          </a:p>
        </p:txBody>
      </p:sp>
      <p:sp>
        <p:nvSpPr>
          <p:cNvPr id="384" name="Google Shape;384;g26da7a796fc_0_265"/>
          <p:cNvSpPr txBox="1"/>
          <p:nvPr/>
        </p:nvSpPr>
        <p:spPr>
          <a:xfrm>
            <a:off x="1860750" y="45970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7   4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6   5</a:t>
            </a:r>
            <a:endParaRPr b="0" i="0" sz="3400" u="none" cap="none" strike="noStrike">
              <a:solidFill>
                <a:srgbClr val="000000"/>
              </a:solidFill>
              <a:latin typeface="Patrick Hand"/>
              <a:ea typeface="Patrick Hand"/>
              <a:cs typeface="Patrick Hand"/>
              <a:sym typeface="Patrick Hand"/>
            </a:endParaRPr>
          </a:p>
        </p:txBody>
      </p:sp>
      <p:sp>
        <p:nvSpPr>
          <p:cNvPr id="385" name="Google Shape;385;g26da7a796fc_0_265"/>
          <p:cNvSpPr txBox="1"/>
          <p:nvPr/>
        </p:nvSpPr>
        <p:spPr>
          <a:xfrm>
            <a:off x="5038275" y="46022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3  7</a:t>
            </a:r>
            <a:endParaRPr b="0" i="0" sz="3400" u="none" cap="none" strike="noStrike">
              <a:solidFill>
                <a:srgbClr val="000000"/>
              </a:solidFill>
              <a:latin typeface="Patrick Hand"/>
              <a:ea typeface="Patrick Hand"/>
              <a:cs typeface="Patrick Hand"/>
              <a:sym typeface="Patrick Hand"/>
            </a:endParaRPr>
          </a:p>
        </p:txBody>
      </p:sp>
      <p:sp>
        <p:nvSpPr>
          <p:cNvPr id="386" name="Google Shape;386;g26da7a796fc_0_265"/>
          <p:cNvSpPr txBox="1"/>
          <p:nvPr/>
        </p:nvSpPr>
        <p:spPr>
          <a:xfrm>
            <a:off x="8584150" y="4754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9  1</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6  7</a:t>
            </a:r>
            <a:endParaRPr b="0" i="0" sz="3400" u="none" cap="none" strike="noStrike">
              <a:solidFill>
                <a:srgbClr val="000000"/>
              </a:solidFill>
              <a:latin typeface="Patrick Hand"/>
              <a:ea typeface="Patrick Hand"/>
              <a:cs typeface="Patrick Hand"/>
              <a:sym typeface="Patrick Hand"/>
            </a:endParaRPr>
          </a:p>
        </p:txBody>
      </p:sp>
      <p:sp>
        <p:nvSpPr>
          <p:cNvPr id="387" name="Google Shape;387;g26da7a796fc_0_265"/>
          <p:cNvSpPr txBox="1"/>
          <p:nvPr/>
        </p:nvSpPr>
        <p:spPr>
          <a:xfrm>
            <a:off x="22537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2  </a:t>
            </a:r>
            <a:r>
              <a:rPr lang="es-ES" sz="3400">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388" name="Google Shape;388;g26da7a796fc_0_265"/>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2</a:t>
            </a:r>
            <a:endParaRPr b="0" i="0" sz="1400" u="none" cap="none" strike="noStrike">
              <a:solidFill>
                <a:srgbClr val="000000"/>
              </a:solidFill>
              <a:latin typeface="Arial"/>
              <a:ea typeface="Arial"/>
              <a:cs typeface="Arial"/>
              <a:sym typeface="Arial"/>
            </a:endParaRPr>
          </a:p>
        </p:txBody>
      </p:sp>
      <p:cxnSp>
        <p:nvCxnSpPr>
          <p:cNvPr id="389" name="Google Shape;389;g26da7a796fc_0_265"/>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90" name="Google Shape;390;g26da7a796fc_0_265"/>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91" name="Google Shape;391;g26da7a796fc_0_265"/>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392" name="Google Shape;392;g26da7a796fc_0_265"/>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6  8</a:t>
            </a:r>
            <a:endParaRPr b="0" i="0" sz="1400" u="none" cap="none" strike="noStrike">
              <a:solidFill>
                <a:srgbClr val="000000"/>
              </a:solidFill>
              <a:latin typeface="Arial"/>
              <a:ea typeface="Arial"/>
              <a:cs typeface="Arial"/>
              <a:sym typeface="Arial"/>
            </a:endParaRPr>
          </a:p>
        </p:txBody>
      </p:sp>
      <p:cxnSp>
        <p:nvCxnSpPr>
          <p:cNvPr id="393" name="Google Shape;393;g26da7a796fc_0_265"/>
          <p:cNvCxnSpPr/>
          <p:nvPr/>
        </p:nvCxnSpPr>
        <p:spPr>
          <a:xfrm>
            <a:off x="8883425" y="5862650"/>
            <a:ext cx="1172700" cy="0"/>
          </a:xfrm>
          <a:prstGeom prst="straightConnector1">
            <a:avLst/>
          </a:prstGeom>
          <a:noFill/>
          <a:ln cap="flat" cmpd="sng" w="9525">
            <a:solidFill>
              <a:schemeClr val="dk1"/>
            </a:solidFill>
            <a:prstDash val="solid"/>
            <a:round/>
            <a:headEnd len="sm" w="sm" type="none"/>
            <a:tailEnd len="sm" w="sm" type="none"/>
          </a:ln>
        </p:spPr>
      </p:cxnSp>
      <p:cxnSp>
        <p:nvCxnSpPr>
          <p:cNvPr id="394" name="Google Shape;394;g26da7a796fc_0_265"/>
          <p:cNvCxnSpPr/>
          <p:nvPr/>
        </p:nvCxnSpPr>
        <p:spPr>
          <a:xfrm>
            <a:off x="5302025" y="5786450"/>
            <a:ext cx="1172700" cy="0"/>
          </a:xfrm>
          <a:prstGeom prst="straightConnector1">
            <a:avLst/>
          </a:prstGeom>
          <a:noFill/>
          <a:ln cap="flat" cmpd="sng" w="9525">
            <a:solidFill>
              <a:schemeClr val="dk1"/>
            </a:solidFill>
            <a:prstDash val="solid"/>
            <a:round/>
            <a:headEnd len="sm" w="sm" type="none"/>
            <a:tailEnd len="sm" w="sm" type="none"/>
          </a:ln>
        </p:spPr>
      </p:cxnSp>
      <p:cxnSp>
        <p:nvCxnSpPr>
          <p:cNvPr id="395" name="Google Shape;395;g26da7a796fc_0_265"/>
          <p:cNvCxnSpPr/>
          <p:nvPr/>
        </p:nvCxnSpPr>
        <p:spPr>
          <a:xfrm>
            <a:off x="21016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396" name="Google Shape;396;g26da7a796fc_0_265"/>
          <p:cNvSpPr txBox="1"/>
          <p:nvPr/>
        </p:nvSpPr>
        <p:spPr>
          <a:xfrm>
            <a:off x="8972225" y="57864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2   4</a:t>
            </a:r>
            <a:endParaRPr b="0" i="0" sz="1400" u="none" cap="none" strike="noStrike">
              <a:solidFill>
                <a:srgbClr val="000000"/>
              </a:solidFill>
              <a:latin typeface="Arial"/>
              <a:ea typeface="Arial"/>
              <a:cs typeface="Arial"/>
              <a:sym typeface="Arial"/>
            </a:endParaRPr>
          </a:p>
        </p:txBody>
      </p:sp>
      <p:sp>
        <p:nvSpPr>
          <p:cNvPr id="397" name="Google Shape;397;g26da7a796fc_0_265"/>
          <p:cNvSpPr txBox="1"/>
          <p:nvPr/>
        </p:nvSpPr>
        <p:spPr>
          <a:xfrm>
            <a:off x="5467025"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5</a:t>
            </a:r>
            <a:endParaRPr b="0" i="0" sz="1400" u="none" cap="none" strike="noStrike">
              <a:solidFill>
                <a:srgbClr val="000000"/>
              </a:solidFill>
              <a:latin typeface="Arial"/>
              <a:ea typeface="Arial"/>
              <a:cs typeface="Arial"/>
              <a:sym typeface="Arial"/>
            </a:endParaRPr>
          </a:p>
        </p:txBody>
      </p:sp>
      <p:sp>
        <p:nvSpPr>
          <p:cNvPr id="398" name="Google Shape;398;g26da7a796fc_0_265"/>
          <p:cNvSpPr txBox="1"/>
          <p:nvPr/>
        </p:nvSpPr>
        <p:spPr>
          <a:xfrm>
            <a:off x="2197500"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9</a:t>
            </a:r>
            <a:endParaRPr b="0" i="0" sz="1400" u="none" cap="none" strike="noStrike">
              <a:solidFill>
                <a:srgbClr val="000000"/>
              </a:solidFill>
              <a:latin typeface="Arial"/>
              <a:ea typeface="Arial"/>
              <a:cs typeface="Arial"/>
              <a:sym typeface="Arial"/>
            </a:endParaRPr>
          </a:p>
        </p:txBody>
      </p:sp>
      <p:sp>
        <p:nvSpPr>
          <p:cNvPr id="399" name="Google Shape;399;g26da7a796fc_0_265"/>
          <p:cNvSpPr/>
          <p:nvPr/>
        </p:nvSpPr>
        <p:spPr>
          <a:xfrm>
            <a:off x="2748725" y="13512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10</a:t>
            </a:r>
            <a:endParaRPr b="0" i="0" sz="2500" u="none" cap="none" strike="noStrike">
              <a:solidFill>
                <a:srgbClr val="000000"/>
              </a:solidFill>
              <a:latin typeface="Patrick Hand"/>
              <a:ea typeface="Patrick Hand"/>
              <a:cs typeface="Patrick Hand"/>
              <a:sym typeface="Patrick Hand"/>
            </a:endParaRPr>
          </a:p>
        </p:txBody>
      </p:sp>
      <p:sp>
        <p:nvSpPr>
          <p:cNvPr id="400" name="Google Shape;400;g26da7a796fc_0_265"/>
          <p:cNvSpPr/>
          <p:nvPr/>
        </p:nvSpPr>
        <p:spPr>
          <a:xfrm>
            <a:off x="2121300" y="13310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4</a:t>
            </a:r>
            <a:endParaRPr b="0" i="0" sz="2500" u="none" cap="none" strike="noStrike">
              <a:solidFill>
                <a:srgbClr val="000000"/>
              </a:solidFill>
              <a:latin typeface="Patrick Hand"/>
              <a:ea typeface="Patrick Hand"/>
              <a:cs typeface="Patrick Hand"/>
              <a:sym typeface="Patrick Hand"/>
            </a:endParaRPr>
          </a:p>
        </p:txBody>
      </p:sp>
      <p:cxnSp>
        <p:nvCxnSpPr>
          <p:cNvPr id="401" name="Google Shape;401;g26da7a796fc_0_265"/>
          <p:cNvCxnSpPr/>
          <p:nvPr/>
        </p:nvCxnSpPr>
        <p:spPr>
          <a:xfrm rot="10800000">
            <a:off x="28071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02" name="Google Shape;402;g26da7a796fc_0_265"/>
          <p:cNvCxnSpPr/>
          <p:nvPr/>
        </p:nvCxnSpPr>
        <p:spPr>
          <a:xfrm rot="10800000">
            <a:off x="2349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03" name="Google Shape;403;g26da7a796fc_0_265"/>
          <p:cNvCxnSpPr/>
          <p:nvPr/>
        </p:nvCxnSpPr>
        <p:spPr>
          <a:xfrm rot="10800000">
            <a:off x="547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04" name="Google Shape;404;g26da7a796fc_0_265"/>
          <p:cNvCxnSpPr/>
          <p:nvPr/>
        </p:nvCxnSpPr>
        <p:spPr>
          <a:xfrm rot="10800000">
            <a:off x="58551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405" name="Google Shape;405;g26da7a796fc_0_265"/>
          <p:cNvSpPr/>
          <p:nvPr/>
        </p:nvSpPr>
        <p:spPr>
          <a:xfrm>
            <a:off x="5796725" y="13512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sp>
        <p:nvSpPr>
          <p:cNvPr id="406" name="Google Shape;406;g26da7a796fc_0_265"/>
          <p:cNvSpPr/>
          <p:nvPr/>
        </p:nvSpPr>
        <p:spPr>
          <a:xfrm>
            <a:off x="5169300" y="13310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7</a:t>
            </a:r>
            <a:endParaRPr b="0" i="0" sz="2500" u="none" cap="none" strike="noStrike">
              <a:solidFill>
                <a:srgbClr val="000000"/>
              </a:solidFill>
              <a:latin typeface="Patrick Hand"/>
              <a:ea typeface="Patrick Hand"/>
              <a:cs typeface="Patrick Hand"/>
              <a:sym typeface="Patrick Hand"/>
            </a:endParaRPr>
          </a:p>
        </p:txBody>
      </p:sp>
      <p:sp>
        <p:nvSpPr>
          <p:cNvPr id="407" name="Google Shape;407;g26da7a796fc_0_265"/>
          <p:cNvSpPr/>
          <p:nvPr/>
        </p:nvSpPr>
        <p:spPr>
          <a:xfrm>
            <a:off x="9301925" y="1427475"/>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sp>
        <p:nvSpPr>
          <p:cNvPr id="408" name="Google Shape;408;g26da7a796fc_0_265"/>
          <p:cNvSpPr/>
          <p:nvPr/>
        </p:nvSpPr>
        <p:spPr>
          <a:xfrm>
            <a:off x="8674500" y="140725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7</a:t>
            </a:r>
            <a:endParaRPr b="0" i="0" sz="2500" u="none" cap="none" strike="noStrike">
              <a:solidFill>
                <a:srgbClr val="000000"/>
              </a:solidFill>
              <a:latin typeface="Patrick Hand"/>
              <a:ea typeface="Patrick Hand"/>
              <a:cs typeface="Patrick Hand"/>
              <a:sym typeface="Patrick Hand"/>
            </a:endParaRPr>
          </a:p>
        </p:txBody>
      </p:sp>
      <p:cxnSp>
        <p:nvCxnSpPr>
          <p:cNvPr id="409" name="Google Shape;409;g26da7a796fc_0_265"/>
          <p:cNvCxnSpPr/>
          <p:nvPr/>
        </p:nvCxnSpPr>
        <p:spPr>
          <a:xfrm rot="10800000">
            <a:off x="94365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10" name="Google Shape;410;g26da7a796fc_0_265"/>
          <p:cNvCxnSpPr/>
          <p:nvPr/>
        </p:nvCxnSpPr>
        <p:spPr>
          <a:xfrm rot="10800000">
            <a:off x="89793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411" name="Google Shape;411;g26da7a796fc_0_265"/>
          <p:cNvSpPr/>
          <p:nvPr/>
        </p:nvSpPr>
        <p:spPr>
          <a:xfrm>
            <a:off x="27397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14</a:t>
            </a:r>
            <a:endParaRPr b="0" i="0" sz="2500" u="none" cap="none" strike="noStrike">
              <a:solidFill>
                <a:srgbClr val="000000"/>
              </a:solidFill>
              <a:latin typeface="Patrick Hand"/>
              <a:ea typeface="Patrick Hand"/>
              <a:cs typeface="Patrick Hand"/>
              <a:sym typeface="Patrick Hand"/>
            </a:endParaRPr>
          </a:p>
        </p:txBody>
      </p:sp>
      <p:sp>
        <p:nvSpPr>
          <p:cNvPr id="412" name="Google Shape;412;g26da7a796fc_0_265"/>
          <p:cNvSpPr/>
          <p:nvPr/>
        </p:nvSpPr>
        <p:spPr>
          <a:xfrm>
            <a:off x="2121300" y="41412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6</a:t>
            </a:r>
            <a:endParaRPr b="0" i="0" sz="2500" u="none" cap="none" strike="noStrike">
              <a:solidFill>
                <a:srgbClr val="000000"/>
              </a:solidFill>
              <a:latin typeface="Patrick Hand"/>
              <a:ea typeface="Patrick Hand"/>
              <a:cs typeface="Patrick Hand"/>
              <a:sym typeface="Patrick Hand"/>
            </a:endParaRPr>
          </a:p>
        </p:txBody>
      </p:sp>
      <p:sp>
        <p:nvSpPr>
          <p:cNvPr id="413" name="Google Shape;413;g26da7a796fc_0_265"/>
          <p:cNvSpPr/>
          <p:nvPr/>
        </p:nvSpPr>
        <p:spPr>
          <a:xfrm>
            <a:off x="58639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12</a:t>
            </a:r>
            <a:endParaRPr b="0" i="0" sz="2500" u="none" cap="none" strike="noStrike">
              <a:solidFill>
                <a:srgbClr val="000000"/>
              </a:solidFill>
              <a:latin typeface="Patrick Hand"/>
              <a:ea typeface="Patrick Hand"/>
              <a:cs typeface="Patrick Hand"/>
              <a:sym typeface="Patrick Hand"/>
            </a:endParaRPr>
          </a:p>
        </p:txBody>
      </p:sp>
      <p:sp>
        <p:nvSpPr>
          <p:cNvPr id="414" name="Google Shape;414;g26da7a796fc_0_265"/>
          <p:cNvSpPr/>
          <p:nvPr/>
        </p:nvSpPr>
        <p:spPr>
          <a:xfrm>
            <a:off x="5254375" y="4179313"/>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3</a:t>
            </a:r>
            <a:endParaRPr b="0" i="0" sz="2500" u="none" cap="none" strike="noStrike">
              <a:solidFill>
                <a:srgbClr val="000000"/>
              </a:solidFill>
              <a:latin typeface="Patrick Hand"/>
              <a:ea typeface="Patrick Hand"/>
              <a:cs typeface="Patrick Hand"/>
              <a:sym typeface="Patrick Hand"/>
            </a:endParaRPr>
          </a:p>
        </p:txBody>
      </p:sp>
      <p:sp>
        <p:nvSpPr>
          <p:cNvPr id="415" name="Google Shape;415;g26da7a796fc_0_265"/>
          <p:cNvSpPr/>
          <p:nvPr/>
        </p:nvSpPr>
        <p:spPr>
          <a:xfrm>
            <a:off x="9369175" y="429360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sp>
        <p:nvSpPr>
          <p:cNvPr id="416" name="Google Shape;416;g26da7a796fc_0_265"/>
          <p:cNvSpPr/>
          <p:nvPr/>
        </p:nvSpPr>
        <p:spPr>
          <a:xfrm>
            <a:off x="8776100" y="4293600"/>
            <a:ext cx="525600" cy="6156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8</a:t>
            </a:r>
            <a:endParaRPr b="0" i="0" sz="2500" u="none" cap="none" strike="noStrike">
              <a:solidFill>
                <a:srgbClr val="000000"/>
              </a:solidFill>
              <a:latin typeface="Patrick Hand"/>
              <a:ea typeface="Patrick Hand"/>
              <a:cs typeface="Patrick Hand"/>
              <a:sym typeface="Patrick Hand"/>
            </a:endParaRPr>
          </a:p>
        </p:txBody>
      </p:sp>
      <p:cxnSp>
        <p:nvCxnSpPr>
          <p:cNvPr id="417" name="Google Shape;417;g26da7a796fc_0_265"/>
          <p:cNvCxnSpPr/>
          <p:nvPr/>
        </p:nvCxnSpPr>
        <p:spPr>
          <a:xfrm rot="10800000">
            <a:off x="271820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18" name="Google Shape;418;g26da7a796fc_0_265"/>
          <p:cNvCxnSpPr/>
          <p:nvPr/>
        </p:nvCxnSpPr>
        <p:spPr>
          <a:xfrm rot="10800000">
            <a:off x="225375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19" name="Google Shape;419;g26da7a796fc_0_265"/>
          <p:cNvCxnSpPr/>
          <p:nvPr/>
        </p:nvCxnSpPr>
        <p:spPr>
          <a:xfrm rot="10800000">
            <a:off x="5931325"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0" name="Google Shape;420;g26da7a796fc_0_265"/>
          <p:cNvCxnSpPr/>
          <p:nvPr/>
        </p:nvCxnSpPr>
        <p:spPr>
          <a:xfrm rot="10800000">
            <a:off x="5418950" y="490920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1" name="Google Shape;421;g26da7a796fc_0_265"/>
          <p:cNvCxnSpPr/>
          <p:nvPr/>
        </p:nvCxnSpPr>
        <p:spPr>
          <a:xfrm rot="10800000">
            <a:off x="9426725" y="50906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2" name="Google Shape;422;g26da7a796fc_0_265"/>
          <p:cNvCxnSpPr/>
          <p:nvPr/>
        </p:nvCxnSpPr>
        <p:spPr>
          <a:xfrm rot="10800000">
            <a:off x="8979325" y="4951275"/>
            <a:ext cx="390900" cy="248700"/>
          </a:xfrm>
          <a:prstGeom prst="straightConnector1">
            <a:avLst/>
          </a:prstGeom>
          <a:noFill/>
          <a:ln cap="flat" cmpd="sng" w="19050">
            <a:solidFill>
              <a:srgbClr val="009287"/>
            </a:solidFill>
            <a:prstDash val="solid"/>
            <a:round/>
            <a:headEnd len="sm" w="sm" type="none"/>
            <a:tailEnd len="sm" w="sm" type="none"/>
          </a:ln>
        </p:spPr>
      </p:cxnSp>
      <p:pic>
        <p:nvPicPr>
          <p:cNvPr id="423" name="Google Shape;423;g26da7a796fc_0_265"/>
          <p:cNvPicPr preferRelativeResize="0"/>
          <p:nvPr/>
        </p:nvPicPr>
        <p:blipFill>
          <a:blip r:embed="rId4">
            <a:alphaModFix/>
          </a:blip>
          <a:stretch>
            <a:fillRect/>
          </a:stretch>
        </p:blipFill>
        <p:spPr>
          <a:xfrm>
            <a:off x="11057150" y="52346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descr="Forma&#10;&#10;Descripción generada automáticamente con confianza media" id="428" name="Google Shape;428;g2b51b8a135a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429" name="Google Shape;429;g2b51b8a135a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430" name="Google Shape;430;g2b51b8a135a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431" name="Google Shape;431;g2b51b8a135a_0_0" title="Resumen - Resta (11 a 12) - 2 dígitos con canje">
            <a:hlinkClick r:id="rId4"/>
          </p:cNvPr>
          <p:cNvPicPr preferRelativeResize="0"/>
          <p:nvPr/>
        </p:nvPicPr>
        <p:blipFill>
          <a:blip r:embed="rId5">
            <a:alphaModFix/>
          </a:blip>
          <a:stretch>
            <a:fillRect/>
          </a:stretch>
        </p:blipFill>
        <p:spPr>
          <a:xfrm>
            <a:off x="1801450" y="1398450"/>
            <a:ext cx="8589300" cy="4831500"/>
          </a:xfrm>
          <a:prstGeom prst="rect">
            <a:avLst/>
          </a:prstGeom>
          <a:noFill/>
          <a:ln cap="flat" cmpd="sng" w="28575">
            <a:solidFill>
              <a:schemeClr val="dk2"/>
            </a:solidFill>
            <a:prstDash val="solid"/>
            <a:round/>
            <a:headEnd len="sm" w="sm" type="none"/>
            <a:tailEnd len="sm" w="sm" type="none"/>
          </a:ln>
        </p:spPr>
      </p:pic>
      <p:pic>
        <p:nvPicPr>
          <p:cNvPr id="432" name="Google Shape;432;g2b51b8a135a_0_0"/>
          <p:cNvPicPr preferRelativeResize="0"/>
          <p:nvPr/>
        </p:nvPicPr>
        <p:blipFill>
          <a:blip r:embed="rId6">
            <a:alphaModFix/>
          </a:blip>
          <a:stretch>
            <a:fillRect/>
          </a:stretch>
        </p:blipFill>
        <p:spPr>
          <a:xfrm>
            <a:off x="11057150"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g2aedd506c1d_0_93"/>
          <p:cNvPicPr preferRelativeResize="0"/>
          <p:nvPr/>
        </p:nvPicPr>
        <p:blipFill rotWithShape="1">
          <a:blip r:embed="rId3">
            <a:alphaModFix amt="52000"/>
          </a:blip>
          <a:srcRect b="0" l="0" r="0" t="0"/>
          <a:stretch/>
        </p:blipFill>
        <p:spPr>
          <a:xfrm>
            <a:off x="3200898" y="2298710"/>
            <a:ext cx="310900" cy="2260580"/>
          </a:xfrm>
          <a:prstGeom prst="rect">
            <a:avLst/>
          </a:prstGeom>
          <a:noFill/>
          <a:ln>
            <a:noFill/>
          </a:ln>
        </p:spPr>
      </p:pic>
      <p:sp>
        <p:nvSpPr>
          <p:cNvPr id="438" name="Google Shape;438;g2aedd506c1d_0_93"/>
          <p:cNvSpPr/>
          <p:nvPr/>
        </p:nvSpPr>
        <p:spPr>
          <a:xfrm>
            <a:off x="3086683" y="2176033"/>
            <a:ext cx="510300" cy="2425500"/>
          </a:xfrm>
          <a:prstGeom prst="ellipse">
            <a:avLst/>
          </a:prstGeom>
          <a:noFill/>
          <a:ln cap="flat" cmpd="sng" w="38100">
            <a:solidFill>
              <a:srgbClr val="28A19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439" name="Google Shape;439;g2aedd506c1d_0_93"/>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440" name="Google Shape;440;g2aedd506c1d_0_93"/>
          <p:cNvSpPr txBox="1"/>
          <p:nvPr/>
        </p:nvSpPr>
        <p:spPr>
          <a:xfrm>
            <a:off x="6484900" y="3941033"/>
            <a:ext cx="49365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4"/>
              </a:rPr>
              <a:t>https://forms.gle/Zxta8dbxk5TUDoFu9</a:t>
            </a:r>
            <a:r>
              <a:rPr b="1" lang="es-ES" sz="1900">
                <a:latin typeface="Calibri"/>
                <a:ea typeface="Calibri"/>
                <a:cs typeface="Calibri"/>
                <a:sym typeface="Calibri"/>
              </a:rPr>
              <a:t> </a:t>
            </a:r>
            <a:endParaRPr sz="1900"/>
          </a:p>
        </p:txBody>
      </p:sp>
      <p:pic>
        <p:nvPicPr>
          <p:cNvPr id="441" name="Google Shape;441;g2aedd506c1d_0_93"/>
          <p:cNvPicPr preferRelativeResize="0"/>
          <p:nvPr/>
        </p:nvPicPr>
        <p:blipFill rotWithShape="1">
          <a:blip r:embed="rId3">
            <a:alphaModFix/>
          </a:blip>
          <a:srcRect b="0" l="0" r="0" t="0"/>
          <a:stretch/>
        </p:blipFill>
        <p:spPr>
          <a:xfrm>
            <a:off x="2554698" y="2298710"/>
            <a:ext cx="310900" cy="2260580"/>
          </a:xfrm>
          <a:prstGeom prst="rect">
            <a:avLst/>
          </a:prstGeom>
          <a:noFill/>
          <a:ln>
            <a:noFill/>
          </a:ln>
        </p:spPr>
      </p:pic>
      <p:sp>
        <p:nvSpPr>
          <p:cNvPr id="442" name="Google Shape;442;g2aedd506c1d_0_93"/>
          <p:cNvSpPr txBox="1"/>
          <p:nvPr/>
        </p:nvSpPr>
        <p:spPr>
          <a:xfrm>
            <a:off x="2341367" y="1485117"/>
            <a:ext cx="3999900" cy="877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b="0" i="0" lang="es-ES" sz="4100" u="none" cap="none" strike="noStrike">
                <a:solidFill>
                  <a:srgbClr val="000000"/>
                </a:solidFill>
                <a:latin typeface="Patrick Hand"/>
                <a:ea typeface="Patrick Hand"/>
                <a:cs typeface="Patrick Hand"/>
                <a:sym typeface="Patrick Hand"/>
              </a:rPr>
              <a:t>D           U</a:t>
            </a:r>
            <a:endParaRPr b="0" i="0" sz="700" u="none" cap="none" strike="noStrike">
              <a:solidFill>
                <a:srgbClr val="000000"/>
              </a:solidFill>
              <a:latin typeface="Arial"/>
              <a:ea typeface="Arial"/>
              <a:cs typeface="Arial"/>
              <a:sym typeface="Arial"/>
            </a:endParaRPr>
          </a:p>
        </p:txBody>
      </p:sp>
      <p:cxnSp>
        <p:nvCxnSpPr>
          <p:cNvPr id="443" name="Google Shape;443;g2aedd506c1d_0_93"/>
          <p:cNvCxnSpPr/>
          <p:nvPr/>
        </p:nvCxnSpPr>
        <p:spPr>
          <a:xfrm>
            <a:off x="3847067" y="2141300"/>
            <a:ext cx="0" cy="3588000"/>
          </a:xfrm>
          <a:prstGeom prst="straightConnector1">
            <a:avLst/>
          </a:prstGeom>
          <a:noFill/>
          <a:ln cap="flat" cmpd="sng" w="9525">
            <a:solidFill>
              <a:srgbClr val="009287"/>
            </a:solidFill>
            <a:prstDash val="solid"/>
            <a:round/>
            <a:headEnd len="sm" w="sm" type="none"/>
            <a:tailEnd len="sm" w="sm" type="none"/>
          </a:ln>
        </p:spPr>
      </p:cxnSp>
      <p:cxnSp>
        <p:nvCxnSpPr>
          <p:cNvPr id="444" name="Google Shape;444;g2aedd506c1d_0_93"/>
          <p:cNvCxnSpPr/>
          <p:nvPr/>
        </p:nvCxnSpPr>
        <p:spPr>
          <a:xfrm flipH="1" rot="10800000">
            <a:off x="1288733" y="4645067"/>
            <a:ext cx="4690500" cy="47100"/>
          </a:xfrm>
          <a:prstGeom prst="straightConnector1">
            <a:avLst/>
          </a:prstGeom>
          <a:noFill/>
          <a:ln cap="flat" cmpd="sng" w="9525">
            <a:solidFill>
              <a:srgbClr val="009287"/>
            </a:solidFill>
            <a:prstDash val="solid"/>
            <a:round/>
            <a:headEnd len="sm" w="sm" type="none"/>
            <a:tailEnd len="sm" w="sm" type="none"/>
          </a:ln>
        </p:spPr>
      </p:cxnSp>
      <p:sp>
        <p:nvSpPr>
          <p:cNvPr id="445" name="Google Shape;445;g2aedd506c1d_0_93"/>
          <p:cNvSpPr txBox="1"/>
          <p:nvPr/>
        </p:nvSpPr>
        <p:spPr>
          <a:xfrm>
            <a:off x="8387517" y="3686367"/>
            <a:ext cx="15300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500"/>
              <a:buFont typeface="Arial"/>
              <a:buNone/>
            </a:pPr>
            <a:r>
              <a:t/>
            </a:r>
            <a:endParaRPr b="0" i="0" sz="1900" u="none" cap="none" strike="noStrike">
              <a:solidFill>
                <a:srgbClr val="000000"/>
              </a:solidFill>
              <a:latin typeface="Arial"/>
              <a:ea typeface="Arial"/>
              <a:cs typeface="Arial"/>
              <a:sym typeface="Arial"/>
            </a:endParaRPr>
          </a:p>
        </p:txBody>
      </p:sp>
      <p:cxnSp>
        <p:nvCxnSpPr>
          <p:cNvPr id="446" name="Google Shape;446;g2aedd506c1d_0_93"/>
          <p:cNvCxnSpPr/>
          <p:nvPr/>
        </p:nvCxnSpPr>
        <p:spPr>
          <a:xfrm>
            <a:off x="8184683" y="3814800"/>
            <a:ext cx="1563600" cy="0"/>
          </a:xfrm>
          <a:prstGeom prst="straightConnector1">
            <a:avLst/>
          </a:prstGeom>
          <a:noFill/>
          <a:ln cap="flat" cmpd="sng" w="9525">
            <a:solidFill>
              <a:srgbClr val="000000"/>
            </a:solidFill>
            <a:prstDash val="solid"/>
            <a:round/>
            <a:headEnd len="sm" w="sm" type="none"/>
            <a:tailEnd len="sm" w="sm" type="none"/>
          </a:ln>
        </p:spPr>
      </p:cxnSp>
      <p:sp>
        <p:nvSpPr>
          <p:cNvPr id="447" name="Google Shape;447;g2aedd506c1d_0_93"/>
          <p:cNvSpPr txBox="1"/>
          <p:nvPr/>
        </p:nvSpPr>
        <p:spPr>
          <a:xfrm>
            <a:off x="1498500" y="5731533"/>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¿Cuál es el resultado?</a:t>
            </a:r>
            <a:endParaRPr sz="1900"/>
          </a:p>
        </p:txBody>
      </p:sp>
      <p:pic>
        <p:nvPicPr>
          <p:cNvPr id="448" name="Google Shape;448;g2aedd506c1d_0_93"/>
          <p:cNvPicPr preferRelativeResize="0"/>
          <p:nvPr/>
        </p:nvPicPr>
        <p:blipFill rotWithShape="1">
          <a:blip r:embed="rId3">
            <a:alphaModFix/>
          </a:blip>
          <a:srcRect b="0" l="0" r="0" t="0"/>
          <a:stretch/>
        </p:blipFill>
        <p:spPr>
          <a:xfrm>
            <a:off x="1813698" y="2298710"/>
            <a:ext cx="310900" cy="2260580"/>
          </a:xfrm>
          <a:prstGeom prst="rect">
            <a:avLst/>
          </a:prstGeom>
          <a:noFill/>
          <a:ln>
            <a:noFill/>
          </a:ln>
        </p:spPr>
      </p:pic>
      <p:pic>
        <p:nvPicPr>
          <p:cNvPr id="449" name="Google Shape;449;g2aedd506c1d_0_93"/>
          <p:cNvPicPr preferRelativeResize="0"/>
          <p:nvPr/>
        </p:nvPicPr>
        <p:blipFill rotWithShape="1">
          <a:blip r:embed="rId3">
            <a:alphaModFix/>
          </a:blip>
          <a:srcRect b="0" l="0" r="0" t="0"/>
          <a:stretch/>
        </p:blipFill>
        <p:spPr>
          <a:xfrm>
            <a:off x="2172415" y="2298710"/>
            <a:ext cx="310900" cy="2260580"/>
          </a:xfrm>
          <a:prstGeom prst="rect">
            <a:avLst/>
          </a:prstGeom>
          <a:noFill/>
          <a:ln>
            <a:noFill/>
          </a:ln>
        </p:spPr>
      </p:pic>
      <p:pic>
        <p:nvPicPr>
          <p:cNvPr id="450" name="Google Shape;450;g2aedd506c1d_0_93"/>
          <p:cNvPicPr preferRelativeResize="0"/>
          <p:nvPr/>
        </p:nvPicPr>
        <p:blipFill rotWithShape="1">
          <a:blip r:embed="rId5">
            <a:alphaModFix/>
          </a:blip>
          <a:srcRect b="0" l="0" r="0" t="0"/>
          <a:stretch/>
        </p:blipFill>
        <p:spPr>
          <a:xfrm>
            <a:off x="4215850" y="3747750"/>
            <a:ext cx="753567" cy="526866"/>
          </a:xfrm>
          <a:prstGeom prst="rect">
            <a:avLst/>
          </a:prstGeom>
          <a:noFill/>
          <a:ln>
            <a:noFill/>
          </a:ln>
        </p:spPr>
      </p:pic>
      <p:pic>
        <p:nvPicPr>
          <p:cNvPr id="451" name="Google Shape;451;g2aedd506c1d_0_93"/>
          <p:cNvPicPr preferRelativeResize="0"/>
          <p:nvPr/>
        </p:nvPicPr>
        <p:blipFill rotWithShape="1">
          <a:blip r:embed="rId5">
            <a:alphaModFix/>
          </a:blip>
          <a:srcRect b="0" l="0" r="0" t="0"/>
          <a:stretch/>
        </p:blipFill>
        <p:spPr>
          <a:xfrm>
            <a:off x="4215850" y="3414167"/>
            <a:ext cx="753567" cy="526866"/>
          </a:xfrm>
          <a:prstGeom prst="rect">
            <a:avLst/>
          </a:prstGeom>
          <a:noFill/>
          <a:ln>
            <a:noFill/>
          </a:ln>
        </p:spPr>
      </p:pic>
      <p:pic>
        <p:nvPicPr>
          <p:cNvPr id="452" name="Google Shape;452;g2aedd506c1d_0_93"/>
          <p:cNvPicPr preferRelativeResize="0"/>
          <p:nvPr/>
        </p:nvPicPr>
        <p:blipFill rotWithShape="1">
          <a:blip r:embed="rId5">
            <a:alphaModFix/>
          </a:blip>
          <a:srcRect b="0" l="0" r="0" t="0"/>
          <a:stretch/>
        </p:blipFill>
        <p:spPr>
          <a:xfrm>
            <a:off x="4200500" y="3107550"/>
            <a:ext cx="753567" cy="526866"/>
          </a:xfrm>
          <a:prstGeom prst="rect">
            <a:avLst/>
          </a:prstGeom>
          <a:noFill/>
          <a:ln>
            <a:noFill/>
          </a:ln>
        </p:spPr>
      </p:pic>
      <p:pic>
        <p:nvPicPr>
          <p:cNvPr id="453" name="Google Shape;453;g2aedd506c1d_0_93"/>
          <p:cNvPicPr preferRelativeResize="0"/>
          <p:nvPr/>
        </p:nvPicPr>
        <p:blipFill rotWithShape="1">
          <a:blip r:embed="rId5">
            <a:alphaModFix/>
          </a:blip>
          <a:srcRect b="0" l="0" r="0" t="0"/>
          <a:stretch/>
        </p:blipFill>
        <p:spPr>
          <a:xfrm>
            <a:off x="4200500" y="2773967"/>
            <a:ext cx="753567" cy="526866"/>
          </a:xfrm>
          <a:prstGeom prst="rect">
            <a:avLst/>
          </a:prstGeom>
          <a:noFill/>
          <a:ln>
            <a:noFill/>
          </a:ln>
        </p:spPr>
      </p:pic>
      <p:pic>
        <p:nvPicPr>
          <p:cNvPr id="454" name="Google Shape;454;g2aedd506c1d_0_93"/>
          <p:cNvPicPr preferRelativeResize="0"/>
          <p:nvPr/>
        </p:nvPicPr>
        <p:blipFill rotWithShape="1">
          <a:blip r:embed="rId5">
            <a:alphaModFix/>
          </a:blip>
          <a:srcRect b="0" l="0" r="0" t="0"/>
          <a:stretch/>
        </p:blipFill>
        <p:spPr>
          <a:xfrm>
            <a:off x="4200500" y="2440400"/>
            <a:ext cx="753567" cy="526866"/>
          </a:xfrm>
          <a:prstGeom prst="rect">
            <a:avLst/>
          </a:prstGeom>
          <a:noFill/>
          <a:ln>
            <a:noFill/>
          </a:ln>
        </p:spPr>
      </p:pic>
      <p:cxnSp>
        <p:nvCxnSpPr>
          <p:cNvPr id="455" name="Google Shape;455;g2aedd506c1d_0_93"/>
          <p:cNvCxnSpPr/>
          <p:nvPr/>
        </p:nvCxnSpPr>
        <p:spPr>
          <a:xfrm flipH="1" rot="10800000">
            <a:off x="4277167" y="3496700"/>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456" name="Google Shape;456;g2aedd506c1d_0_93"/>
          <p:cNvCxnSpPr/>
          <p:nvPr/>
        </p:nvCxnSpPr>
        <p:spPr>
          <a:xfrm flipH="1" rot="10800000">
            <a:off x="4277167" y="3823833"/>
            <a:ext cx="472500" cy="451500"/>
          </a:xfrm>
          <a:prstGeom prst="straightConnector1">
            <a:avLst/>
          </a:prstGeom>
          <a:noFill/>
          <a:ln cap="flat" cmpd="sng" w="38100">
            <a:solidFill>
              <a:srgbClr val="FF0000"/>
            </a:solidFill>
            <a:prstDash val="solid"/>
            <a:round/>
            <a:headEnd len="sm" w="sm" type="none"/>
            <a:tailEnd len="sm" w="sm" type="none"/>
          </a:ln>
        </p:spPr>
      </p:cxnSp>
      <p:pic>
        <p:nvPicPr>
          <p:cNvPr id="457" name="Google Shape;457;g2aedd506c1d_0_93"/>
          <p:cNvPicPr preferRelativeResize="0"/>
          <p:nvPr/>
        </p:nvPicPr>
        <p:blipFill rotWithShape="1">
          <a:blip r:embed="rId5">
            <a:alphaModFix/>
          </a:blip>
          <a:srcRect b="0" l="0" r="0" t="0"/>
          <a:stretch/>
        </p:blipFill>
        <p:spPr>
          <a:xfrm>
            <a:off x="4621567" y="3747750"/>
            <a:ext cx="753567" cy="526866"/>
          </a:xfrm>
          <a:prstGeom prst="rect">
            <a:avLst/>
          </a:prstGeom>
          <a:noFill/>
          <a:ln>
            <a:noFill/>
          </a:ln>
        </p:spPr>
      </p:pic>
      <p:pic>
        <p:nvPicPr>
          <p:cNvPr id="458" name="Google Shape;458;g2aedd506c1d_0_93"/>
          <p:cNvPicPr preferRelativeResize="0"/>
          <p:nvPr/>
        </p:nvPicPr>
        <p:blipFill rotWithShape="1">
          <a:blip r:embed="rId5">
            <a:alphaModFix/>
          </a:blip>
          <a:srcRect b="0" l="0" r="0" t="0"/>
          <a:stretch/>
        </p:blipFill>
        <p:spPr>
          <a:xfrm>
            <a:off x="4621567" y="3414167"/>
            <a:ext cx="753567" cy="526866"/>
          </a:xfrm>
          <a:prstGeom prst="rect">
            <a:avLst/>
          </a:prstGeom>
          <a:noFill/>
          <a:ln>
            <a:noFill/>
          </a:ln>
        </p:spPr>
      </p:pic>
      <p:pic>
        <p:nvPicPr>
          <p:cNvPr id="459" name="Google Shape;459;g2aedd506c1d_0_93"/>
          <p:cNvPicPr preferRelativeResize="0"/>
          <p:nvPr/>
        </p:nvPicPr>
        <p:blipFill rotWithShape="1">
          <a:blip r:embed="rId5">
            <a:alphaModFix/>
          </a:blip>
          <a:srcRect b="0" l="0" r="0" t="0"/>
          <a:stretch/>
        </p:blipFill>
        <p:spPr>
          <a:xfrm>
            <a:off x="4606217" y="3107550"/>
            <a:ext cx="753567" cy="526866"/>
          </a:xfrm>
          <a:prstGeom prst="rect">
            <a:avLst/>
          </a:prstGeom>
          <a:noFill/>
          <a:ln>
            <a:noFill/>
          </a:ln>
        </p:spPr>
      </p:pic>
      <p:pic>
        <p:nvPicPr>
          <p:cNvPr id="460" name="Google Shape;460;g2aedd506c1d_0_93"/>
          <p:cNvPicPr preferRelativeResize="0"/>
          <p:nvPr/>
        </p:nvPicPr>
        <p:blipFill rotWithShape="1">
          <a:blip r:embed="rId5">
            <a:alphaModFix/>
          </a:blip>
          <a:srcRect b="0" l="0" r="0" t="0"/>
          <a:stretch/>
        </p:blipFill>
        <p:spPr>
          <a:xfrm>
            <a:off x="4606217" y="2773967"/>
            <a:ext cx="753567" cy="526866"/>
          </a:xfrm>
          <a:prstGeom prst="rect">
            <a:avLst/>
          </a:prstGeom>
          <a:noFill/>
          <a:ln>
            <a:noFill/>
          </a:ln>
        </p:spPr>
      </p:pic>
      <p:pic>
        <p:nvPicPr>
          <p:cNvPr id="461" name="Google Shape;461;g2aedd506c1d_0_93"/>
          <p:cNvPicPr preferRelativeResize="0"/>
          <p:nvPr/>
        </p:nvPicPr>
        <p:blipFill rotWithShape="1">
          <a:blip r:embed="rId5">
            <a:alphaModFix/>
          </a:blip>
          <a:srcRect b="0" l="0" r="0" t="0"/>
          <a:stretch/>
        </p:blipFill>
        <p:spPr>
          <a:xfrm>
            <a:off x="4606217" y="2440400"/>
            <a:ext cx="753567" cy="526866"/>
          </a:xfrm>
          <a:prstGeom prst="rect">
            <a:avLst/>
          </a:prstGeom>
          <a:noFill/>
          <a:ln>
            <a:noFill/>
          </a:ln>
        </p:spPr>
      </p:pic>
      <p:pic>
        <p:nvPicPr>
          <p:cNvPr id="462" name="Google Shape;462;g2aedd506c1d_0_93"/>
          <p:cNvPicPr preferRelativeResize="0"/>
          <p:nvPr/>
        </p:nvPicPr>
        <p:blipFill rotWithShape="1">
          <a:blip r:embed="rId5">
            <a:alphaModFix/>
          </a:blip>
          <a:srcRect b="0" l="0" r="0" t="0"/>
          <a:stretch/>
        </p:blipFill>
        <p:spPr>
          <a:xfrm>
            <a:off x="5049700" y="3747750"/>
            <a:ext cx="753567" cy="526866"/>
          </a:xfrm>
          <a:prstGeom prst="rect">
            <a:avLst/>
          </a:prstGeom>
          <a:noFill/>
          <a:ln>
            <a:noFill/>
          </a:ln>
        </p:spPr>
      </p:pic>
      <p:pic>
        <p:nvPicPr>
          <p:cNvPr id="463" name="Google Shape;463;g2aedd506c1d_0_93"/>
          <p:cNvPicPr preferRelativeResize="0"/>
          <p:nvPr/>
        </p:nvPicPr>
        <p:blipFill rotWithShape="1">
          <a:blip r:embed="rId5">
            <a:alphaModFix/>
          </a:blip>
          <a:srcRect b="0" l="0" r="0" t="0"/>
          <a:stretch/>
        </p:blipFill>
        <p:spPr>
          <a:xfrm>
            <a:off x="5049700" y="3414167"/>
            <a:ext cx="753567" cy="526866"/>
          </a:xfrm>
          <a:prstGeom prst="rect">
            <a:avLst/>
          </a:prstGeom>
          <a:noFill/>
          <a:ln>
            <a:noFill/>
          </a:ln>
        </p:spPr>
      </p:pic>
      <p:pic>
        <p:nvPicPr>
          <p:cNvPr id="464" name="Google Shape;464;g2aedd506c1d_0_93"/>
          <p:cNvPicPr preferRelativeResize="0"/>
          <p:nvPr/>
        </p:nvPicPr>
        <p:blipFill rotWithShape="1">
          <a:blip r:embed="rId5">
            <a:alphaModFix/>
          </a:blip>
          <a:srcRect b="0" l="0" r="0" t="0"/>
          <a:stretch/>
        </p:blipFill>
        <p:spPr>
          <a:xfrm>
            <a:off x="5034350" y="3107550"/>
            <a:ext cx="753567" cy="526866"/>
          </a:xfrm>
          <a:prstGeom prst="rect">
            <a:avLst/>
          </a:prstGeom>
          <a:noFill/>
          <a:ln>
            <a:noFill/>
          </a:ln>
        </p:spPr>
      </p:pic>
      <p:pic>
        <p:nvPicPr>
          <p:cNvPr id="465" name="Google Shape;465;g2aedd506c1d_0_93"/>
          <p:cNvPicPr preferRelativeResize="0"/>
          <p:nvPr/>
        </p:nvPicPr>
        <p:blipFill rotWithShape="1">
          <a:blip r:embed="rId5">
            <a:alphaModFix/>
          </a:blip>
          <a:srcRect b="0" l="0" r="0" t="0"/>
          <a:stretch/>
        </p:blipFill>
        <p:spPr>
          <a:xfrm>
            <a:off x="5034350" y="2773967"/>
            <a:ext cx="753567" cy="526866"/>
          </a:xfrm>
          <a:prstGeom prst="rect">
            <a:avLst/>
          </a:prstGeom>
          <a:noFill/>
          <a:ln>
            <a:noFill/>
          </a:ln>
        </p:spPr>
      </p:pic>
      <p:pic>
        <p:nvPicPr>
          <p:cNvPr id="466" name="Google Shape;466;g2aedd506c1d_0_93"/>
          <p:cNvPicPr preferRelativeResize="0"/>
          <p:nvPr/>
        </p:nvPicPr>
        <p:blipFill rotWithShape="1">
          <a:blip r:embed="rId5">
            <a:alphaModFix/>
          </a:blip>
          <a:srcRect b="0" l="0" r="0" t="0"/>
          <a:stretch/>
        </p:blipFill>
        <p:spPr>
          <a:xfrm>
            <a:off x="5034350" y="2440400"/>
            <a:ext cx="753567" cy="526866"/>
          </a:xfrm>
          <a:prstGeom prst="rect">
            <a:avLst/>
          </a:prstGeom>
          <a:noFill/>
          <a:ln>
            <a:noFill/>
          </a:ln>
        </p:spPr>
      </p:pic>
      <p:cxnSp>
        <p:nvCxnSpPr>
          <p:cNvPr id="467" name="Google Shape;467;g2aedd506c1d_0_93"/>
          <p:cNvCxnSpPr/>
          <p:nvPr/>
        </p:nvCxnSpPr>
        <p:spPr>
          <a:xfrm flipH="1" rot="10800000">
            <a:off x="4301567" y="2440483"/>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468" name="Google Shape;468;g2aedd506c1d_0_93"/>
          <p:cNvCxnSpPr/>
          <p:nvPr/>
        </p:nvCxnSpPr>
        <p:spPr>
          <a:xfrm flipH="1" rot="10800000">
            <a:off x="4277167" y="2774050"/>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469" name="Google Shape;469;g2aedd506c1d_0_93"/>
          <p:cNvCxnSpPr/>
          <p:nvPr/>
        </p:nvCxnSpPr>
        <p:spPr>
          <a:xfrm flipH="1" rot="10800000">
            <a:off x="4301567" y="3163133"/>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470" name="Google Shape;470;g2aedd506c1d_0_93"/>
          <p:cNvCxnSpPr/>
          <p:nvPr/>
        </p:nvCxnSpPr>
        <p:spPr>
          <a:xfrm flipH="1" rot="10800000">
            <a:off x="4759000" y="2440483"/>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471" name="Google Shape;471;g2aedd506c1d_0_93"/>
          <p:cNvCxnSpPr/>
          <p:nvPr/>
        </p:nvCxnSpPr>
        <p:spPr>
          <a:xfrm flipH="1" rot="10800000">
            <a:off x="4734600" y="2774050"/>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472" name="Google Shape;472;g2aedd506c1d_0_93"/>
          <p:cNvCxnSpPr/>
          <p:nvPr/>
        </p:nvCxnSpPr>
        <p:spPr>
          <a:xfrm flipH="1" rot="10800000">
            <a:off x="4759000" y="3163133"/>
            <a:ext cx="472500" cy="451500"/>
          </a:xfrm>
          <a:prstGeom prst="straightConnector1">
            <a:avLst/>
          </a:prstGeom>
          <a:noFill/>
          <a:ln cap="flat" cmpd="sng" w="38100">
            <a:solidFill>
              <a:srgbClr val="FF0000"/>
            </a:solidFill>
            <a:prstDash val="solid"/>
            <a:round/>
            <a:headEnd len="sm" w="sm" type="none"/>
            <a:tailEnd len="sm" w="sm" type="none"/>
          </a:ln>
        </p:spPr>
      </p:cxnSp>
      <p:sp>
        <p:nvSpPr>
          <p:cNvPr id="473" name="Google Shape;473;g2aedd506c1d_0_93"/>
          <p:cNvSpPr/>
          <p:nvPr/>
        </p:nvSpPr>
        <p:spPr>
          <a:xfrm>
            <a:off x="4282567" y="2298700"/>
            <a:ext cx="900000" cy="2016300"/>
          </a:xfrm>
          <a:prstGeom prst="ellipse">
            <a:avLst/>
          </a:prstGeom>
          <a:noFill/>
          <a:ln cap="flat" cmpd="sng" w="38100">
            <a:solidFill>
              <a:srgbClr val="28A19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cxnSp>
        <p:nvCxnSpPr>
          <p:cNvPr id="474" name="Google Shape;474;g2aedd506c1d_0_93"/>
          <p:cNvCxnSpPr/>
          <p:nvPr/>
        </p:nvCxnSpPr>
        <p:spPr>
          <a:xfrm>
            <a:off x="3654233" y="3037400"/>
            <a:ext cx="571200" cy="0"/>
          </a:xfrm>
          <a:prstGeom prst="straightConnector1">
            <a:avLst/>
          </a:prstGeom>
          <a:noFill/>
          <a:ln cap="flat" cmpd="sng" w="28575">
            <a:solidFill>
              <a:srgbClr val="28A198"/>
            </a:solidFill>
            <a:prstDash val="solid"/>
            <a:round/>
            <a:headEnd len="med" w="med" type="none"/>
            <a:tailEnd len="med" w="med" type="stealth"/>
          </a:ln>
        </p:spPr>
      </p:cxnSp>
      <p:sp>
        <p:nvSpPr>
          <p:cNvPr id="475" name="Google Shape;475;g2aedd506c1d_0_93"/>
          <p:cNvSpPr txBox="1"/>
          <p:nvPr/>
        </p:nvSpPr>
        <p:spPr>
          <a:xfrm>
            <a:off x="14985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¿Qué resta representa?</a:t>
            </a:r>
            <a:endParaRPr sz="1900"/>
          </a:p>
        </p:txBody>
      </p:sp>
      <p:sp>
        <p:nvSpPr>
          <p:cNvPr id="476" name="Google Shape;476;g2aedd506c1d_0_93"/>
          <p:cNvSpPr txBox="1"/>
          <p:nvPr/>
        </p:nvSpPr>
        <p:spPr>
          <a:xfrm>
            <a:off x="7856683" y="2298700"/>
            <a:ext cx="2155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8</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1</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SzPts val="4500"/>
              <a:buFont typeface="Patrick Hand"/>
              <a:buChar char="-"/>
            </a:pPr>
            <a:r>
              <a:rPr lang="es-ES" sz="4500">
                <a:latin typeface="Patrick Hand"/>
                <a:ea typeface="Patrick Hand"/>
                <a:cs typeface="Patrick Hand"/>
                <a:sym typeface="Patrick Hand"/>
              </a:rPr>
              <a:t> </a:t>
            </a:r>
            <a:r>
              <a:rPr b="0" i="0" lang="es-ES" sz="4500" u="none" cap="none" strike="noStrike">
                <a:solidFill>
                  <a:srgbClr val="000000"/>
                </a:solidFill>
                <a:latin typeface="Patrick Hand"/>
                <a:ea typeface="Patrick Hand"/>
                <a:cs typeface="Patrick Hand"/>
                <a:sym typeface="Patrick Hand"/>
              </a:rPr>
              <a:t>   </a:t>
            </a:r>
            <a:r>
              <a:rPr b="0" i="0" lang="es-ES" sz="2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9</a:t>
            </a:r>
            <a:endParaRPr b="0" i="0" sz="4500" u="none" cap="none" strike="noStrike">
              <a:solidFill>
                <a:srgbClr val="000000"/>
              </a:solidFill>
              <a:latin typeface="Patrick Hand"/>
              <a:ea typeface="Patrick Hand"/>
              <a:cs typeface="Patrick Hand"/>
              <a:sym typeface="Patrick Hand"/>
            </a:endParaRPr>
          </a:p>
        </p:txBody>
      </p:sp>
      <p:sp>
        <p:nvSpPr>
          <p:cNvPr id="477" name="Google Shape;477;g2aedd506c1d_0_93"/>
          <p:cNvSpPr txBox="1"/>
          <p:nvPr/>
        </p:nvSpPr>
        <p:spPr>
          <a:xfrm>
            <a:off x="65624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el resultado?</a:t>
            </a:r>
            <a:endParaRPr sz="1900"/>
          </a:p>
        </p:txBody>
      </p:sp>
      <p:pic>
        <p:nvPicPr>
          <p:cNvPr id="478" name="Google Shape;478;g2aedd506c1d_0_93"/>
          <p:cNvPicPr preferRelativeResize="0"/>
          <p:nvPr/>
        </p:nvPicPr>
        <p:blipFill rotWithShape="1">
          <a:blip r:embed="rId6">
            <a:alphaModFix/>
          </a:blip>
          <a:srcRect b="8257" l="8249" r="8257" t="8249"/>
          <a:stretch/>
        </p:blipFill>
        <p:spPr>
          <a:xfrm>
            <a:off x="8080867" y="4644967"/>
            <a:ext cx="1744466" cy="1744466"/>
          </a:xfrm>
          <a:prstGeom prst="rect">
            <a:avLst/>
          </a:prstGeom>
          <a:noFill/>
          <a:ln>
            <a:noFill/>
          </a:ln>
        </p:spPr>
      </p:pic>
      <p:pic>
        <p:nvPicPr>
          <p:cNvPr id="479" name="Google Shape;479;g2aedd506c1d_0_93"/>
          <p:cNvPicPr preferRelativeResize="0"/>
          <p:nvPr/>
        </p:nvPicPr>
        <p:blipFill>
          <a:blip r:embed="rId7">
            <a:alphaModFix/>
          </a:blip>
          <a:stretch>
            <a:fillRect/>
          </a:stretch>
        </p:blipFill>
        <p:spPr>
          <a:xfrm>
            <a:off x="11057150"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descr="Forma&#10;&#10;Descripción generada automáticamente con confianza media" id="484" name="Google Shape;484;g2b51b8a135a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485" name="Google Shape;485;g2b51b8a135a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486" name="Google Shape;486;g2b51b8a135a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487" name="Google Shape;487;g2b51b8a135a_0_7" title="Reforzamiento - Resta (11 a 12) - 2 dígitos con canje">
            <a:hlinkClick r:id="rId4"/>
          </p:cNvPr>
          <p:cNvPicPr preferRelativeResize="0"/>
          <p:nvPr/>
        </p:nvPicPr>
        <p:blipFill>
          <a:blip r:embed="rId5">
            <a:alphaModFix/>
          </a:blip>
          <a:stretch>
            <a:fillRect/>
          </a:stretch>
        </p:blipFill>
        <p:spPr>
          <a:xfrm>
            <a:off x="1744325" y="1398450"/>
            <a:ext cx="8703550" cy="4895750"/>
          </a:xfrm>
          <a:prstGeom prst="rect">
            <a:avLst/>
          </a:prstGeom>
          <a:noFill/>
          <a:ln cap="flat" cmpd="sng" w="28575">
            <a:solidFill>
              <a:schemeClr val="dk2"/>
            </a:solidFill>
            <a:prstDash val="solid"/>
            <a:round/>
            <a:headEnd len="sm" w="sm" type="none"/>
            <a:tailEnd len="sm" w="sm" type="none"/>
          </a:ln>
        </p:spPr>
      </p:pic>
      <p:pic>
        <p:nvPicPr>
          <p:cNvPr id="488" name="Google Shape;488;g2b51b8a135a_0_7"/>
          <p:cNvPicPr preferRelativeResize="0"/>
          <p:nvPr/>
        </p:nvPicPr>
        <p:blipFill>
          <a:blip r:embed="rId6">
            <a:alphaModFix/>
          </a:blip>
          <a:stretch>
            <a:fillRect/>
          </a:stretch>
        </p:blipFill>
        <p:spPr>
          <a:xfrm>
            <a:off x="11057150"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1000"/>
                                        <p:tgtEl>
                                          <p:spTgt spid="4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