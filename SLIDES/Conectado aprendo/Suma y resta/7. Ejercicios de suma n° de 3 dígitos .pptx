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Patrick Hand"/>
      <p:regular r:id="rId17"/>
    </p:embeddedFont>
    <p:embeddedFont>
      <p:font typeface="Poppins"/>
      <p:regular r:id="rId18"/>
      <p:bold r:id="rId19"/>
      <p:italic r:id="rId20"/>
      <p:boldItalic r:id="rId21"/>
    </p:embeddedFont>
    <p:embeddedFont>
      <p:font typeface="Poppins Light"/>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X6GVQY2qjfDLVNS3WNT4lyK10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italic.fntdata"/><Relationship Id="rId22" Type="http://schemas.openxmlformats.org/officeDocument/2006/relationships/font" Target="fonts/PoppinsLight-regular.fntdata"/><Relationship Id="rId21" Type="http://schemas.openxmlformats.org/officeDocument/2006/relationships/font" Target="fonts/Poppins-boldItalic.fntdata"/><Relationship Id="rId24" Type="http://schemas.openxmlformats.org/officeDocument/2006/relationships/font" Target="fonts/PoppinsLight-italic.fntdata"/><Relationship Id="rId23" Type="http://schemas.openxmlformats.org/officeDocument/2006/relationships/font" Target="fonts/PoppinsLight-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Poppins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atrickHand-regular.fntdata"/><Relationship Id="rId16" Type="http://schemas.openxmlformats.org/officeDocument/2006/relationships/slide" Target="slides/slide11.xml"/><Relationship Id="rId19" Type="http://schemas.openxmlformats.org/officeDocument/2006/relationships/font" Target="fonts/Poppins-bold.fntdata"/><Relationship Id="rId18" Type="http://schemas.openxmlformats.org/officeDocument/2006/relationships/font" Target="fonts/Poppi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3892b0d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3892b0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3892b0d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3892b0d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3892b0da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3892b0d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164857c1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3164857c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60dc0a9a77_0_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60dc0a9a77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3a11cbbfed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23a11cbbfed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60dc0a9a77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260dc0a9a77_0_2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aedd0c0fd5_2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285" name="Google Shape;285;g2aedd0c0fd5_2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edd0c0fd5_2_8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edd0c0fd5_2_8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edd0c0fd5_2_8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edd0c0fd5_2_8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edd0c0fd5_2_8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edd0c0fd5_2_8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edd0c0fd5_2_8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edd0c0fd5_2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edd0c0fd5_2_9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edd0c0fd5_2_9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edd0c0fd5_2_9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edd0c0fd5_2_96"/>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edd0c0fd5_2_96"/>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edd0c0fd5_2_9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edd0c0fd5_2_10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edd0c0fd5_2_10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edd0c0fd5_2_104"/>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edd0c0fd5_2_104"/>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edd0c0fd5_2_10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edd0c0fd5_2_108"/>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edd0c0fd5_2_1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edd0c0fd5_2_11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edd0c0fd5_2_111"/>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edd0c0fd5_2_111"/>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edd0c0fd5_2_111"/>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edd0c0fd5_2_11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edd0c0fd5_2_117"/>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edd0c0fd5_2_11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edd0c0fd5_2_120"/>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edd0c0fd5_2_120"/>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edd0c0fd5_2_12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edd0c0fd5_2_12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1.xml"/><Relationship Id="rId12" Type="http://schemas.openxmlformats.org/officeDocument/2006/relationships/slideLayout" Target="../slideLayouts/slideLayout22.xml"/><Relationship Id="rId1" Type="http://schemas.openxmlformats.org/officeDocument/2006/relationships/image" Target="../media/image6.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edd0c0fd5_2_7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edd0c0fd5_2_7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edd0c0fd5_2_7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s://forms.gle/586eKmaGiTug4s21A" TargetMode="External"/><Relationship Id="rId4" Type="http://schemas.openxmlformats.org/officeDocument/2006/relationships/image" Target="../media/image8.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1057175" y="5668337"/>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3892b0da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3892b0da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3892b0da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Revisar y aplicar los conocimientos adquiridos sobre las sumas de tres dígitos por medio de</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distintos ejercicios.</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3892b0da_0_0"/>
          <p:cNvSpPr txBox="1"/>
          <p:nvPr/>
        </p:nvSpPr>
        <p:spPr>
          <a:xfrm>
            <a:off x="1158250" y="3097300"/>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Realizar ejercicios de divisiones con</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cocientes de dos dígitos con resto.</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3892b0da_0_0"/>
          <p:cNvSpPr txBox="1"/>
          <p:nvPr/>
        </p:nvSpPr>
        <p:spPr>
          <a:xfrm>
            <a:off x="6376050" y="3097175"/>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Centena.</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Decenas y centenas equivalentes.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Suma de tres dígitos.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4. Reagrupación en centenas y decenas.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3892b0da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3892b0da_0_0"/>
          <p:cNvPicPr preferRelativeResize="0"/>
          <p:nvPr/>
        </p:nvPicPr>
        <p:blipFill>
          <a:blip r:embed="rId3">
            <a:alphaModFix/>
          </a:blip>
          <a:stretch>
            <a:fillRect/>
          </a:stretch>
        </p:blipFill>
        <p:spPr>
          <a:xfrm>
            <a:off x="10915050"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3892b0da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3892b0da_0_10"/>
          <p:cNvSpPr txBox="1"/>
          <p:nvPr/>
        </p:nvSpPr>
        <p:spPr>
          <a:xfrm>
            <a:off x="938750" y="2131575"/>
            <a:ext cx="10402500" cy="65418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 esta sesión realizarás distintos problemas de sumas con tres dígitos. Por eso, te recomendamos lo siguiente:</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a:t>
            </a:r>
            <a:r>
              <a:rPr b="1" lang="es-ES">
                <a:latin typeface="Poppins"/>
                <a:ea typeface="Poppins"/>
                <a:cs typeface="Poppins"/>
                <a:sym typeface="Poppins"/>
              </a:rPr>
              <a:t>Revisa con antelación la presentación</a:t>
            </a:r>
            <a:r>
              <a:rPr lang="es-ES">
                <a:latin typeface="Poppins"/>
                <a:ea typeface="Poppins"/>
                <a:cs typeface="Poppins"/>
                <a:sym typeface="Poppins"/>
              </a:rPr>
              <a:t> para saber cómo enfrentar los problema propuestos y así explicarlos de la mejor forma, anticipando posibles errores que tu estudiante pueda presentar.</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Al terminar los ejercicios, </a:t>
            </a:r>
            <a:r>
              <a:rPr b="1" lang="es-ES">
                <a:latin typeface="Poppins"/>
                <a:ea typeface="Poppins"/>
                <a:cs typeface="Poppins"/>
                <a:sym typeface="Poppins"/>
              </a:rPr>
              <a:t>pregúntale a tu estudiante si presenta mayor dificultad sumando con algún dígito en particular.</a:t>
            </a:r>
            <a:r>
              <a:rPr lang="es-ES">
                <a:latin typeface="Poppins"/>
                <a:ea typeface="Poppins"/>
                <a:cs typeface="Poppins"/>
                <a:sym typeface="Poppins"/>
              </a:rPr>
              <a:t> Si es el caso, crea problemas que le ayuden a salir de su duda.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a:t>
            </a:r>
            <a:r>
              <a:rPr b="1" lang="es-ES">
                <a:latin typeface="Poppins"/>
                <a:ea typeface="Poppins"/>
                <a:cs typeface="Poppins"/>
                <a:sym typeface="Poppins"/>
              </a:rPr>
              <a:t>No olvides traer bloques u otro tipo de elemento</a:t>
            </a:r>
            <a:r>
              <a:rPr lang="es-ES">
                <a:latin typeface="Poppins"/>
                <a:ea typeface="Poppins"/>
                <a:cs typeface="Poppins"/>
                <a:sym typeface="Poppins"/>
              </a:rPr>
              <a:t> para poder mostrarle en vivo cómo se ve la suma de tres dígitos que estará haciendo.</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3892b0da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3892b0da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3892b0da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3892b0da_0_10"/>
          <p:cNvPicPr preferRelativeResize="0"/>
          <p:nvPr/>
        </p:nvPicPr>
        <p:blipFill>
          <a:blip r:embed="rId3">
            <a:alphaModFix/>
          </a:blip>
          <a:stretch>
            <a:fillRect/>
          </a:stretch>
        </p:blipFill>
        <p:spPr>
          <a:xfrm>
            <a:off x="10915050"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3892b0da_0_1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3892b0da_0_19"/>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Pídele a tu estudiante que identifique todas las dificultades que ha presentado hasta el momento. Revisa lo que haya señalado para que no le queden dudas sobre lo que ha aprendido.</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0" name="Google Shape;160;g3343892b0da_0_19"/>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¿Qué ha sido lo más difícil a la hora de sumar números de tres dígitos?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¿Qué diferencias ves respecto a sumar dígitos de dos o tres dígitos?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1" name="Google Shape;161;g3343892b0da_0_19"/>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3892b0da_0_1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3892b0da_0_19"/>
          <p:cNvPicPr preferRelativeResize="0"/>
          <p:nvPr/>
        </p:nvPicPr>
        <p:blipFill>
          <a:blip r:embed="rId3">
            <a:alphaModFix/>
          </a:blip>
          <a:stretch>
            <a:fillRect/>
          </a:stretch>
        </p:blipFill>
        <p:spPr>
          <a:xfrm>
            <a:off x="10915050"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69" name="Google Shape;169;p2"/>
          <p:cNvPicPr preferRelativeResize="0"/>
          <p:nvPr/>
        </p:nvPicPr>
        <p:blipFill>
          <a:blip r:embed="rId4">
            <a:alphaModFix/>
          </a:blip>
          <a:stretch>
            <a:fillRect/>
          </a:stretch>
        </p:blipFill>
        <p:spPr>
          <a:xfrm>
            <a:off x="11039425" y="52169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3164857c1f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75" name="Google Shape;175;g33164857c1f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76" name="Google Shape;176;g33164857c1f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77" name="Google Shape;177;g33164857c1f_0_0"/>
          <p:cNvSpPr txBox="1"/>
          <p:nvPr/>
        </p:nvSpPr>
        <p:spPr>
          <a:xfrm>
            <a:off x="1201475" y="528175"/>
            <a:ext cx="89634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78" name="Google Shape;178;g33164857c1f_0_0"/>
          <p:cNvSpPr txBox="1"/>
          <p:nvPr/>
        </p:nvSpPr>
        <p:spPr>
          <a:xfrm>
            <a:off x="704250" y="1205275"/>
            <a:ext cx="10885500" cy="38016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solidFill>
                <a:schemeClr val="dk1"/>
              </a:solidFill>
            </a:endParaRPr>
          </a:p>
        </p:txBody>
      </p:sp>
      <p:pic>
        <p:nvPicPr>
          <p:cNvPr id="179" name="Google Shape;179;g33164857c1f_0_0"/>
          <p:cNvPicPr preferRelativeResize="0"/>
          <p:nvPr/>
        </p:nvPicPr>
        <p:blipFill>
          <a:blip r:embed="rId8">
            <a:alphaModFix/>
          </a:blip>
          <a:stretch>
            <a:fillRect/>
          </a:stretch>
        </p:blipFill>
        <p:spPr>
          <a:xfrm>
            <a:off x="11039425" y="521693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60dc0a9a77_0_21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85" name="Google Shape;185;g260dc0a9a77_0_21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186" name="Google Shape;186;g260dc0a9a77_0_214"/>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87" name="Google Shape;187;g260dc0a9a77_0_214"/>
          <p:cNvSpPr txBox="1"/>
          <p:nvPr/>
        </p:nvSpPr>
        <p:spPr>
          <a:xfrm>
            <a:off x="834675" y="365125"/>
            <a:ext cx="10515600" cy="4032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300" u="sng" cap="none" strike="noStrike">
                <a:solidFill>
                  <a:schemeClr val="dk1"/>
                </a:solidFill>
                <a:latin typeface="Patrick Hand"/>
                <a:ea typeface="Patrick Hand"/>
                <a:cs typeface="Patrick Hand"/>
                <a:sym typeface="Patrick Hand"/>
              </a:rPr>
              <a:t>Recordemos: </a:t>
            </a:r>
            <a:endParaRPr b="1" i="0" sz="3300" u="sng"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Agrupamos cuando realizamos una suma y las unidades ya son 10 o más hay que agrupar en decenas.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Por otro lado cuando sumamos las decenas y también alcanzan un n° igual o mayor a 10 hay que agrupar en centenas.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Ejemplo: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t/>
            </a:r>
            <a:endParaRPr b="0" i="0" sz="3100" u="none" cap="none" strike="noStrike">
              <a:solidFill>
                <a:schemeClr val="dk1"/>
              </a:solidFill>
              <a:latin typeface="Patrick Hand"/>
              <a:ea typeface="Patrick Hand"/>
              <a:cs typeface="Patrick Hand"/>
              <a:sym typeface="Patrick Hand"/>
            </a:endParaRPr>
          </a:p>
        </p:txBody>
      </p:sp>
      <p:sp>
        <p:nvSpPr>
          <p:cNvPr id="188" name="Google Shape;188;g260dc0a9a77_0_214"/>
          <p:cNvSpPr txBox="1"/>
          <p:nvPr/>
        </p:nvSpPr>
        <p:spPr>
          <a:xfrm>
            <a:off x="4477275" y="3636675"/>
            <a:ext cx="2043300" cy="1416000"/>
          </a:xfrm>
          <a:prstGeom prst="rect">
            <a:avLst/>
          </a:prstGeom>
          <a:noFill/>
          <a:ln cap="flat" cmpd="sng" w="19050">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6  1  9</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2  3  2</a:t>
            </a:r>
            <a:endParaRPr b="0" i="0" sz="4000" u="none" cap="none" strike="noStrike">
              <a:solidFill>
                <a:schemeClr val="dk1"/>
              </a:solidFill>
              <a:latin typeface="Patrick Hand"/>
              <a:ea typeface="Patrick Hand"/>
              <a:cs typeface="Patrick Hand"/>
              <a:sym typeface="Patrick Hand"/>
            </a:endParaRPr>
          </a:p>
        </p:txBody>
      </p:sp>
      <p:pic>
        <p:nvPicPr>
          <p:cNvPr id="189" name="Google Shape;189;g260dc0a9a77_0_214"/>
          <p:cNvPicPr preferRelativeResize="0"/>
          <p:nvPr/>
        </p:nvPicPr>
        <p:blipFill>
          <a:blip r:embed="rId4">
            <a:alphaModFix/>
          </a:blip>
          <a:stretch>
            <a:fillRect/>
          </a:stretch>
        </p:blipFill>
        <p:spPr>
          <a:xfrm>
            <a:off x="11039425" y="521693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3a11cbbfed_0_1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95" name="Google Shape;195;g23a11cbbfed_0_1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196" name="Google Shape;196;g23a11cbbfed_0_14"/>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97" name="Google Shape;197;g23a11cbbfed_0_14"/>
          <p:cNvSpPr txBox="1"/>
          <p:nvPr/>
        </p:nvSpPr>
        <p:spPr>
          <a:xfrm>
            <a:off x="5681700" y="2220750"/>
            <a:ext cx="6159900" cy="24165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sumando las unidades. En este caso 9 + 2 = 11. Puedo agrupar 10 unidades en 1 decena. Entonces me quedan 1 decena y 1 unidad. El 1 lo escribo bajo las U y el 1 sobre las D. </a:t>
            </a:r>
            <a:endParaRPr b="0" i="0" sz="2900" u="none" cap="none" strike="noStrike">
              <a:solidFill>
                <a:schemeClr val="dk1"/>
              </a:solidFill>
              <a:latin typeface="Patrick Hand"/>
              <a:ea typeface="Patrick Hand"/>
              <a:cs typeface="Patrick Hand"/>
              <a:sym typeface="Patrick Hand"/>
            </a:endParaRPr>
          </a:p>
        </p:txBody>
      </p:sp>
      <p:sp>
        <p:nvSpPr>
          <p:cNvPr id="198" name="Google Shape;198;g23a11cbbfed_0_14"/>
          <p:cNvSpPr txBox="1"/>
          <p:nvPr/>
        </p:nvSpPr>
        <p:spPr>
          <a:xfrm>
            <a:off x="5619450" y="1797450"/>
            <a:ext cx="6284400" cy="2862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Luego sumo las decenas, en este caso 8 + 3= 11  y le tengo que sumar también el 1 que tenía reservado. 11 + 1 = 12</a:t>
            </a:r>
            <a:endParaRPr b="0" i="0" sz="2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Por lo tanto agrupo 10 decenas en 1 centena. Me queda 1 centena y 2 decenas.</a:t>
            </a:r>
            <a:endParaRPr b="0" i="0" sz="2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Escribo el 2 bajo las D y el otro 1 sobre las C.</a:t>
            </a:r>
            <a:endParaRPr b="0" i="0" sz="2900" u="none" cap="none" strike="noStrike">
              <a:solidFill>
                <a:schemeClr val="dk1"/>
              </a:solidFill>
              <a:latin typeface="Patrick Hand"/>
              <a:ea typeface="Patrick Hand"/>
              <a:cs typeface="Patrick Hand"/>
              <a:sym typeface="Patrick Hand"/>
            </a:endParaRPr>
          </a:p>
        </p:txBody>
      </p:sp>
      <p:sp>
        <p:nvSpPr>
          <p:cNvPr id="199" name="Google Shape;199;g23a11cbbfed_0_14"/>
          <p:cNvSpPr txBox="1"/>
          <p:nvPr/>
        </p:nvSpPr>
        <p:spPr>
          <a:xfrm>
            <a:off x="1767975" y="1797450"/>
            <a:ext cx="2043300" cy="2647500"/>
          </a:xfrm>
          <a:prstGeom prst="rect">
            <a:avLst/>
          </a:prstGeom>
          <a:noFill/>
          <a:ln cap="flat" cmpd="sng" w="19050">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6  8  9</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2  3  2</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p:txBody>
      </p:sp>
      <p:sp>
        <p:nvSpPr>
          <p:cNvPr id="200" name="Google Shape;200;g23a11cbbfed_0_14"/>
          <p:cNvSpPr txBox="1"/>
          <p:nvPr/>
        </p:nvSpPr>
        <p:spPr>
          <a:xfrm>
            <a:off x="2869625" y="19636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01" name="Google Shape;201;g23a11cbbfed_0_14"/>
          <p:cNvSpPr txBox="1"/>
          <p:nvPr/>
        </p:nvSpPr>
        <p:spPr>
          <a:xfrm>
            <a:off x="3284500" y="3601025"/>
            <a:ext cx="497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1</a:t>
            </a:r>
            <a:endParaRPr b="0" i="0" sz="4000" u="none" cap="none" strike="noStrike">
              <a:solidFill>
                <a:schemeClr val="dk1"/>
              </a:solidFill>
              <a:latin typeface="Patrick Hand"/>
              <a:ea typeface="Patrick Hand"/>
              <a:cs typeface="Patrick Hand"/>
              <a:sym typeface="Patrick Hand"/>
            </a:endParaRPr>
          </a:p>
        </p:txBody>
      </p:sp>
      <p:sp>
        <p:nvSpPr>
          <p:cNvPr id="202" name="Google Shape;202;g23a11cbbfed_0_14"/>
          <p:cNvSpPr txBox="1"/>
          <p:nvPr/>
        </p:nvSpPr>
        <p:spPr>
          <a:xfrm>
            <a:off x="2443625" y="2004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03" name="Google Shape;203;g23a11cbbfed_0_14"/>
          <p:cNvSpPr txBox="1"/>
          <p:nvPr/>
        </p:nvSpPr>
        <p:spPr>
          <a:xfrm>
            <a:off x="2833925" y="3601025"/>
            <a:ext cx="497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a:t>
            </a:r>
            <a:endParaRPr b="0" i="0" sz="4000" u="none" cap="none" strike="noStrike">
              <a:solidFill>
                <a:schemeClr val="dk1"/>
              </a:solidFill>
              <a:latin typeface="Patrick Hand"/>
              <a:ea typeface="Patrick Hand"/>
              <a:cs typeface="Patrick Hand"/>
              <a:sym typeface="Patrick Hand"/>
            </a:endParaRPr>
          </a:p>
        </p:txBody>
      </p:sp>
      <p:sp>
        <p:nvSpPr>
          <p:cNvPr id="204" name="Google Shape;204;g23a11cbbfed_0_14"/>
          <p:cNvSpPr txBox="1"/>
          <p:nvPr/>
        </p:nvSpPr>
        <p:spPr>
          <a:xfrm>
            <a:off x="5681700" y="2123475"/>
            <a:ext cx="5946900" cy="20319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3000" u="none" cap="none" strike="noStrike">
                <a:solidFill>
                  <a:schemeClr val="dk1"/>
                </a:solidFill>
                <a:latin typeface="Patrick Hand"/>
                <a:ea typeface="Patrick Hand"/>
                <a:cs typeface="Patrick Hand"/>
                <a:sym typeface="Patrick Hand"/>
              </a:rPr>
              <a:t>Luego sumo las centenas, en este caso 6 + 2= 8 y le tengo que sumar también el 1 que tenía reservado. 8 + 1 = 9</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3000" u="none" cap="none" strike="noStrike">
                <a:solidFill>
                  <a:schemeClr val="dk1"/>
                </a:solidFill>
                <a:latin typeface="Patrick Hand"/>
                <a:ea typeface="Patrick Hand"/>
                <a:cs typeface="Patrick Hand"/>
                <a:sym typeface="Patrick Hand"/>
              </a:rPr>
              <a:t>Escribo el 9 bajos las centenas.</a:t>
            </a:r>
            <a:endParaRPr b="0" i="0" sz="3000" u="none" cap="none" strike="noStrike">
              <a:solidFill>
                <a:schemeClr val="dk1"/>
              </a:solidFill>
              <a:latin typeface="Patrick Hand"/>
              <a:ea typeface="Patrick Hand"/>
              <a:cs typeface="Patrick Hand"/>
              <a:sym typeface="Patrick Hand"/>
            </a:endParaRPr>
          </a:p>
        </p:txBody>
      </p:sp>
      <p:sp>
        <p:nvSpPr>
          <p:cNvPr id="205" name="Google Shape;205;g23a11cbbfed_0_14"/>
          <p:cNvSpPr txBox="1"/>
          <p:nvPr/>
        </p:nvSpPr>
        <p:spPr>
          <a:xfrm>
            <a:off x="2407925" y="3601025"/>
            <a:ext cx="497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9</a:t>
            </a:r>
            <a:endParaRPr b="0" i="0" sz="4000" u="none" cap="none" strike="noStrike">
              <a:solidFill>
                <a:schemeClr val="dk1"/>
              </a:solidFill>
              <a:latin typeface="Patrick Hand"/>
              <a:ea typeface="Patrick Hand"/>
              <a:cs typeface="Patrick Hand"/>
              <a:sym typeface="Patrick Hand"/>
            </a:endParaRPr>
          </a:p>
        </p:txBody>
      </p:sp>
      <p:sp>
        <p:nvSpPr>
          <p:cNvPr id="206" name="Google Shape;206;g23a11cbbfed_0_14"/>
          <p:cNvSpPr txBox="1"/>
          <p:nvPr/>
        </p:nvSpPr>
        <p:spPr>
          <a:xfrm>
            <a:off x="-3525" y="341575"/>
            <a:ext cx="9477000" cy="692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300"/>
              <a:buFont typeface="Arial"/>
              <a:buNone/>
            </a:pPr>
            <a:r>
              <a:rPr b="1" i="0" lang="es-ES" sz="3300" u="none" cap="none" strike="noStrike">
                <a:solidFill>
                  <a:schemeClr val="dk1"/>
                </a:solidFill>
                <a:latin typeface="Patrick Hand"/>
                <a:ea typeface="Patrick Hand"/>
                <a:cs typeface="Patrick Hand"/>
                <a:sym typeface="Patrick Hand"/>
              </a:rPr>
              <a:t>Recordemos los pasos para resolver la siguiente adición:</a:t>
            </a:r>
            <a:endParaRPr b="1" i="0" sz="1600" u="none" cap="none" strike="noStrike">
              <a:solidFill>
                <a:srgbClr val="000000"/>
              </a:solidFill>
              <a:latin typeface="Arial"/>
              <a:ea typeface="Arial"/>
              <a:cs typeface="Arial"/>
              <a:sym typeface="Arial"/>
            </a:endParaRPr>
          </a:p>
        </p:txBody>
      </p:sp>
      <p:sp>
        <p:nvSpPr>
          <p:cNvPr id="207" name="Google Shape;207;g23a11cbbfed_0_14"/>
          <p:cNvSpPr txBox="1"/>
          <p:nvPr/>
        </p:nvSpPr>
        <p:spPr>
          <a:xfrm>
            <a:off x="5482475" y="1084963"/>
            <a:ext cx="3000000" cy="661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¿Cómo comienzas?</a:t>
            </a:r>
            <a:endParaRPr b="0" i="0" sz="1400" u="none" cap="none" strike="noStrike">
              <a:solidFill>
                <a:srgbClr val="000000"/>
              </a:solidFill>
              <a:latin typeface="Arial"/>
              <a:ea typeface="Arial"/>
              <a:cs typeface="Arial"/>
              <a:sym typeface="Arial"/>
            </a:endParaRPr>
          </a:p>
        </p:txBody>
      </p:sp>
      <p:cxnSp>
        <p:nvCxnSpPr>
          <p:cNvPr id="208" name="Google Shape;208;g23a11cbbfed_0_14"/>
          <p:cNvCxnSpPr/>
          <p:nvPr/>
        </p:nvCxnSpPr>
        <p:spPr>
          <a:xfrm flipH="1" rot="10800000">
            <a:off x="1906175" y="3641075"/>
            <a:ext cx="1918800" cy="18900"/>
          </a:xfrm>
          <a:prstGeom prst="straightConnector1">
            <a:avLst/>
          </a:prstGeom>
          <a:noFill/>
          <a:ln cap="flat" cmpd="sng" w="9525">
            <a:solidFill>
              <a:schemeClr val="dk2"/>
            </a:solidFill>
            <a:prstDash val="solid"/>
            <a:round/>
            <a:headEnd len="sm" w="sm" type="none"/>
            <a:tailEnd len="sm" w="sm" type="none"/>
          </a:ln>
        </p:spPr>
      </p:cxnSp>
      <p:sp>
        <p:nvSpPr>
          <p:cNvPr id="209" name="Google Shape;209;g23a11cbbfed_0_14"/>
          <p:cNvSpPr txBox="1"/>
          <p:nvPr/>
        </p:nvSpPr>
        <p:spPr>
          <a:xfrm>
            <a:off x="1776675" y="1154850"/>
            <a:ext cx="2256300" cy="62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       C    D     U</a:t>
            </a:r>
            <a:endParaRPr b="0" i="0" sz="2500" u="none" cap="none" strike="noStrike">
              <a:solidFill>
                <a:srgbClr val="000000"/>
              </a:solidFill>
              <a:latin typeface="Patrick Hand"/>
              <a:ea typeface="Patrick Hand"/>
              <a:cs typeface="Patrick Hand"/>
              <a:sym typeface="Patrick Hand"/>
            </a:endParaRPr>
          </a:p>
        </p:txBody>
      </p:sp>
      <p:pic>
        <p:nvPicPr>
          <p:cNvPr id="210" name="Google Shape;210;g23a11cbbfed_0_14"/>
          <p:cNvPicPr preferRelativeResize="0"/>
          <p:nvPr/>
        </p:nvPicPr>
        <p:blipFill>
          <a:blip r:embed="rId4">
            <a:alphaModFix/>
          </a:blip>
          <a:stretch>
            <a:fillRect/>
          </a:stretch>
        </p:blipFill>
        <p:spPr>
          <a:xfrm>
            <a:off x="11039425"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2601a83bd95_0_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16" name="Google Shape;216;g2601a83bd95_0_9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17" name="Google Shape;217;g2601a83bd95_0_9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18" name="Google Shape;218;g2601a83bd95_0_93"/>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219" name="Google Shape;219;g2601a83bd95_0_93"/>
          <p:cNvSpPr txBox="1"/>
          <p:nvPr/>
        </p:nvSpPr>
        <p:spPr>
          <a:xfrm>
            <a:off x="99225" y="890425"/>
            <a:ext cx="105156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 Recuerda ver si es necesario agrupar. </a:t>
            </a:r>
            <a:endParaRPr b="0" i="0" sz="400" u="none" cap="none" strike="noStrike">
              <a:solidFill>
                <a:srgbClr val="000000"/>
              </a:solidFill>
              <a:latin typeface="Arial"/>
              <a:ea typeface="Arial"/>
              <a:cs typeface="Arial"/>
              <a:sym typeface="Arial"/>
            </a:endParaRPr>
          </a:p>
        </p:txBody>
      </p:sp>
      <p:sp>
        <p:nvSpPr>
          <p:cNvPr id="220" name="Google Shape;220;g2601a83bd95_0_93"/>
          <p:cNvSpPr txBox="1"/>
          <p:nvPr/>
        </p:nvSpPr>
        <p:spPr>
          <a:xfrm>
            <a:off x="1860738" y="214802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5 4 3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2 2 7</a:t>
            </a:r>
            <a:endParaRPr b="0" i="0" sz="3400" u="none" cap="none" strike="noStrike">
              <a:solidFill>
                <a:srgbClr val="000000"/>
              </a:solidFill>
              <a:latin typeface="Patrick Hand"/>
              <a:ea typeface="Patrick Hand"/>
              <a:cs typeface="Patrick Hand"/>
              <a:sym typeface="Patrick Hand"/>
            </a:endParaRPr>
          </a:p>
        </p:txBody>
      </p:sp>
      <p:sp>
        <p:nvSpPr>
          <p:cNvPr id="221" name="Google Shape;221;g2601a83bd95_0_93"/>
          <p:cNvSpPr txBox="1"/>
          <p:nvPr/>
        </p:nvSpPr>
        <p:spPr>
          <a:xfrm>
            <a:off x="5038275"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3  9  9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1  8  7</a:t>
            </a:r>
            <a:endParaRPr b="0" i="0" sz="3400" u="none" cap="none" strike="noStrike">
              <a:solidFill>
                <a:srgbClr val="000000"/>
              </a:solidFill>
              <a:latin typeface="Patrick Hand"/>
              <a:ea typeface="Patrick Hand"/>
              <a:cs typeface="Patrick Hand"/>
              <a:sym typeface="Patrick Hand"/>
            </a:endParaRPr>
          </a:p>
        </p:txBody>
      </p:sp>
      <p:sp>
        <p:nvSpPr>
          <p:cNvPr id="222" name="Google Shape;222;g2601a83bd95_0_93"/>
          <p:cNvSpPr txBox="1"/>
          <p:nvPr/>
        </p:nvSpPr>
        <p:spPr>
          <a:xfrm>
            <a:off x="8584150"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3 2 0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5 6 7</a:t>
            </a:r>
            <a:endParaRPr b="0" i="0" sz="3400" u="none" cap="none" strike="noStrike">
              <a:solidFill>
                <a:srgbClr val="000000"/>
              </a:solidFill>
              <a:latin typeface="Patrick Hand"/>
              <a:ea typeface="Patrick Hand"/>
              <a:cs typeface="Patrick Hand"/>
              <a:sym typeface="Patrick Hand"/>
            </a:endParaRPr>
          </a:p>
        </p:txBody>
      </p:sp>
      <p:sp>
        <p:nvSpPr>
          <p:cNvPr id="223" name="Google Shape;223;g2601a83bd95_0_93"/>
          <p:cNvSpPr txBox="1"/>
          <p:nvPr/>
        </p:nvSpPr>
        <p:spPr>
          <a:xfrm>
            <a:off x="1860750" y="43684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6 0  9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1 9  2</a:t>
            </a:r>
            <a:endParaRPr b="0" i="0" sz="3400" u="none" cap="none" strike="noStrike">
              <a:solidFill>
                <a:srgbClr val="000000"/>
              </a:solidFill>
              <a:latin typeface="Patrick Hand"/>
              <a:ea typeface="Patrick Hand"/>
              <a:cs typeface="Patrick Hand"/>
              <a:sym typeface="Patrick Hand"/>
            </a:endParaRPr>
          </a:p>
        </p:txBody>
      </p:sp>
      <p:sp>
        <p:nvSpPr>
          <p:cNvPr id="224" name="Google Shape;224;g2601a83bd95_0_93"/>
          <p:cNvSpPr txBox="1"/>
          <p:nvPr/>
        </p:nvSpPr>
        <p:spPr>
          <a:xfrm>
            <a:off x="5038275"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9  3  2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4  8</a:t>
            </a:r>
            <a:endParaRPr b="0" i="0" sz="3400" u="none" cap="none" strike="noStrike">
              <a:solidFill>
                <a:srgbClr val="000000"/>
              </a:solidFill>
              <a:latin typeface="Patrick Hand"/>
              <a:ea typeface="Patrick Hand"/>
              <a:cs typeface="Patrick Hand"/>
              <a:sym typeface="Patrick Hand"/>
            </a:endParaRPr>
          </a:p>
        </p:txBody>
      </p:sp>
      <p:sp>
        <p:nvSpPr>
          <p:cNvPr id="225" name="Google Shape;225;g2601a83bd95_0_93"/>
          <p:cNvSpPr txBox="1"/>
          <p:nvPr/>
        </p:nvSpPr>
        <p:spPr>
          <a:xfrm>
            <a:off x="8584150"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5  2  9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2  7 7</a:t>
            </a:r>
            <a:endParaRPr b="0" i="0" sz="3400" u="none" cap="none" strike="noStrike">
              <a:solidFill>
                <a:srgbClr val="000000"/>
              </a:solidFill>
              <a:latin typeface="Patrick Hand"/>
              <a:ea typeface="Patrick Hand"/>
              <a:cs typeface="Patrick Hand"/>
              <a:sym typeface="Patrick Hand"/>
            </a:endParaRPr>
          </a:p>
        </p:txBody>
      </p:sp>
      <p:sp>
        <p:nvSpPr>
          <p:cNvPr id="226" name="Google Shape;226;g2601a83bd95_0_93"/>
          <p:cNvSpPr txBox="1"/>
          <p:nvPr/>
        </p:nvSpPr>
        <p:spPr>
          <a:xfrm>
            <a:off x="2293950" y="31941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7 7 0</a:t>
            </a:r>
            <a:endParaRPr b="0" i="0" sz="1400" u="none" cap="none" strike="noStrike">
              <a:solidFill>
                <a:srgbClr val="000000"/>
              </a:solidFill>
              <a:latin typeface="Arial"/>
              <a:ea typeface="Arial"/>
              <a:cs typeface="Arial"/>
              <a:sym typeface="Arial"/>
            </a:endParaRPr>
          </a:p>
        </p:txBody>
      </p:sp>
      <p:sp>
        <p:nvSpPr>
          <p:cNvPr id="227" name="Google Shape;227;g2601a83bd95_0_93"/>
          <p:cNvSpPr txBox="1"/>
          <p:nvPr/>
        </p:nvSpPr>
        <p:spPr>
          <a:xfrm>
            <a:off x="54570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5  8  6</a:t>
            </a:r>
            <a:endParaRPr b="0" i="0" sz="1400" u="none" cap="none" strike="noStrike">
              <a:solidFill>
                <a:srgbClr val="000000"/>
              </a:solidFill>
              <a:latin typeface="Arial"/>
              <a:ea typeface="Arial"/>
              <a:cs typeface="Arial"/>
              <a:sym typeface="Arial"/>
            </a:endParaRPr>
          </a:p>
        </p:txBody>
      </p:sp>
      <p:cxnSp>
        <p:nvCxnSpPr>
          <p:cNvPr id="228" name="Google Shape;228;g2601a83bd95_0_93"/>
          <p:cNvCxnSpPr/>
          <p:nvPr/>
        </p:nvCxnSpPr>
        <p:spPr>
          <a:xfrm>
            <a:off x="88834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29" name="Google Shape;229;g2601a83bd95_0_93"/>
          <p:cNvCxnSpPr/>
          <p:nvPr/>
        </p:nvCxnSpPr>
        <p:spPr>
          <a:xfrm>
            <a:off x="53020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30" name="Google Shape;230;g2601a83bd95_0_93"/>
          <p:cNvCxnSpPr/>
          <p:nvPr/>
        </p:nvCxnSpPr>
        <p:spPr>
          <a:xfrm>
            <a:off x="2177825" y="3271850"/>
            <a:ext cx="1172700" cy="0"/>
          </a:xfrm>
          <a:prstGeom prst="straightConnector1">
            <a:avLst/>
          </a:prstGeom>
          <a:noFill/>
          <a:ln cap="flat" cmpd="sng" w="9525">
            <a:solidFill>
              <a:schemeClr val="dk1"/>
            </a:solidFill>
            <a:prstDash val="solid"/>
            <a:round/>
            <a:headEnd len="sm" w="sm" type="none"/>
            <a:tailEnd len="sm" w="sm" type="none"/>
          </a:ln>
        </p:spPr>
      </p:cxnSp>
      <p:sp>
        <p:nvSpPr>
          <p:cNvPr id="231" name="Google Shape;231;g2601a83bd95_0_93"/>
          <p:cNvSpPr txBox="1"/>
          <p:nvPr/>
        </p:nvSpPr>
        <p:spPr>
          <a:xfrm>
            <a:off x="9048425" y="31956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8 8 7</a:t>
            </a:r>
            <a:endParaRPr b="0" i="0" sz="1400" u="none" cap="none" strike="noStrike">
              <a:solidFill>
                <a:srgbClr val="000000"/>
              </a:solidFill>
              <a:latin typeface="Arial"/>
              <a:ea typeface="Arial"/>
              <a:cs typeface="Arial"/>
              <a:sym typeface="Arial"/>
            </a:endParaRPr>
          </a:p>
        </p:txBody>
      </p:sp>
      <p:cxnSp>
        <p:nvCxnSpPr>
          <p:cNvPr id="232" name="Google Shape;232;g2601a83bd95_0_93"/>
          <p:cNvCxnSpPr/>
          <p:nvPr/>
        </p:nvCxnSpPr>
        <p:spPr>
          <a:xfrm>
            <a:off x="89596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33" name="Google Shape;233;g2601a83bd95_0_93"/>
          <p:cNvCxnSpPr/>
          <p:nvPr/>
        </p:nvCxnSpPr>
        <p:spPr>
          <a:xfrm>
            <a:off x="53020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34" name="Google Shape;234;g2601a83bd95_0_93"/>
          <p:cNvCxnSpPr/>
          <p:nvPr/>
        </p:nvCxnSpPr>
        <p:spPr>
          <a:xfrm>
            <a:off x="2101625" y="5557850"/>
            <a:ext cx="1172700" cy="0"/>
          </a:xfrm>
          <a:prstGeom prst="straightConnector1">
            <a:avLst/>
          </a:prstGeom>
          <a:noFill/>
          <a:ln cap="flat" cmpd="sng" w="9525">
            <a:solidFill>
              <a:schemeClr val="dk1"/>
            </a:solidFill>
            <a:prstDash val="solid"/>
            <a:round/>
            <a:headEnd len="sm" w="sm" type="none"/>
            <a:tailEnd len="sm" w="sm" type="none"/>
          </a:ln>
        </p:spPr>
      </p:cxnSp>
      <p:sp>
        <p:nvSpPr>
          <p:cNvPr id="235" name="Google Shape;235;g2601a83bd95_0_93"/>
          <p:cNvSpPr txBox="1"/>
          <p:nvPr/>
        </p:nvSpPr>
        <p:spPr>
          <a:xfrm>
            <a:off x="90484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8  0 6</a:t>
            </a:r>
            <a:endParaRPr b="0" i="0" sz="1400" u="none" cap="none" strike="noStrike">
              <a:solidFill>
                <a:srgbClr val="000000"/>
              </a:solidFill>
              <a:latin typeface="Arial"/>
              <a:ea typeface="Arial"/>
              <a:cs typeface="Arial"/>
              <a:sym typeface="Arial"/>
            </a:endParaRPr>
          </a:p>
        </p:txBody>
      </p:sp>
      <p:sp>
        <p:nvSpPr>
          <p:cNvPr id="236" name="Google Shape;236;g2601a83bd95_0_93"/>
          <p:cNvSpPr txBox="1"/>
          <p:nvPr/>
        </p:nvSpPr>
        <p:spPr>
          <a:xfrm>
            <a:off x="53908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9 8 0</a:t>
            </a:r>
            <a:endParaRPr b="0" i="0" sz="1400" u="none" cap="none" strike="noStrike">
              <a:solidFill>
                <a:srgbClr val="000000"/>
              </a:solidFill>
              <a:latin typeface="Arial"/>
              <a:ea typeface="Arial"/>
              <a:cs typeface="Arial"/>
              <a:sym typeface="Arial"/>
            </a:endParaRPr>
          </a:p>
        </p:txBody>
      </p:sp>
      <p:sp>
        <p:nvSpPr>
          <p:cNvPr id="237" name="Google Shape;237;g2601a83bd95_0_93"/>
          <p:cNvSpPr txBox="1"/>
          <p:nvPr/>
        </p:nvSpPr>
        <p:spPr>
          <a:xfrm>
            <a:off x="2197500" y="5557850"/>
            <a:ext cx="1533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8  0 1</a:t>
            </a:r>
            <a:endParaRPr b="0" i="0" sz="1400" u="none" cap="none" strike="noStrike">
              <a:solidFill>
                <a:srgbClr val="000000"/>
              </a:solidFill>
              <a:latin typeface="Arial"/>
              <a:ea typeface="Arial"/>
              <a:cs typeface="Arial"/>
              <a:sym typeface="Arial"/>
            </a:endParaRPr>
          </a:p>
        </p:txBody>
      </p:sp>
      <p:sp>
        <p:nvSpPr>
          <p:cNvPr id="238" name="Google Shape;238;g2601a83bd95_0_93"/>
          <p:cNvSpPr txBox="1"/>
          <p:nvPr/>
        </p:nvSpPr>
        <p:spPr>
          <a:xfrm>
            <a:off x="2558250" y="18791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39" name="Google Shape;239;g2601a83bd95_0_93"/>
          <p:cNvSpPr txBox="1"/>
          <p:nvPr/>
        </p:nvSpPr>
        <p:spPr>
          <a:xfrm>
            <a:off x="5695625" y="17806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40" name="Google Shape;240;g2601a83bd95_0_93"/>
          <p:cNvSpPr txBox="1"/>
          <p:nvPr/>
        </p:nvSpPr>
        <p:spPr>
          <a:xfrm>
            <a:off x="2578500" y="39874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41" name="Google Shape;241;g2601a83bd95_0_93"/>
          <p:cNvSpPr txBox="1"/>
          <p:nvPr/>
        </p:nvSpPr>
        <p:spPr>
          <a:xfrm>
            <a:off x="5695625" y="40097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42" name="Google Shape;242;g2601a83bd95_0_93"/>
          <p:cNvSpPr txBox="1"/>
          <p:nvPr/>
        </p:nvSpPr>
        <p:spPr>
          <a:xfrm>
            <a:off x="8917350"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43" name="Google Shape;243;g2601a83bd95_0_93"/>
          <p:cNvSpPr txBox="1"/>
          <p:nvPr/>
        </p:nvSpPr>
        <p:spPr>
          <a:xfrm>
            <a:off x="5390825" y="17806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44" name="Google Shape;244;g2601a83bd95_0_93"/>
          <p:cNvSpPr txBox="1"/>
          <p:nvPr/>
        </p:nvSpPr>
        <p:spPr>
          <a:xfrm>
            <a:off x="2273700" y="39874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45" name="Google Shape;245;g2601a83bd95_0_93"/>
          <p:cNvSpPr txBox="1"/>
          <p:nvPr/>
        </p:nvSpPr>
        <p:spPr>
          <a:xfrm>
            <a:off x="9332975"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pic>
        <p:nvPicPr>
          <p:cNvPr id="246" name="Google Shape;246;g2601a83bd95_0_93"/>
          <p:cNvPicPr preferRelativeResize="0"/>
          <p:nvPr/>
        </p:nvPicPr>
        <p:blipFill>
          <a:blip r:embed="rId4">
            <a:alphaModFix/>
          </a:blip>
          <a:stretch>
            <a:fillRect/>
          </a:stretch>
        </p:blipFill>
        <p:spPr>
          <a:xfrm>
            <a:off x="11039425"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260dc0a9a77_0_24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52" name="Google Shape;252;g260dc0a9a77_0_24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53" name="Google Shape;253;g260dc0a9a77_0_247"/>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54" name="Google Shape;254;g260dc0a9a77_0_247"/>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255" name="Google Shape;255;g260dc0a9a77_0_247"/>
          <p:cNvSpPr txBox="1"/>
          <p:nvPr/>
        </p:nvSpPr>
        <p:spPr>
          <a:xfrm>
            <a:off x="99225" y="890425"/>
            <a:ext cx="105156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 Recuerda ver si es necesario agrupar. </a:t>
            </a:r>
            <a:endParaRPr b="0" i="0" sz="400" u="none" cap="none" strike="noStrike">
              <a:solidFill>
                <a:srgbClr val="000000"/>
              </a:solidFill>
              <a:latin typeface="Arial"/>
              <a:ea typeface="Arial"/>
              <a:cs typeface="Arial"/>
              <a:sym typeface="Arial"/>
            </a:endParaRPr>
          </a:p>
        </p:txBody>
      </p:sp>
      <p:sp>
        <p:nvSpPr>
          <p:cNvPr id="256" name="Google Shape;256;g260dc0a9a77_0_247"/>
          <p:cNvSpPr txBox="1"/>
          <p:nvPr/>
        </p:nvSpPr>
        <p:spPr>
          <a:xfrm>
            <a:off x="1860738" y="214802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5 9  2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3  2 6</a:t>
            </a:r>
            <a:endParaRPr b="0" i="0" sz="3400" u="none" cap="none" strike="noStrike">
              <a:solidFill>
                <a:srgbClr val="000000"/>
              </a:solidFill>
              <a:latin typeface="Patrick Hand"/>
              <a:ea typeface="Patrick Hand"/>
              <a:cs typeface="Patrick Hand"/>
              <a:sym typeface="Patrick Hand"/>
            </a:endParaRPr>
          </a:p>
        </p:txBody>
      </p:sp>
      <p:sp>
        <p:nvSpPr>
          <p:cNvPr id="257" name="Google Shape;257;g260dc0a9a77_0_247"/>
          <p:cNvSpPr txBox="1"/>
          <p:nvPr/>
        </p:nvSpPr>
        <p:spPr>
          <a:xfrm>
            <a:off x="5038275"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6 2 9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1  4 4</a:t>
            </a:r>
            <a:endParaRPr b="0" i="0" sz="3400" u="none" cap="none" strike="noStrike">
              <a:solidFill>
                <a:srgbClr val="000000"/>
              </a:solidFill>
              <a:latin typeface="Patrick Hand"/>
              <a:ea typeface="Patrick Hand"/>
              <a:cs typeface="Patrick Hand"/>
              <a:sym typeface="Patrick Hand"/>
            </a:endParaRPr>
          </a:p>
        </p:txBody>
      </p:sp>
      <p:sp>
        <p:nvSpPr>
          <p:cNvPr id="258" name="Google Shape;258;g260dc0a9a77_0_247"/>
          <p:cNvSpPr txBox="1"/>
          <p:nvPr/>
        </p:nvSpPr>
        <p:spPr>
          <a:xfrm>
            <a:off x="8584150" y="2134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3 2 4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1 1 6</a:t>
            </a:r>
            <a:endParaRPr b="0" i="0" sz="3400" u="none" cap="none" strike="noStrike">
              <a:solidFill>
                <a:srgbClr val="000000"/>
              </a:solidFill>
              <a:latin typeface="Patrick Hand"/>
              <a:ea typeface="Patrick Hand"/>
              <a:cs typeface="Patrick Hand"/>
              <a:sym typeface="Patrick Hand"/>
            </a:endParaRPr>
          </a:p>
        </p:txBody>
      </p:sp>
      <p:sp>
        <p:nvSpPr>
          <p:cNvPr id="259" name="Google Shape;259;g260dc0a9a77_0_247"/>
          <p:cNvSpPr txBox="1"/>
          <p:nvPr/>
        </p:nvSpPr>
        <p:spPr>
          <a:xfrm>
            <a:off x="1860750" y="43684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6 2 3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2 2 9 </a:t>
            </a:r>
            <a:endParaRPr b="0" i="0" sz="3400" u="none" cap="none" strike="noStrike">
              <a:solidFill>
                <a:srgbClr val="000000"/>
              </a:solidFill>
              <a:latin typeface="Patrick Hand"/>
              <a:ea typeface="Patrick Hand"/>
              <a:cs typeface="Patrick Hand"/>
              <a:sym typeface="Patrick Hand"/>
            </a:endParaRPr>
          </a:p>
        </p:txBody>
      </p:sp>
      <p:sp>
        <p:nvSpPr>
          <p:cNvPr id="260" name="Google Shape;260;g260dc0a9a77_0_247"/>
          <p:cNvSpPr txBox="1"/>
          <p:nvPr/>
        </p:nvSpPr>
        <p:spPr>
          <a:xfrm>
            <a:off x="5038275"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4  7 4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2 3 7</a:t>
            </a:r>
            <a:endParaRPr b="0" i="0" sz="3400" u="none" cap="none" strike="noStrike">
              <a:solidFill>
                <a:srgbClr val="000000"/>
              </a:solidFill>
              <a:latin typeface="Patrick Hand"/>
              <a:ea typeface="Patrick Hand"/>
              <a:cs typeface="Patrick Hand"/>
              <a:sym typeface="Patrick Hand"/>
            </a:endParaRPr>
          </a:p>
        </p:txBody>
      </p:sp>
      <p:sp>
        <p:nvSpPr>
          <p:cNvPr id="261" name="Google Shape;261;g260dc0a9a77_0_247"/>
          <p:cNvSpPr txBox="1"/>
          <p:nvPr/>
        </p:nvSpPr>
        <p:spPr>
          <a:xfrm>
            <a:off x="8584150" y="4373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1 9  9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1 2  6</a:t>
            </a:r>
            <a:endParaRPr b="0" i="0" sz="3400" u="none" cap="none" strike="noStrike">
              <a:solidFill>
                <a:srgbClr val="000000"/>
              </a:solidFill>
              <a:latin typeface="Patrick Hand"/>
              <a:ea typeface="Patrick Hand"/>
              <a:cs typeface="Patrick Hand"/>
              <a:sym typeface="Patrick Hand"/>
            </a:endParaRPr>
          </a:p>
        </p:txBody>
      </p:sp>
      <p:sp>
        <p:nvSpPr>
          <p:cNvPr id="262" name="Google Shape;262;g260dc0a9a77_0_247"/>
          <p:cNvSpPr txBox="1"/>
          <p:nvPr/>
        </p:nvSpPr>
        <p:spPr>
          <a:xfrm>
            <a:off x="23299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9  1 8</a:t>
            </a:r>
            <a:endParaRPr b="0" i="0" sz="1400" u="none" cap="none" strike="noStrike">
              <a:solidFill>
                <a:srgbClr val="000000"/>
              </a:solidFill>
              <a:latin typeface="Arial"/>
              <a:ea typeface="Arial"/>
              <a:cs typeface="Arial"/>
              <a:sym typeface="Arial"/>
            </a:endParaRPr>
          </a:p>
        </p:txBody>
      </p:sp>
      <p:sp>
        <p:nvSpPr>
          <p:cNvPr id="263" name="Google Shape;263;g260dc0a9a77_0_247"/>
          <p:cNvSpPr txBox="1"/>
          <p:nvPr/>
        </p:nvSpPr>
        <p:spPr>
          <a:xfrm>
            <a:off x="5533250" y="3175525"/>
            <a:ext cx="1746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7 7 3</a:t>
            </a:r>
            <a:endParaRPr b="0" i="0" sz="1400" u="none" cap="none" strike="noStrike">
              <a:solidFill>
                <a:srgbClr val="000000"/>
              </a:solidFill>
              <a:latin typeface="Arial"/>
              <a:ea typeface="Arial"/>
              <a:cs typeface="Arial"/>
              <a:sym typeface="Arial"/>
            </a:endParaRPr>
          </a:p>
        </p:txBody>
      </p:sp>
      <p:cxnSp>
        <p:nvCxnSpPr>
          <p:cNvPr id="264" name="Google Shape;264;g260dc0a9a77_0_247"/>
          <p:cNvCxnSpPr/>
          <p:nvPr/>
        </p:nvCxnSpPr>
        <p:spPr>
          <a:xfrm>
            <a:off x="88834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65" name="Google Shape;265;g260dc0a9a77_0_247"/>
          <p:cNvCxnSpPr/>
          <p:nvPr/>
        </p:nvCxnSpPr>
        <p:spPr>
          <a:xfrm>
            <a:off x="53020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66" name="Google Shape;266;g260dc0a9a77_0_247"/>
          <p:cNvCxnSpPr/>
          <p:nvPr/>
        </p:nvCxnSpPr>
        <p:spPr>
          <a:xfrm>
            <a:off x="2177825" y="3271850"/>
            <a:ext cx="1172700" cy="0"/>
          </a:xfrm>
          <a:prstGeom prst="straightConnector1">
            <a:avLst/>
          </a:prstGeom>
          <a:noFill/>
          <a:ln cap="flat" cmpd="sng" w="9525">
            <a:solidFill>
              <a:schemeClr val="dk1"/>
            </a:solidFill>
            <a:prstDash val="solid"/>
            <a:round/>
            <a:headEnd len="sm" w="sm" type="none"/>
            <a:tailEnd len="sm" w="sm" type="none"/>
          </a:ln>
        </p:spPr>
      </p:cxnSp>
      <p:sp>
        <p:nvSpPr>
          <p:cNvPr id="267" name="Google Shape;267;g260dc0a9a77_0_247"/>
          <p:cNvSpPr txBox="1"/>
          <p:nvPr/>
        </p:nvSpPr>
        <p:spPr>
          <a:xfrm>
            <a:off x="9124625" y="31956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4 4 0</a:t>
            </a:r>
            <a:endParaRPr b="0" i="0" sz="1400" u="none" cap="none" strike="noStrike">
              <a:solidFill>
                <a:srgbClr val="000000"/>
              </a:solidFill>
              <a:latin typeface="Arial"/>
              <a:ea typeface="Arial"/>
              <a:cs typeface="Arial"/>
              <a:sym typeface="Arial"/>
            </a:endParaRPr>
          </a:p>
        </p:txBody>
      </p:sp>
      <p:cxnSp>
        <p:nvCxnSpPr>
          <p:cNvPr id="268" name="Google Shape;268;g260dc0a9a77_0_247"/>
          <p:cNvCxnSpPr/>
          <p:nvPr/>
        </p:nvCxnSpPr>
        <p:spPr>
          <a:xfrm>
            <a:off x="89596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69" name="Google Shape;269;g260dc0a9a77_0_247"/>
          <p:cNvCxnSpPr/>
          <p:nvPr/>
        </p:nvCxnSpPr>
        <p:spPr>
          <a:xfrm>
            <a:off x="53020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70" name="Google Shape;270;g260dc0a9a77_0_247"/>
          <p:cNvCxnSpPr/>
          <p:nvPr/>
        </p:nvCxnSpPr>
        <p:spPr>
          <a:xfrm>
            <a:off x="2101625" y="5557850"/>
            <a:ext cx="1172700" cy="0"/>
          </a:xfrm>
          <a:prstGeom prst="straightConnector1">
            <a:avLst/>
          </a:prstGeom>
          <a:noFill/>
          <a:ln cap="flat" cmpd="sng" w="9525">
            <a:solidFill>
              <a:schemeClr val="dk1"/>
            </a:solidFill>
            <a:prstDash val="solid"/>
            <a:round/>
            <a:headEnd len="sm" w="sm" type="none"/>
            <a:tailEnd len="sm" w="sm" type="none"/>
          </a:ln>
        </p:spPr>
      </p:cxnSp>
      <p:sp>
        <p:nvSpPr>
          <p:cNvPr id="271" name="Google Shape;271;g260dc0a9a77_0_247"/>
          <p:cNvSpPr txBox="1"/>
          <p:nvPr/>
        </p:nvSpPr>
        <p:spPr>
          <a:xfrm>
            <a:off x="89722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3 2 5</a:t>
            </a:r>
            <a:endParaRPr b="0" i="0" sz="1400" u="none" cap="none" strike="noStrike">
              <a:solidFill>
                <a:srgbClr val="000000"/>
              </a:solidFill>
              <a:latin typeface="Arial"/>
              <a:ea typeface="Arial"/>
              <a:cs typeface="Arial"/>
              <a:sym typeface="Arial"/>
            </a:endParaRPr>
          </a:p>
        </p:txBody>
      </p:sp>
      <p:sp>
        <p:nvSpPr>
          <p:cNvPr id="272" name="Google Shape;272;g260dc0a9a77_0_247"/>
          <p:cNvSpPr txBox="1"/>
          <p:nvPr/>
        </p:nvSpPr>
        <p:spPr>
          <a:xfrm>
            <a:off x="5543225" y="5557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7  1 1</a:t>
            </a:r>
            <a:endParaRPr b="0" i="0" sz="1400" u="none" cap="none" strike="noStrike">
              <a:solidFill>
                <a:srgbClr val="000000"/>
              </a:solidFill>
              <a:latin typeface="Arial"/>
              <a:ea typeface="Arial"/>
              <a:cs typeface="Arial"/>
              <a:sym typeface="Arial"/>
            </a:endParaRPr>
          </a:p>
        </p:txBody>
      </p:sp>
      <p:sp>
        <p:nvSpPr>
          <p:cNvPr id="273" name="Google Shape;273;g260dc0a9a77_0_247"/>
          <p:cNvSpPr txBox="1"/>
          <p:nvPr/>
        </p:nvSpPr>
        <p:spPr>
          <a:xfrm>
            <a:off x="2197500" y="5557850"/>
            <a:ext cx="1746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a:t>
            </a:r>
            <a:r>
              <a:rPr lang="es-ES" sz="3400">
                <a:solidFill>
                  <a:schemeClr val="dk1"/>
                </a:solidFill>
                <a:latin typeface="Patrick Hand"/>
                <a:ea typeface="Patrick Hand"/>
                <a:cs typeface="Patrick Hand"/>
                <a:sym typeface="Patrick Hand"/>
              </a:rPr>
              <a:t>8</a:t>
            </a:r>
            <a:r>
              <a:rPr b="0" i="0" lang="es-ES" sz="3400" u="none" cap="none" strike="noStrike">
                <a:solidFill>
                  <a:schemeClr val="dk1"/>
                </a:solidFill>
                <a:latin typeface="Patrick Hand"/>
                <a:ea typeface="Patrick Hand"/>
                <a:cs typeface="Patrick Hand"/>
                <a:sym typeface="Patrick Hand"/>
              </a:rPr>
              <a:t> 5 2</a:t>
            </a:r>
            <a:endParaRPr b="0" i="0" sz="1400" u="none" cap="none" strike="noStrike">
              <a:solidFill>
                <a:srgbClr val="000000"/>
              </a:solidFill>
              <a:latin typeface="Arial"/>
              <a:ea typeface="Arial"/>
              <a:cs typeface="Arial"/>
              <a:sym typeface="Arial"/>
            </a:endParaRPr>
          </a:p>
        </p:txBody>
      </p:sp>
      <p:sp>
        <p:nvSpPr>
          <p:cNvPr id="274" name="Google Shape;274;g260dc0a9a77_0_247"/>
          <p:cNvSpPr txBox="1"/>
          <p:nvPr/>
        </p:nvSpPr>
        <p:spPr>
          <a:xfrm>
            <a:off x="2349900" y="18029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75" name="Google Shape;275;g260dc0a9a77_0_247"/>
          <p:cNvSpPr txBox="1"/>
          <p:nvPr/>
        </p:nvSpPr>
        <p:spPr>
          <a:xfrm>
            <a:off x="5619425" y="18159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76" name="Google Shape;276;g260dc0a9a77_0_247"/>
          <p:cNvSpPr txBox="1"/>
          <p:nvPr/>
        </p:nvSpPr>
        <p:spPr>
          <a:xfrm>
            <a:off x="9256775" y="1790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77" name="Google Shape;277;g260dc0a9a77_0_247"/>
          <p:cNvSpPr txBox="1"/>
          <p:nvPr/>
        </p:nvSpPr>
        <p:spPr>
          <a:xfrm>
            <a:off x="2683100" y="40097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 </a:t>
            </a:r>
            <a:endParaRPr b="0" i="0" sz="1200" u="none" cap="none" strike="noStrike">
              <a:solidFill>
                <a:srgbClr val="FF0000"/>
              </a:solidFill>
              <a:latin typeface="Arial"/>
              <a:ea typeface="Arial"/>
              <a:cs typeface="Arial"/>
              <a:sym typeface="Arial"/>
            </a:endParaRPr>
          </a:p>
        </p:txBody>
      </p:sp>
      <p:sp>
        <p:nvSpPr>
          <p:cNvPr id="278" name="Google Shape;278;g260dc0a9a77_0_247"/>
          <p:cNvSpPr txBox="1"/>
          <p:nvPr/>
        </p:nvSpPr>
        <p:spPr>
          <a:xfrm>
            <a:off x="5390825" y="40097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79" name="Google Shape;279;g260dc0a9a77_0_247"/>
          <p:cNvSpPr txBox="1"/>
          <p:nvPr/>
        </p:nvSpPr>
        <p:spPr>
          <a:xfrm>
            <a:off x="5741600"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80" name="Google Shape;280;g260dc0a9a77_0_247"/>
          <p:cNvSpPr txBox="1"/>
          <p:nvPr/>
        </p:nvSpPr>
        <p:spPr>
          <a:xfrm>
            <a:off x="9256775"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81" name="Google Shape;281;g260dc0a9a77_0_247"/>
          <p:cNvSpPr txBox="1"/>
          <p:nvPr/>
        </p:nvSpPr>
        <p:spPr>
          <a:xfrm>
            <a:off x="8972225" y="40763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pic>
        <p:nvPicPr>
          <p:cNvPr id="282" name="Google Shape;282;g260dc0a9a77_0_247"/>
          <p:cNvPicPr preferRelativeResize="0"/>
          <p:nvPr/>
        </p:nvPicPr>
        <p:blipFill>
          <a:blip r:embed="rId4">
            <a:alphaModFix/>
          </a:blip>
          <a:stretch>
            <a:fillRect/>
          </a:stretch>
        </p:blipFill>
        <p:spPr>
          <a:xfrm>
            <a:off x="11039425"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2aedd0c0fd5_2_63"/>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288" name="Google Shape;288;g2aedd0c0fd5_2_63"/>
          <p:cNvSpPr txBox="1"/>
          <p:nvPr/>
        </p:nvSpPr>
        <p:spPr>
          <a:xfrm>
            <a:off x="6006967" y="3512859"/>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https://forms.gle/586eKmaGiTug4s21A</a:t>
            </a:r>
            <a:r>
              <a:rPr b="1" lang="es-ES" sz="1900">
                <a:latin typeface="Calibri"/>
                <a:ea typeface="Calibri"/>
                <a:cs typeface="Calibri"/>
                <a:sym typeface="Calibri"/>
              </a:rPr>
              <a:t> </a:t>
            </a:r>
            <a:endParaRPr sz="1900"/>
          </a:p>
        </p:txBody>
      </p:sp>
      <p:sp>
        <p:nvSpPr>
          <p:cNvPr id="289" name="Google Shape;289;g2aedd0c0fd5_2_63"/>
          <p:cNvSpPr txBox="1"/>
          <p:nvPr/>
        </p:nvSpPr>
        <p:spPr>
          <a:xfrm>
            <a:off x="65624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3) ¿Cuál es el resultado?</a:t>
            </a:r>
            <a:endParaRPr sz="1900"/>
          </a:p>
        </p:txBody>
      </p:sp>
      <p:sp>
        <p:nvSpPr>
          <p:cNvPr id="290" name="Google Shape;290;g2aedd0c0fd5_2_63"/>
          <p:cNvSpPr txBox="1"/>
          <p:nvPr/>
        </p:nvSpPr>
        <p:spPr>
          <a:xfrm>
            <a:off x="1046967"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¿Cuál es el resultado?</a:t>
            </a:r>
            <a:endParaRPr sz="1900"/>
          </a:p>
        </p:txBody>
      </p:sp>
      <p:sp>
        <p:nvSpPr>
          <p:cNvPr id="291" name="Google Shape;291;g2aedd0c0fd5_2_63"/>
          <p:cNvSpPr txBox="1"/>
          <p:nvPr/>
        </p:nvSpPr>
        <p:spPr>
          <a:xfrm>
            <a:off x="1916170" y="1789000"/>
            <a:ext cx="2602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2</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4</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7</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Clr>
                <a:srgbClr val="000000"/>
              </a:buClr>
              <a:buSzPts val="4500"/>
              <a:buFont typeface="Patrick Hand"/>
              <a:buChar char="+"/>
            </a:pPr>
            <a:r>
              <a:rPr lang="es-ES" sz="4500">
                <a:latin typeface="Patrick Hand"/>
                <a:ea typeface="Patrick Hand"/>
                <a:cs typeface="Patrick Hand"/>
                <a:sym typeface="Patrick Hand"/>
              </a:rPr>
              <a:t>3  5 </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3 </a:t>
            </a:r>
            <a:endParaRPr b="0" i="0" sz="4500" u="none" cap="none" strike="noStrike">
              <a:solidFill>
                <a:srgbClr val="000000"/>
              </a:solidFill>
              <a:latin typeface="Patrick Hand"/>
              <a:ea typeface="Patrick Hand"/>
              <a:cs typeface="Patrick Hand"/>
              <a:sym typeface="Patrick Hand"/>
            </a:endParaRPr>
          </a:p>
        </p:txBody>
      </p:sp>
      <p:cxnSp>
        <p:nvCxnSpPr>
          <p:cNvPr id="292" name="Google Shape;292;g2aedd0c0fd5_2_63"/>
          <p:cNvCxnSpPr/>
          <p:nvPr/>
        </p:nvCxnSpPr>
        <p:spPr>
          <a:xfrm>
            <a:off x="2244150" y="3305083"/>
            <a:ext cx="2191500" cy="0"/>
          </a:xfrm>
          <a:prstGeom prst="straightConnector1">
            <a:avLst/>
          </a:prstGeom>
          <a:noFill/>
          <a:ln cap="flat" cmpd="sng" w="9525">
            <a:solidFill>
              <a:srgbClr val="000000"/>
            </a:solidFill>
            <a:prstDash val="solid"/>
            <a:round/>
            <a:headEnd len="sm" w="sm" type="none"/>
            <a:tailEnd len="sm" w="sm" type="none"/>
          </a:ln>
        </p:spPr>
      </p:cxnSp>
      <p:sp>
        <p:nvSpPr>
          <p:cNvPr id="293" name="Google Shape;293;g2aedd0c0fd5_2_63"/>
          <p:cNvSpPr txBox="1"/>
          <p:nvPr/>
        </p:nvSpPr>
        <p:spPr>
          <a:xfrm>
            <a:off x="7631170" y="1789000"/>
            <a:ext cx="2602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 7</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9</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9</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Clr>
                <a:srgbClr val="000000"/>
              </a:buClr>
              <a:buSzPts val="4500"/>
              <a:buFont typeface="Patrick Hand"/>
              <a:buChar char="+"/>
            </a:pPr>
            <a:r>
              <a:rPr lang="es-ES" sz="4500">
                <a:latin typeface="Patrick Hand"/>
                <a:ea typeface="Patrick Hand"/>
                <a:cs typeface="Patrick Hand"/>
                <a:sym typeface="Patrick Hand"/>
              </a:rPr>
              <a:t> 1  9 </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9 </a:t>
            </a:r>
            <a:endParaRPr b="0" i="0" sz="4500" u="none" cap="none" strike="noStrike">
              <a:solidFill>
                <a:srgbClr val="000000"/>
              </a:solidFill>
              <a:latin typeface="Patrick Hand"/>
              <a:ea typeface="Patrick Hand"/>
              <a:cs typeface="Patrick Hand"/>
              <a:sym typeface="Patrick Hand"/>
            </a:endParaRPr>
          </a:p>
        </p:txBody>
      </p:sp>
      <p:cxnSp>
        <p:nvCxnSpPr>
          <p:cNvPr id="294" name="Google Shape;294;g2aedd0c0fd5_2_63"/>
          <p:cNvCxnSpPr/>
          <p:nvPr/>
        </p:nvCxnSpPr>
        <p:spPr>
          <a:xfrm>
            <a:off x="7959150" y="3305083"/>
            <a:ext cx="2191500" cy="0"/>
          </a:xfrm>
          <a:prstGeom prst="straightConnector1">
            <a:avLst/>
          </a:prstGeom>
          <a:noFill/>
          <a:ln cap="flat" cmpd="sng" w="9525">
            <a:solidFill>
              <a:srgbClr val="000000"/>
            </a:solidFill>
            <a:prstDash val="solid"/>
            <a:round/>
            <a:headEnd len="sm" w="sm" type="none"/>
            <a:tailEnd len="sm" w="sm" type="none"/>
          </a:ln>
        </p:spPr>
      </p:cxnSp>
      <p:sp>
        <p:nvSpPr>
          <p:cNvPr id="295" name="Google Shape;295;g2aedd0c0fd5_2_63"/>
          <p:cNvSpPr txBox="1"/>
          <p:nvPr/>
        </p:nvSpPr>
        <p:spPr>
          <a:xfrm>
            <a:off x="1046967" y="38026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¿Cuál es el resultado?</a:t>
            </a:r>
            <a:endParaRPr sz="1900"/>
          </a:p>
        </p:txBody>
      </p:sp>
      <p:sp>
        <p:nvSpPr>
          <p:cNvPr id="296" name="Google Shape;296;g2aedd0c0fd5_2_63"/>
          <p:cNvSpPr txBox="1"/>
          <p:nvPr/>
        </p:nvSpPr>
        <p:spPr>
          <a:xfrm>
            <a:off x="2115737" y="4376900"/>
            <a:ext cx="2602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 6</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3</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2</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Clr>
                <a:srgbClr val="000000"/>
              </a:buClr>
              <a:buSzPts val="4500"/>
              <a:buFont typeface="Patrick Hand"/>
              <a:buChar char="+"/>
            </a:pPr>
            <a:r>
              <a:rPr lang="es-ES" sz="4500">
                <a:latin typeface="Patrick Hand"/>
                <a:ea typeface="Patrick Hand"/>
                <a:cs typeface="Patrick Hand"/>
                <a:sym typeface="Patrick Hand"/>
              </a:rPr>
              <a:t>1  7</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4 </a:t>
            </a:r>
            <a:endParaRPr b="0" i="0" sz="4500" u="none" cap="none" strike="noStrike">
              <a:solidFill>
                <a:srgbClr val="000000"/>
              </a:solidFill>
              <a:latin typeface="Patrick Hand"/>
              <a:ea typeface="Patrick Hand"/>
              <a:cs typeface="Patrick Hand"/>
              <a:sym typeface="Patrick Hand"/>
            </a:endParaRPr>
          </a:p>
        </p:txBody>
      </p:sp>
      <p:cxnSp>
        <p:nvCxnSpPr>
          <p:cNvPr id="297" name="Google Shape;297;g2aedd0c0fd5_2_63"/>
          <p:cNvCxnSpPr/>
          <p:nvPr/>
        </p:nvCxnSpPr>
        <p:spPr>
          <a:xfrm>
            <a:off x="2443717" y="5892983"/>
            <a:ext cx="2191500" cy="0"/>
          </a:xfrm>
          <a:prstGeom prst="straightConnector1">
            <a:avLst/>
          </a:prstGeom>
          <a:noFill/>
          <a:ln cap="flat" cmpd="sng" w="9525">
            <a:solidFill>
              <a:srgbClr val="000000"/>
            </a:solidFill>
            <a:prstDash val="solid"/>
            <a:round/>
            <a:headEnd len="sm" w="sm" type="none"/>
            <a:tailEnd len="sm" w="sm" type="none"/>
          </a:ln>
        </p:spPr>
      </p:cxnSp>
      <p:pic>
        <p:nvPicPr>
          <p:cNvPr id="298" name="Google Shape;298;g2aedd0c0fd5_2_63"/>
          <p:cNvPicPr preferRelativeResize="0"/>
          <p:nvPr/>
        </p:nvPicPr>
        <p:blipFill rotWithShape="1">
          <a:blip r:embed="rId4">
            <a:alphaModFix/>
          </a:blip>
          <a:srcRect b="8561" l="8561" r="8561" t="8561"/>
          <a:stretch/>
        </p:blipFill>
        <p:spPr>
          <a:xfrm>
            <a:off x="7834633" y="4210467"/>
            <a:ext cx="2195466" cy="2195466"/>
          </a:xfrm>
          <a:prstGeom prst="rect">
            <a:avLst/>
          </a:prstGeom>
          <a:noFill/>
          <a:ln>
            <a:noFill/>
          </a:ln>
        </p:spPr>
      </p:pic>
      <p:pic>
        <p:nvPicPr>
          <p:cNvPr id="299" name="Google Shape;299;g2aedd0c0fd5_2_63"/>
          <p:cNvPicPr preferRelativeResize="0"/>
          <p:nvPr/>
        </p:nvPicPr>
        <p:blipFill>
          <a:blip r:embed="rId5">
            <a:alphaModFix/>
          </a:blip>
          <a:stretch>
            <a:fillRect/>
          </a:stretch>
        </p:blipFill>
        <p:spPr>
          <a:xfrm>
            <a:off x="11039425" y="521693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