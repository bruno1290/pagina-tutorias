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y="6858000" cx="12192000"/>
  <p:notesSz cx="6858000" cy="9144000"/>
  <p:embeddedFontLst>
    <p:embeddedFont>
      <p:font typeface="Patrick Hand"/>
      <p:regular r:id="rId20"/>
    </p:embeddedFont>
    <p:embeddedFont>
      <p:font typeface="Poppins"/>
      <p:regular r:id="rId21"/>
      <p:bold r:id="rId22"/>
      <p:italic r:id="rId23"/>
      <p:boldItalic r:id="rId24"/>
    </p:embeddedFont>
    <p:embeddedFont>
      <p:font typeface="Poppins Light"/>
      <p:regular r:id="rId25"/>
      <p:bold r:id="rId26"/>
      <p:italic r:id="rId27"/>
      <p:boldItalic r:id="rId2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9" roundtripDataSignature="AMtx7mjJejoz3A6YYiHGKCXR1N1Q1yFqC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PatrickHand-regular.fntdata"/><Relationship Id="rId22" Type="http://schemas.openxmlformats.org/officeDocument/2006/relationships/font" Target="fonts/Poppins-bold.fntdata"/><Relationship Id="rId21" Type="http://schemas.openxmlformats.org/officeDocument/2006/relationships/font" Target="fonts/Poppins-regular.fntdata"/><Relationship Id="rId24" Type="http://schemas.openxmlformats.org/officeDocument/2006/relationships/font" Target="fonts/Poppins-boldItalic.fntdata"/><Relationship Id="rId23" Type="http://schemas.openxmlformats.org/officeDocument/2006/relationships/font" Target="fonts/Poppins-italic.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4.xml"/><Relationship Id="rId26" Type="http://schemas.openxmlformats.org/officeDocument/2006/relationships/font" Target="fonts/PoppinsLight-bold.fntdata"/><Relationship Id="rId25" Type="http://schemas.openxmlformats.org/officeDocument/2006/relationships/font" Target="fonts/PoppinsLight-regular.fntdata"/><Relationship Id="rId28" Type="http://schemas.openxmlformats.org/officeDocument/2006/relationships/font" Target="fonts/PoppinsLight-boldItalic.fntdata"/><Relationship Id="rId27" Type="http://schemas.openxmlformats.org/officeDocument/2006/relationships/font" Target="fonts/PoppinsLight-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customschemas.google.com/relationships/presentationmetadata" Target="metadata"/><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9" name="Google Shape;129;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3439243255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3343924325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3439243255_0_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33439243255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3439243255_0_10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33439243255_0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3439243255_0_1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33439243255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6" name="Google Shape;176;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337c34b9724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337c34b972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2" name="Google Shape;192;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2600947766c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4" name="Google Shape;204;g2600947766c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2600947766c_0_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0" name="Google Shape;220;g2600947766c_0_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267aa26f3a0_0_16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9" name="Google Shape;239;g267aa26f3a0_0_16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g267aa26f3a0_0_2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7" name="Google Shape;277;g267aa26f3a0_0_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g267aa26f3a0_0_28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8" name="Google Shape;348;g267aa26f3a0_0_28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g2aeda735e30_0_8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b="1"/>
          </a:p>
          <a:p>
            <a:pPr indent="0" lvl="0" marL="0" rtl="0" algn="l">
              <a:lnSpc>
                <a:spcPct val="100000"/>
              </a:lnSpc>
              <a:spcBef>
                <a:spcPts val="0"/>
              </a:spcBef>
              <a:spcAft>
                <a:spcPts val="0"/>
              </a:spcAft>
              <a:buSzPts val="1100"/>
              <a:buNone/>
            </a:pPr>
            <a:r>
              <a:t/>
            </a:r>
            <a:endParaRPr/>
          </a:p>
        </p:txBody>
      </p:sp>
      <p:sp>
        <p:nvSpPr>
          <p:cNvPr id="359" name="Google Shape;359;g2aeda735e30_0_8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type="title">
  <p:cSld name="TITLE">
    <p:spTree>
      <p:nvGrpSpPr>
        <p:cNvPr id="11" name="Shape 11"/>
        <p:cNvGrpSpPr/>
        <p:nvPr/>
      </p:nvGrpSpPr>
      <p:grpSpPr>
        <a:xfrm>
          <a:off x="0" y="0"/>
          <a:ext cx="0" cy="0"/>
          <a:chOff x="0" y="0"/>
          <a:chExt cx="0" cy="0"/>
        </a:xfrm>
      </p:grpSpPr>
      <p:sp>
        <p:nvSpPr>
          <p:cNvPr id="12" name="Google Shape;12;p12"/>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12"/>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17" name="Shape 17"/>
        <p:cNvGrpSpPr/>
        <p:nvPr/>
      </p:nvGrpSpPr>
      <p:grpSpPr>
        <a:xfrm>
          <a:off x="0" y="0"/>
          <a:ext cx="0" cy="0"/>
          <a:chOff x="0" y="0"/>
          <a:chExt cx="0" cy="0"/>
        </a:xfrm>
      </p:grpSpPr>
      <p:sp>
        <p:nvSpPr>
          <p:cNvPr id="18" name="Google Shape;18;p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1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1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type="secHead">
  <p:cSld name="SECTION_HEADER">
    <p:spTree>
      <p:nvGrpSpPr>
        <p:cNvPr id="23" name="Shape 23"/>
        <p:cNvGrpSpPr/>
        <p:nvPr/>
      </p:nvGrpSpPr>
      <p:grpSpPr>
        <a:xfrm>
          <a:off x="0" y="0"/>
          <a:ext cx="0" cy="0"/>
          <a:chOff x="0" y="0"/>
          <a:chExt cx="0" cy="0"/>
        </a:xfrm>
      </p:grpSpPr>
      <p:sp>
        <p:nvSpPr>
          <p:cNvPr id="24" name="Google Shape;24;p1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1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6" name="Google Shape;26;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spTree>
      <p:nvGrpSpPr>
        <p:cNvPr id="29" name="Shape 29"/>
        <p:cNvGrpSpPr/>
        <p:nvPr/>
      </p:nvGrpSpPr>
      <p:grpSpPr>
        <a:xfrm>
          <a:off x="0" y="0"/>
          <a:ext cx="0" cy="0"/>
          <a:chOff x="0" y="0"/>
          <a:chExt cx="0" cy="0"/>
        </a:xfrm>
      </p:grpSpPr>
      <p:sp>
        <p:nvSpPr>
          <p:cNvPr id="30" name="Google Shape;30;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1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p1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36" name="Shape 36"/>
        <p:cNvGrpSpPr/>
        <p:nvPr/>
      </p:nvGrpSpPr>
      <p:grpSpPr>
        <a:xfrm>
          <a:off x="0" y="0"/>
          <a:ext cx="0" cy="0"/>
          <a:chOff x="0" y="0"/>
          <a:chExt cx="0" cy="0"/>
        </a:xfrm>
      </p:grpSpPr>
      <p:sp>
        <p:nvSpPr>
          <p:cNvPr id="37" name="Google Shape;37;p1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1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9" name="Google Shape;39;p1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1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1" name="Google Shape;41;p1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el título" type="titleOnly">
  <p:cSld name="TITLE_ONLY">
    <p:spTree>
      <p:nvGrpSpPr>
        <p:cNvPr id="45" name="Shape 45"/>
        <p:cNvGrpSpPr/>
        <p:nvPr/>
      </p:nvGrpSpPr>
      <p:grpSpPr>
        <a:xfrm>
          <a:off x="0" y="0"/>
          <a:ext cx="0" cy="0"/>
          <a:chOff x="0" y="0"/>
          <a:chExt cx="0" cy="0"/>
        </a:xfrm>
      </p:grpSpPr>
      <p:sp>
        <p:nvSpPr>
          <p:cNvPr id="46" name="Google Shape;46;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type="blank">
  <p:cSld name="BLANK">
    <p:spTree>
      <p:nvGrpSpPr>
        <p:cNvPr id="50" name="Shape 50"/>
        <p:cNvGrpSpPr/>
        <p:nvPr/>
      </p:nvGrpSpPr>
      <p:grpSpPr>
        <a:xfrm>
          <a:off x="0" y="0"/>
          <a:ext cx="0" cy="0"/>
          <a:chOff x="0" y="0"/>
          <a:chExt cx="0" cy="0"/>
        </a:xfrm>
      </p:grpSpPr>
      <p:sp>
        <p:nvSpPr>
          <p:cNvPr id="51" name="Google Shape;51;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type="objTx">
  <p:cSld name="OBJECT_WITH_CAPTION_TEXT">
    <p:spTree>
      <p:nvGrpSpPr>
        <p:cNvPr id="54" name="Shape 54"/>
        <p:cNvGrpSpPr/>
        <p:nvPr/>
      </p:nvGrpSpPr>
      <p:grpSpPr>
        <a:xfrm>
          <a:off x="0" y="0"/>
          <a:ext cx="0" cy="0"/>
          <a:chOff x="0" y="0"/>
          <a:chExt cx="0" cy="0"/>
        </a:xfrm>
      </p:grpSpPr>
      <p:sp>
        <p:nvSpPr>
          <p:cNvPr id="55" name="Google Shape;55;p1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1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1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type="picTx">
  <p:cSld name="PICTURE_WITH_CAPTION_TEXT">
    <p:spTree>
      <p:nvGrpSpPr>
        <p:cNvPr id="61" name="Shape 61"/>
        <p:cNvGrpSpPr/>
        <p:nvPr/>
      </p:nvGrpSpPr>
      <p:grpSpPr>
        <a:xfrm>
          <a:off x="0" y="0"/>
          <a:ext cx="0" cy="0"/>
          <a:chOff x="0" y="0"/>
          <a:chExt cx="0" cy="0"/>
        </a:xfrm>
      </p:grpSpPr>
      <p:sp>
        <p:nvSpPr>
          <p:cNvPr id="62" name="Google Shape;62;p2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0"/>
          <p:cNvSpPr/>
          <p:nvPr>
            <p:ph idx="2" type="pic"/>
          </p:nvPr>
        </p:nvSpPr>
        <p:spPr>
          <a:xfrm>
            <a:off x="5183188" y="987425"/>
            <a:ext cx="6172200" cy="4873625"/>
          </a:xfrm>
          <a:prstGeom prst="rect">
            <a:avLst/>
          </a:prstGeom>
          <a:noFill/>
          <a:ln>
            <a:noFill/>
          </a:ln>
        </p:spPr>
      </p:sp>
      <p:sp>
        <p:nvSpPr>
          <p:cNvPr id="64" name="Google Shape;64;p2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68" name="Shape 68"/>
        <p:cNvGrpSpPr/>
        <p:nvPr/>
      </p:nvGrpSpPr>
      <p:grpSpPr>
        <a:xfrm>
          <a:off x="0" y="0"/>
          <a:ext cx="0" cy="0"/>
          <a:chOff x="0" y="0"/>
          <a:chExt cx="0" cy="0"/>
        </a:xfrm>
      </p:grpSpPr>
      <p:sp>
        <p:nvSpPr>
          <p:cNvPr id="69" name="Google Shape;69;p2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type="vertTitleAndTx">
  <p:cSld name="VERTICAL_TITLE_AND_VERTICAL_TEXT">
    <p:spTree>
      <p:nvGrpSpPr>
        <p:cNvPr id="74" name="Shape 74"/>
        <p:cNvGrpSpPr/>
        <p:nvPr/>
      </p:nvGrpSpPr>
      <p:grpSpPr>
        <a:xfrm>
          <a:off x="0" y="0"/>
          <a:ext cx="0" cy="0"/>
          <a:chOff x="0" y="0"/>
          <a:chExt cx="0" cy="0"/>
        </a:xfrm>
      </p:grpSpPr>
      <p:sp>
        <p:nvSpPr>
          <p:cNvPr id="75" name="Google Shape;75;p2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84" name="Shape 84"/>
        <p:cNvGrpSpPr/>
        <p:nvPr/>
      </p:nvGrpSpPr>
      <p:grpSpPr>
        <a:xfrm>
          <a:off x="0" y="0"/>
          <a:ext cx="0" cy="0"/>
          <a:chOff x="0" y="0"/>
          <a:chExt cx="0" cy="0"/>
        </a:xfrm>
      </p:grpSpPr>
      <p:sp>
        <p:nvSpPr>
          <p:cNvPr id="85" name="Google Shape;85;g2aeda735e30_0_133"/>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rtl="0" algn="l">
              <a:lnSpc>
                <a:spcPct val="90000"/>
              </a:lnSpc>
              <a:spcBef>
                <a:spcPts val="0"/>
              </a:spcBef>
              <a:spcAft>
                <a:spcPts val="0"/>
              </a:spcAft>
              <a:buClr>
                <a:schemeClr val="dk1"/>
              </a:buClr>
              <a:buSzPts val="1900"/>
              <a:buNone/>
              <a:defRPr/>
            </a:lvl1pPr>
            <a:lvl2pPr lvl="1" rtl="0" algn="l">
              <a:lnSpc>
                <a:spcPct val="100000"/>
              </a:lnSpc>
              <a:spcBef>
                <a:spcPts val="0"/>
              </a:spcBef>
              <a:spcAft>
                <a:spcPts val="0"/>
              </a:spcAft>
              <a:buSzPts val="1500"/>
              <a:buNone/>
              <a:defRPr/>
            </a:lvl2pPr>
            <a:lvl3pPr lvl="2" rtl="0" algn="l">
              <a:lnSpc>
                <a:spcPct val="100000"/>
              </a:lnSpc>
              <a:spcBef>
                <a:spcPts val="0"/>
              </a:spcBef>
              <a:spcAft>
                <a:spcPts val="0"/>
              </a:spcAft>
              <a:buSzPts val="1500"/>
              <a:buNone/>
              <a:defRPr/>
            </a:lvl3pPr>
            <a:lvl4pPr lvl="3" rtl="0" algn="l">
              <a:lnSpc>
                <a:spcPct val="100000"/>
              </a:lnSpc>
              <a:spcBef>
                <a:spcPts val="0"/>
              </a:spcBef>
              <a:spcAft>
                <a:spcPts val="0"/>
              </a:spcAft>
              <a:buSzPts val="1500"/>
              <a:buNone/>
              <a:defRPr/>
            </a:lvl4pPr>
            <a:lvl5pPr lvl="4" rtl="0" algn="l">
              <a:lnSpc>
                <a:spcPct val="100000"/>
              </a:lnSpc>
              <a:spcBef>
                <a:spcPts val="0"/>
              </a:spcBef>
              <a:spcAft>
                <a:spcPts val="0"/>
              </a:spcAft>
              <a:buSzPts val="1500"/>
              <a:buNone/>
              <a:defRPr/>
            </a:lvl5pPr>
            <a:lvl6pPr lvl="5" rtl="0" algn="l">
              <a:lnSpc>
                <a:spcPct val="100000"/>
              </a:lnSpc>
              <a:spcBef>
                <a:spcPts val="0"/>
              </a:spcBef>
              <a:spcAft>
                <a:spcPts val="0"/>
              </a:spcAft>
              <a:buSzPts val="1500"/>
              <a:buNone/>
              <a:defRPr/>
            </a:lvl6pPr>
            <a:lvl7pPr lvl="6" rtl="0" algn="l">
              <a:lnSpc>
                <a:spcPct val="100000"/>
              </a:lnSpc>
              <a:spcBef>
                <a:spcPts val="0"/>
              </a:spcBef>
              <a:spcAft>
                <a:spcPts val="0"/>
              </a:spcAft>
              <a:buSzPts val="1500"/>
              <a:buNone/>
              <a:defRPr/>
            </a:lvl7pPr>
            <a:lvl8pPr lvl="7" rtl="0" algn="l">
              <a:lnSpc>
                <a:spcPct val="100000"/>
              </a:lnSpc>
              <a:spcBef>
                <a:spcPts val="0"/>
              </a:spcBef>
              <a:spcAft>
                <a:spcPts val="0"/>
              </a:spcAft>
              <a:buSzPts val="1500"/>
              <a:buNone/>
              <a:defRPr/>
            </a:lvl8pPr>
            <a:lvl9pPr lvl="8" rtl="0" algn="l">
              <a:lnSpc>
                <a:spcPct val="100000"/>
              </a:lnSpc>
              <a:spcBef>
                <a:spcPts val="0"/>
              </a:spcBef>
              <a:spcAft>
                <a:spcPts val="0"/>
              </a:spcAft>
              <a:buSzPts val="1500"/>
              <a:buNone/>
              <a:defRPr/>
            </a:lvl9pPr>
          </a:lstStyle>
          <a:p/>
        </p:txBody>
      </p:sp>
      <p:sp>
        <p:nvSpPr>
          <p:cNvPr id="86" name="Google Shape;86;g2aeda735e30_0_133"/>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lvl1pPr indent="-349250" lvl="0" marL="457200" rtl="0" algn="l">
              <a:lnSpc>
                <a:spcPct val="90000"/>
              </a:lnSpc>
              <a:spcBef>
                <a:spcPts val="1100"/>
              </a:spcBef>
              <a:spcAft>
                <a:spcPts val="0"/>
              </a:spcAft>
              <a:buClr>
                <a:schemeClr val="dk1"/>
              </a:buClr>
              <a:buSzPts val="1900"/>
              <a:buChar char="•"/>
              <a:defRPr/>
            </a:lvl1pPr>
            <a:lvl2pPr indent="-349250" lvl="1" marL="914400" rtl="0" algn="l">
              <a:lnSpc>
                <a:spcPct val="90000"/>
              </a:lnSpc>
              <a:spcBef>
                <a:spcPts val="500"/>
              </a:spcBef>
              <a:spcAft>
                <a:spcPts val="0"/>
              </a:spcAft>
              <a:buClr>
                <a:schemeClr val="dk1"/>
              </a:buClr>
              <a:buSzPts val="1900"/>
              <a:buChar char="•"/>
              <a:defRPr/>
            </a:lvl2pPr>
            <a:lvl3pPr indent="-349250" lvl="2" marL="1371600" rtl="0" algn="l">
              <a:lnSpc>
                <a:spcPct val="90000"/>
              </a:lnSpc>
              <a:spcBef>
                <a:spcPts val="500"/>
              </a:spcBef>
              <a:spcAft>
                <a:spcPts val="0"/>
              </a:spcAft>
              <a:buClr>
                <a:schemeClr val="dk1"/>
              </a:buClr>
              <a:buSzPts val="1900"/>
              <a:buChar char="•"/>
              <a:defRPr/>
            </a:lvl3pPr>
            <a:lvl4pPr indent="-349250" lvl="3" marL="1828800" rtl="0" algn="l">
              <a:lnSpc>
                <a:spcPct val="90000"/>
              </a:lnSpc>
              <a:spcBef>
                <a:spcPts val="500"/>
              </a:spcBef>
              <a:spcAft>
                <a:spcPts val="0"/>
              </a:spcAft>
              <a:buClr>
                <a:schemeClr val="dk1"/>
              </a:buClr>
              <a:buSzPts val="1900"/>
              <a:buChar char="•"/>
              <a:defRPr/>
            </a:lvl4pPr>
            <a:lvl5pPr indent="-349250" lvl="4" marL="2286000" rtl="0" algn="l">
              <a:lnSpc>
                <a:spcPct val="90000"/>
              </a:lnSpc>
              <a:spcBef>
                <a:spcPts val="500"/>
              </a:spcBef>
              <a:spcAft>
                <a:spcPts val="0"/>
              </a:spcAft>
              <a:buClr>
                <a:schemeClr val="dk1"/>
              </a:buClr>
              <a:buSzPts val="1900"/>
              <a:buChar char="•"/>
              <a:defRPr/>
            </a:lvl5pPr>
            <a:lvl6pPr indent="-349250" lvl="5" marL="2743200" rtl="0" algn="l">
              <a:lnSpc>
                <a:spcPct val="90000"/>
              </a:lnSpc>
              <a:spcBef>
                <a:spcPts val="500"/>
              </a:spcBef>
              <a:spcAft>
                <a:spcPts val="0"/>
              </a:spcAft>
              <a:buClr>
                <a:schemeClr val="dk1"/>
              </a:buClr>
              <a:buSzPts val="1900"/>
              <a:buChar char="•"/>
              <a:defRPr/>
            </a:lvl6pPr>
            <a:lvl7pPr indent="-349250" lvl="6" marL="3200400" rtl="0" algn="l">
              <a:lnSpc>
                <a:spcPct val="90000"/>
              </a:lnSpc>
              <a:spcBef>
                <a:spcPts val="500"/>
              </a:spcBef>
              <a:spcAft>
                <a:spcPts val="0"/>
              </a:spcAft>
              <a:buClr>
                <a:schemeClr val="dk1"/>
              </a:buClr>
              <a:buSzPts val="1900"/>
              <a:buChar char="•"/>
              <a:defRPr/>
            </a:lvl7pPr>
            <a:lvl8pPr indent="-349250" lvl="7" marL="3657600" rtl="0" algn="l">
              <a:lnSpc>
                <a:spcPct val="90000"/>
              </a:lnSpc>
              <a:spcBef>
                <a:spcPts val="500"/>
              </a:spcBef>
              <a:spcAft>
                <a:spcPts val="0"/>
              </a:spcAft>
              <a:buClr>
                <a:schemeClr val="dk1"/>
              </a:buClr>
              <a:buSzPts val="1900"/>
              <a:buChar char="•"/>
              <a:defRPr/>
            </a:lvl8pPr>
            <a:lvl9pPr indent="-349250" lvl="8" marL="4114800" rtl="0" algn="l">
              <a:lnSpc>
                <a:spcPct val="90000"/>
              </a:lnSpc>
              <a:spcBef>
                <a:spcPts val="500"/>
              </a:spcBef>
              <a:spcAft>
                <a:spcPts val="0"/>
              </a:spcAft>
              <a:buClr>
                <a:schemeClr val="dk1"/>
              </a:buClr>
              <a:buSzPts val="1900"/>
              <a:buChar char="•"/>
              <a:defRPr/>
            </a:lvl9pPr>
          </a:lstStyle>
          <a:p/>
        </p:txBody>
      </p:sp>
      <p:sp>
        <p:nvSpPr>
          <p:cNvPr id="87" name="Google Shape;87;g2aeda735e30_0_133"/>
          <p:cNvSpPr txBox="1"/>
          <p:nvPr>
            <p:ph idx="10" type="dt"/>
          </p:nvPr>
        </p:nvSpPr>
        <p:spPr>
          <a:xfrm>
            <a:off x="838200" y="6356351"/>
            <a:ext cx="2743200" cy="3651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9pPr>
          </a:lstStyle>
          <a:p/>
        </p:txBody>
      </p:sp>
      <p:sp>
        <p:nvSpPr>
          <p:cNvPr id="88" name="Google Shape;88;g2aeda735e30_0_133"/>
          <p:cNvSpPr txBox="1"/>
          <p:nvPr>
            <p:ph idx="11" type="ftr"/>
          </p:nvPr>
        </p:nvSpPr>
        <p:spPr>
          <a:xfrm>
            <a:off x="4038600" y="6356351"/>
            <a:ext cx="4114800" cy="3651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9pPr>
          </a:lstStyle>
          <a:p/>
        </p:txBody>
      </p:sp>
      <p:sp>
        <p:nvSpPr>
          <p:cNvPr id="89" name="Google Shape;89;g2aeda735e30_0_133"/>
          <p:cNvSpPr txBox="1"/>
          <p:nvPr>
            <p:ph idx="12" type="sldNum"/>
          </p:nvPr>
        </p:nvSpPr>
        <p:spPr>
          <a:xfrm>
            <a:off x="8610600" y="6356351"/>
            <a:ext cx="2743200" cy="3651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0" name="Shape 90"/>
        <p:cNvGrpSpPr/>
        <p:nvPr/>
      </p:nvGrpSpPr>
      <p:grpSpPr>
        <a:xfrm>
          <a:off x="0" y="0"/>
          <a:ext cx="0" cy="0"/>
          <a:chOff x="0" y="0"/>
          <a:chExt cx="0" cy="0"/>
        </a:xfrm>
      </p:grpSpPr>
      <p:sp>
        <p:nvSpPr>
          <p:cNvPr id="91" name="Google Shape;91;g2aeda735e30_0_139"/>
          <p:cNvSpPr txBox="1"/>
          <p:nvPr>
            <p:ph type="ctrTitle"/>
          </p:nvPr>
        </p:nvSpPr>
        <p:spPr>
          <a:xfrm>
            <a:off x="415611" y="992767"/>
            <a:ext cx="11360700" cy="2736900"/>
          </a:xfrm>
          <a:prstGeom prst="rect">
            <a:avLst/>
          </a:prstGeom>
          <a:noFill/>
          <a:ln>
            <a:noFill/>
          </a:ln>
        </p:spPr>
        <p:txBody>
          <a:bodyPr anchorCtr="0" anchor="b" bIns="121900" lIns="121900" spcFirstLastPara="1" rIns="121900" wrap="square" tIns="121900">
            <a:normAutofit/>
          </a:bodyPr>
          <a:lstStyle>
            <a:lvl1pPr lvl="0" rtl="0" algn="ctr">
              <a:lnSpc>
                <a:spcPct val="100000"/>
              </a:lnSpc>
              <a:spcBef>
                <a:spcPts val="0"/>
              </a:spcBef>
              <a:spcAft>
                <a:spcPts val="0"/>
              </a:spcAft>
              <a:buSzPts val="6900"/>
              <a:buNone/>
              <a:defRPr sz="6900"/>
            </a:lvl1pPr>
            <a:lvl2pPr lvl="1" rtl="0" algn="ctr">
              <a:lnSpc>
                <a:spcPct val="100000"/>
              </a:lnSpc>
              <a:spcBef>
                <a:spcPts val="0"/>
              </a:spcBef>
              <a:spcAft>
                <a:spcPts val="0"/>
              </a:spcAft>
              <a:buSzPts val="6900"/>
              <a:buNone/>
              <a:defRPr sz="6900"/>
            </a:lvl2pPr>
            <a:lvl3pPr lvl="2" rtl="0" algn="ctr">
              <a:lnSpc>
                <a:spcPct val="100000"/>
              </a:lnSpc>
              <a:spcBef>
                <a:spcPts val="0"/>
              </a:spcBef>
              <a:spcAft>
                <a:spcPts val="0"/>
              </a:spcAft>
              <a:buSzPts val="6900"/>
              <a:buNone/>
              <a:defRPr sz="6900"/>
            </a:lvl3pPr>
            <a:lvl4pPr lvl="3" rtl="0" algn="ctr">
              <a:lnSpc>
                <a:spcPct val="100000"/>
              </a:lnSpc>
              <a:spcBef>
                <a:spcPts val="0"/>
              </a:spcBef>
              <a:spcAft>
                <a:spcPts val="0"/>
              </a:spcAft>
              <a:buSzPts val="6900"/>
              <a:buNone/>
              <a:defRPr sz="6900"/>
            </a:lvl4pPr>
            <a:lvl5pPr lvl="4" rtl="0" algn="ctr">
              <a:lnSpc>
                <a:spcPct val="100000"/>
              </a:lnSpc>
              <a:spcBef>
                <a:spcPts val="0"/>
              </a:spcBef>
              <a:spcAft>
                <a:spcPts val="0"/>
              </a:spcAft>
              <a:buSzPts val="6900"/>
              <a:buNone/>
              <a:defRPr sz="6900"/>
            </a:lvl5pPr>
            <a:lvl6pPr lvl="5" rtl="0" algn="ctr">
              <a:lnSpc>
                <a:spcPct val="100000"/>
              </a:lnSpc>
              <a:spcBef>
                <a:spcPts val="0"/>
              </a:spcBef>
              <a:spcAft>
                <a:spcPts val="0"/>
              </a:spcAft>
              <a:buSzPts val="6900"/>
              <a:buNone/>
              <a:defRPr sz="6900"/>
            </a:lvl6pPr>
            <a:lvl7pPr lvl="6" rtl="0" algn="ctr">
              <a:lnSpc>
                <a:spcPct val="100000"/>
              </a:lnSpc>
              <a:spcBef>
                <a:spcPts val="0"/>
              </a:spcBef>
              <a:spcAft>
                <a:spcPts val="0"/>
              </a:spcAft>
              <a:buSzPts val="6900"/>
              <a:buNone/>
              <a:defRPr sz="6900"/>
            </a:lvl7pPr>
            <a:lvl8pPr lvl="7" rtl="0" algn="ctr">
              <a:lnSpc>
                <a:spcPct val="100000"/>
              </a:lnSpc>
              <a:spcBef>
                <a:spcPts val="0"/>
              </a:spcBef>
              <a:spcAft>
                <a:spcPts val="0"/>
              </a:spcAft>
              <a:buSzPts val="6900"/>
              <a:buNone/>
              <a:defRPr sz="6900"/>
            </a:lvl8pPr>
            <a:lvl9pPr lvl="8" rtl="0" algn="ctr">
              <a:lnSpc>
                <a:spcPct val="100000"/>
              </a:lnSpc>
              <a:spcBef>
                <a:spcPts val="0"/>
              </a:spcBef>
              <a:spcAft>
                <a:spcPts val="0"/>
              </a:spcAft>
              <a:buSzPts val="6900"/>
              <a:buNone/>
              <a:defRPr sz="6900"/>
            </a:lvl9pPr>
          </a:lstStyle>
          <a:p/>
        </p:txBody>
      </p:sp>
      <p:sp>
        <p:nvSpPr>
          <p:cNvPr id="92" name="Google Shape;92;g2aeda735e30_0_139"/>
          <p:cNvSpPr txBox="1"/>
          <p:nvPr>
            <p:ph idx="1" type="subTitle"/>
          </p:nvPr>
        </p:nvSpPr>
        <p:spPr>
          <a:xfrm>
            <a:off x="415600" y="3778833"/>
            <a:ext cx="11360700" cy="1056900"/>
          </a:xfrm>
          <a:prstGeom prst="rect">
            <a:avLst/>
          </a:prstGeom>
          <a:noFill/>
          <a:ln>
            <a:noFill/>
          </a:ln>
        </p:spPr>
        <p:txBody>
          <a:bodyPr anchorCtr="0" anchor="t" bIns="121900" lIns="121900" spcFirstLastPara="1" rIns="121900" wrap="square" tIns="121900">
            <a:normAutofit/>
          </a:bodyPr>
          <a:lstStyle>
            <a:lvl1pPr lvl="0" rtl="0" algn="ctr">
              <a:lnSpc>
                <a:spcPct val="100000"/>
              </a:lnSpc>
              <a:spcBef>
                <a:spcPts val="0"/>
              </a:spcBef>
              <a:spcAft>
                <a:spcPts val="0"/>
              </a:spcAft>
              <a:buSzPts val="3700"/>
              <a:buNone/>
              <a:defRPr sz="3700"/>
            </a:lvl1pPr>
            <a:lvl2pPr lvl="1" rtl="0" algn="ctr">
              <a:lnSpc>
                <a:spcPct val="100000"/>
              </a:lnSpc>
              <a:spcBef>
                <a:spcPts val="0"/>
              </a:spcBef>
              <a:spcAft>
                <a:spcPts val="0"/>
              </a:spcAft>
              <a:buSzPts val="3700"/>
              <a:buNone/>
              <a:defRPr sz="3700"/>
            </a:lvl2pPr>
            <a:lvl3pPr lvl="2" rtl="0" algn="ctr">
              <a:lnSpc>
                <a:spcPct val="100000"/>
              </a:lnSpc>
              <a:spcBef>
                <a:spcPts val="0"/>
              </a:spcBef>
              <a:spcAft>
                <a:spcPts val="0"/>
              </a:spcAft>
              <a:buSzPts val="3700"/>
              <a:buNone/>
              <a:defRPr sz="3700"/>
            </a:lvl3pPr>
            <a:lvl4pPr lvl="3" rtl="0" algn="ctr">
              <a:lnSpc>
                <a:spcPct val="100000"/>
              </a:lnSpc>
              <a:spcBef>
                <a:spcPts val="0"/>
              </a:spcBef>
              <a:spcAft>
                <a:spcPts val="0"/>
              </a:spcAft>
              <a:buSzPts val="3700"/>
              <a:buNone/>
              <a:defRPr sz="3700"/>
            </a:lvl4pPr>
            <a:lvl5pPr lvl="4" rtl="0" algn="ctr">
              <a:lnSpc>
                <a:spcPct val="100000"/>
              </a:lnSpc>
              <a:spcBef>
                <a:spcPts val="0"/>
              </a:spcBef>
              <a:spcAft>
                <a:spcPts val="0"/>
              </a:spcAft>
              <a:buSzPts val="3700"/>
              <a:buNone/>
              <a:defRPr sz="3700"/>
            </a:lvl5pPr>
            <a:lvl6pPr lvl="5" rtl="0" algn="ctr">
              <a:lnSpc>
                <a:spcPct val="100000"/>
              </a:lnSpc>
              <a:spcBef>
                <a:spcPts val="0"/>
              </a:spcBef>
              <a:spcAft>
                <a:spcPts val="0"/>
              </a:spcAft>
              <a:buSzPts val="3700"/>
              <a:buNone/>
              <a:defRPr sz="3700"/>
            </a:lvl6pPr>
            <a:lvl7pPr lvl="6" rtl="0" algn="ctr">
              <a:lnSpc>
                <a:spcPct val="100000"/>
              </a:lnSpc>
              <a:spcBef>
                <a:spcPts val="0"/>
              </a:spcBef>
              <a:spcAft>
                <a:spcPts val="0"/>
              </a:spcAft>
              <a:buSzPts val="3700"/>
              <a:buNone/>
              <a:defRPr sz="3700"/>
            </a:lvl7pPr>
            <a:lvl8pPr lvl="7" rtl="0" algn="ctr">
              <a:lnSpc>
                <a:spcPct val="100000"/>
              </a:lnSpc>
              <a:spcBef>
                <a:spcPts val="0"/>
              </a:spcBef>
              <a:spcAft>
                <a:spcPts val="0"/>
              </a:spcAft>
              <a:buSzPts val="3700"/>
              <a:buNone/>
              <a:defRPr sz="3700"/>
            </a:lvl8pPr>
            <a:lvl9pPr lvl="8" rtl="0" algn="ctr">
              <a:lnSpc>
                <a:spcPct val="100000"/>
              </a:lnSpc>
              <a:spcBef>
                <a:spcPts val="0"/>
              </a:spcBef>
              <a:spcAft>
                <a:spcPts val="0"/>
              </a:spcAft>
              <a:buSzPts val="3700"/>
              <a:buNone/>
              <a:defRPr sz="3700"/>
            </a:lvl9pPr>
          </a:lstStyle>
          <a:p/>
        </p:txBody>
      </p:sp>
      <p:sp>
        <p:nvSpPr>
          <p:cNvPr id="93" name="Google Shape;93;g2aeda735e30_0_139"/>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94" name="Shape 94"/>
        <p:cNvGrpSpPr/>
        <p:nvPr/>
      </p:nvGrpSpPr>
      <p:grpSpPr>
        <a:xfrm>
          <a:off x="0" y="0"/>
          <a:ext cx="0" cy="0"/>
          <a:chOff x="0" y="0"/>
          <a:chExt cx="0" cy="0"/>
        </a:xfrm>
      </p:grpSpPr>
      <p:sp>
        <p:nvSpPr>
          <p:cNvPr id="95" name="Google Shape;95;g2aeda735e30_0_143"/>
          <p:cNvSpPr txBox="1"/>
          <p:nvPr>
            <p:ph type="title"/>
          </p:nvPr>
        </p:nvSpPr>
        <p:spPr>
          <a:xfrm>
            <a:off x="415600" y="2867800"/>
            <a:ext cx="11360700" cy="1122300"/>
          </a:xfrm>
          <a:prstGeom prst="rect">
            <a:avLst/>
          </a:prstGeom>
          <a:noFill/>
          <a:ln>
            <a:noFill/>
          </a:ln>
        </p:spPr>
        <p:txBody>
          <a:bodyPr anchorCtr="0" anchor="ctr" bIns="121900" lIns="121900" spcFirstLastPara="1" rIns="121900" wrap="square" tIns="121900">
            <a:normAutofit/>
          </a:bodyPr>
          <a:lstStyle>
            <a:lvl1pPr lvl="0" rtl="0" algn="ctr">
              <a:lnSpc>
                <a:spcPct val="100000"/>
              </a:lnSpc>
              <a:spcBef>
                <a:spcPts val="0"/>
              </a:spcBef>
              <a:spcAft>
                <a:spcPts val="0"/>
              </a:spcAft>
              <a:buSzPts val="4800"/>
              <a:buNone/>
              <a:defRPr sz="4800"/>
            </a:lvl1pPr>
            <a:lvl2pPr lvl="1" rtl="0" algn="ctr">
              <a:lnSpc>
                <a:spcPct val="100000"/>
              </a:lnSpc>
              <a:spcBef>
                <a:spcPts val="0"/>
              </a:spcBef>
              <a:spcAft>
                <a:spcPts val="0"/>
              </a:spcAft>
              <a:buSzPts val="4800"/>
              <a:buNone/>
              <a:defRPr sz="4800"/>
            </a:lvl2pPr>
            <a:lvl3pPr lvl="2" rtl="0" algn="ctr">
              <a:lnSpc>
                <a:spcPct val="100000"/>
              </a:lnSpc>
              <a:spcBef>
                <a:spcPts val="0"/>
              </a:spcBef>
              <a:spcAft>
                <a:spcPts val="0"/>
              </a:spcAft>
              <a:buSzPts val="4800"/>
              <a:buNone/>
              <a:defRPr sz="4800"/>
            </a:lvl3pPr>
            <a:lvl4pPr lvl="3" rtl="0" algn="ctr">
              <a:lnSpc>
                <a:spcPct val="100000"/>
              </a:lnSpc>
              <a:spcBef>
                <a:spcPts val="0"/>
              </a:spcBef>
              <a:spcAft>
                <a:spcPts val="0"/>
              </a:spcAft>
              <a:buSzPts val="4800"/>
              <a:buNone/>
              <a:defRPr sz="4800"/>
            </a:lvl4pPr>
            <a:lvl5pPr lvl="4" rtl="0" algn="ctr">
              <a:lnSpc>
                <a:spcPct val="100000"/>
              </a:lnSpc>
              <a:spcBef>
                <a:spcPts val="0"/>
              </a:spcBef>
              <a:spcAft>
                <a:spcPts val="0"/>
              </a:spcAft>
              <a:buSzPts val="4800"/>
              <a:buNone/>
              <a:defRPr sz="4800"/>
            </a:lvl5pPr>
            <a:lvl6pPr lvl="5" rtl="0" algn="ctr">
              <a:lnSpc>
                <a:spcPct val="100000"/>
              </a:lnSpc>
              <a:spcBef>
                <a:spcPts val="0"/>
              </a:spcBef>
              <a:spcAft>
                <a:spcPts val="0"/>
              </a:spcAft>
              <a:buSzPts val="4800"/>
              <a:buNone/>
              <a:defRPr sz="4800"/>
            </a:lvl6pPr>
            <a:lvl7pPr lvl="6" rtl="0" algn="ctr">
              <a:lnSpc>
                <a:spcPct val="100000"/>
              </a:lnSpc>
              <a:spcBef>
                <a:spcPts val="0"/>
              </a:spcBef>
              <a:spcAft>
                <a:spcPts val="0"/>
              </a:spcAft>
              <a:buSzPts val="4800"/>
              <a:buNone/>
              <a:defRPr sz="4800"/>
            </a:lvl7pPr>
            <a:lvl8pPr lvl="7" rtl="0" algn="ctr">
              <a:lnSpc>
                <a:spcPct val="100000"/>
              </a:lnSpc>
              <a:spcBef>
                <a:spcPts val="0"/>
              </a:spcBef>
              <a:spcAft>
                <a:spcPts val="0"/>
              </a:spcAft>
              <a:buSzPts val="4800"/>
              <a:buNone/>
              <a:defRPr sz="4800"/>
            </a:lvl8pPr>
            <a:lvl9pPr lvl="8" rtl="0" algn="ctr">
              <a:lnSpc>
                <a:spcPct val="100000"/>
              </a:lnSpc>
              <a:spcBef>
                <a:spcPts val="0"/>
              </a:spcBef>
              <a:spcAft>
                <a:spcPts val="0"/>
              </a:spcAft>
              <a:buSzPts val="4800"/>
              <a:buNone/>
              <a:defRPr sz="4800"/>
            </a:lvl9pPr>
          </a:lstStyle>
          <a:p/>
        </p:txBody>
      </p:sp>
      <p:sp>
        <p:nvSpPr>
          <p:cNvPr id="96" name="Google Shape;96;g2aeda735e30_0_143"/>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97" name="Shape 97"/>
        <p:cNvGrpSpPr/>
        <p:nvPr/>
      </p:nvGrpSpPr>
      <p:grpSpPr>
        <a:xfrm>
          <a:off x="0" y="0"/>
          <a:ext cx="0" cy="0"/>
          <a:chOff x="0" y="0"/>
          <a:chExt cx="0" cy="0"/>
        </a:xfrm>
      </p:grpSpPr>
      <p:sp>
        <p:nvSpPr>
          <p:cNvPr id="98" name="Google Shape;98;g2aeda735e30_0_146"/>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a:bodyPr>
          <a:lstStyle>
            <a:lvl1pPr lvl="0" rtl="0" algn="l">
              <a:lnSpc>
                <a:spcPct val="100000"/>
              </a:lnSpc>
              <a:spcBef>
                <a:spcPts val="0"/>
              </a:spcBef>
              <a:spcAft>
                <a:spcPts val="0"/>
              </a:spcAft>
              <a:buSzPts val="3700"/>
              <a:buNone/>
              <a:defRPr/>
            </a:lvl1pPr>
            <a:lvl2pPr lvl="1" rtl="0" algn="l">
              <a:lnSpc>
                <a:spcPct val="100000"/>
              </a:lnSpc>
              <a:spcBef>
                <a:spcPts val="0"/>
              </a:spcBef>
              <a:spcAft>
                <a:spcPts val="0"/>
              </a:spcAft>
              <a:buSzPts val="3700"/>
              <a:buNone/>
              <a:defRPr/>
            </a:lvl2pPr>
            <a:lvl3pPr lvl="2" rtl="0" algn="l">
              <a:lnSpc>
                <a:spcPct val="100000"/>
              </a:lnSpc>
              <a:spcBef>
                <a:spcPts val="0"/>
              </a:spcBef>
              <a:spcAft>
                <a:spcPts val="0"/>
              </a:spcAft>
              <a:buSzPts val="3700"/>
              <a:buNone/>
              <a:defRPr/>
            </a:lvl3pPr>
            <a:lvl4pPr lvl="3" rtl="0" algn="l">
              <a:lnSpc>
                <a:spcPct val="100000"/>
              </a:lnSpc>
              <a:spcBef>
                <a:spcPts val="0"/>
              </a:spcBef>
              <a:spcAft>
                <a:spcPts val="0"/>
              </a:spcAft>
              <a:buSzPts val="3700"/>
              <a:buNone/>
              <a:defRPr/>
            </a:lvl4pPr>
            <a:lvl5pPr lvl="4" rtl="0" algn="l">
              <a:lnSpc>
                <a:spcPct val="100000"/>
              </a:lnSpc>
              <a:spcBef>
                <a:spcPts val="0"/>
              </a:spcBef>
              <a:spcAft>
                <a:spcPts val="0"/>
              </a:spcAft>
              <a:buSzPts val="3700"/>
              <a:buNone/>
              <a:defRPr/>
            </a:lvl5pPr>
            <a:lvl6pPr lvl="5" rtl="0" algn="l">
              <a:lnSpc>
                <a:spcPct val="100000"/>
              </a:lnSpc>
              <a:spcBef>
                <a:spcPts val="0"/>
              </a:spcBef>
              <a:spcAft>
                <a:spcPts val="0"/>
              </a:spcAft>
              <a:buSzPts val="3700"/>
              <a:buNone/>
              <a:defRPr/>
            </a:lvl6pPr>
            <a:lvl7pPr lvl="6" rtl="0" algn="l">
              <a:lnSpc>
                <a:spcPct val="100000"/>
              </a:lnSpc>
              <a:spcBef>
                <a:spcPts val="0"/>
              </a:spcBef>
              <a:spcAft>
                <a:spcPts val="0"/>
              </a:spcAft>
              <a:buSzPts val="3700"/>
              <a:buNone/>
              <a:defRPr/>
            </a:lvl7pPr>
            <a:lvl8pPr lvl="7" rtl="0" algn="l">
              <a:lnSpc>
                <a:spcPct val="100000"/>
              </a:lnSpc>
              <a:spcBef>
                <a:spcPts val="0"/>
              </a:spcBef>
              <a:spcAft>
                <a:spcPts val="0"/>
              </a:spcAft>
              <a:buSzPts val="3700"/>
              <a:buNone/>
              <a:defRPr/>
            </a:lvl8pPr>
            <a:lvl9pPr lvl="8" rtl="0" algn="l">
              <a:lnSpc>
                <a:spcPct val="100000"/>
              </a:lnSpc>
              <a:spcBef>
                <a:spcPts val="0"/>
              </a:spcBef>
              <a:spcAft>
                <a:spcPts val="0"/>
              </a:spcAft>
              <a:buSzPts val="3700"/>
              <a:buNone/>
              <a:defRPr/>
            </a:lvl9pPr>
          </a:lstStyle>
          <a:p/>
        </p:txBody>
      </p:sp>
      <p:sp>
        <p:nvSpPr>
          <p:cNvPr id="99" name="Google Shape;99;g2aeda735e30_0_146"/>
          <p:cNvSpPr txBox="1"/>
          <p:nvPr>
            <p:ph idx="1" type="body"/>
          </p:nvPr>
        </p:nvSpPr>
        <p:spPr>
          <a:xfrm>
            <a:off x="415600" y="1536633"/>
            <a:ext cx="5333100" cy="4555200"/>
          </a:xfrm>
          <a:prstGeom prst="rect">
            <a:avLst/>
          </a:prstGeom>
          <a:noFill/>
          <a:ln>
            <a:noFill/>
          </a:ln>
        </p:spPr>
        <p:txBody>
          <a:bodyPr anchorCtr="0" anchor="t" bIns="121900" lIns="121900" spcFirstLastPara="1" rIns="121900" wrap="square" tIns="121900">
            <a:normAutofit/>
          </a:bodyPr>
          <a:lstStyle>
            <a:lvl1pPr indent="-349250" lvl="0" marL="457200" rtl="0" algn="l">
              <a:lnSpc>
                <a:spcPct val="115000"/>
              </a:lnSpc>
              <a:spcBef>
                <a:spcPts val="0"/>
              </a:spcBef>
              <a:spcAft>
                <a:spcPts val="0"/>
              </a:spcAft>
              <a:buSzPts val="1900"/>
              <a:buChar char="●"/>
              <a:defRPr sz="1900"/>
            </a:lvl1pPr>
            <a:lvl2pPr indent="-330200" lvl="1" marL="914400" rtl="0" algn="l">
              <a:lnSpc>
                <a:spcPct val="115000"/>
              </a:lnSpc>
              <a:spcBef>
                <a:spcPts val="0"/>
              </a:spcBef>
              <a:spcAft>
                <a:spcPts val="0"/>
              </a:spcAft>
              <a:buSzPts val="1600"/>
              <a:buChar char="○"/>
              <a:defRPr sz="1600"/>
            </a:lvl2pPr>
            <a:lvl3pPr indent="-330200" lvl="2" marL="1371600" rtl="0" algn="l">
              <a:lnSpc>
                <a:spcPct val="115000"/>
              </a:lnSpc>
              <a:spcBef>
                <a:spcPts val="0"/>
              </a:spcBef>
              <a:spcAft>
                <a:spcPts val="0"/>
              </a:spcAft>
              <a:buSzPts val="1600"/>
              <a:buChar char="■"/>
              <a:defRPr sz="1600"/>
            </a:lvl3pPr>
            <a:lvl4pPr indent="-330200" lvl="3" marL="1828800" rtl="0" algn="l">
              <a:lnSpc>
                <a:spcPct val="115000"/>
              </a:lnSpc>
              <a:spcBef>
                <a:spcPts val="0"/>
              </a:spcBef>
              <a:spcAft>
                <a:spcPts val="0"/>
              </a:spcAft>
              <a:buSzPts val="1600"/>
              <a:buChar char="●"/>
              <a:defRPr sz="1600"/>
            </a:lvl4pPr>
            <a:lvl5pPr indent="-330200" lvl="4" marL="2286000" rtl="0" algn="l">
              <a:lnSpc>
                <a:spcPct val="115000"/>
              </a:lnSpc>
              <a:spcBef>
                <a:spcPts val="0"/>
              </a:spcBef>
              <a:spcAft>
                <a:spcPts val="0"/>
              </a:spcAft>
              <a:buSzPts val="1600"/>
              <a:buChar char="○"/>
              <a:defRPr sz="1600"/>
            </a:lvl5pPr>
            <a:lvl6pPr indent="-330200" lvl="5" marL="2743200" rtl="0" algn="l">
              <a:lnSpc>
                <a:spcPct val="115000"/>
              </a:lnSpc>
              <a:spcBef>
                <a:spcPts val="0"/>
              </a:spcBef>
              <a:spcAft>
                <a:spcPts val="0"/>
              </a:spcAft>
              <a:buSzPts val="1600"/>
              <a:buChar char="■"/>
              <a:defRPr sz="1600"/>
            </a:lvl6pPr>
            <a:lvl7pPr indent="-330200" lvl="6" marL="3200400" rtl="0" algn="l">
              <a:lnSpc>
                <a:spcPct val="115000"/>
              </a:lnSpc>
              <a:spcBef>
                <a:spcPts val="0"/>
              </a:spcBef>
              <a:spcAft>
                <a:spcPts val="0"/>
              </a:spcAft>
              <a:buSzPts val="1600"/>
              <a:buChar char="●"/>
              <a:defRPr sz="1600"/>
            </a:lvl7pPr>
            <a:lvl8pPr indent="-330200" lvl="7" marL="3657600" rtl="0" algn="l">
              <a:lnSpc>
                <a:spcPct val="115000"/>
              </a:lnSpc>
              <a:spcBef>
                <a:spcPts val="0"/>
              </a:spcBef>
              <a:spcAft>
                <a:spcPts val="0"/>
              </a:spcAft>
              <a:buSzPts val="1600"/>
              <a:buChar char="○"/>
              <a:defRPr sz="1600"/>
            </a:lvl8pPr>
            <a:lvl9pPr indent="-330200" lvl="8" marL="4114800" rtl="0" algn="l">
              <a:lnSpc>
                <a:spcPct val="115000"/>
              </a:lnSpc>
              <a:spcBef>
                <a:spcPts val="0"/>
              </a:spcBef>
              <a:spcAft>
                <a:spcPts val="0"/>
              </a:spcAft>
              <a:buSzPts val="1600"/>
              <a:buChar char="■"/>
              <a:defRPr sz="1600"/>
            </a:lvl9pPr>
          </a:lstStyle>
          <a:p/>
        </p:txBody>
      </p:sp>
      <p:sp>
        <p:nvSpPr>
          <p:cNvPr id="100" name="Google Shape;100;g2aeda735e30_0_146"/>
          <p:cNvSpPr txBox="1"/>
          <p:nvPr>
            <p:ph idx="2" type="body"/>
          </p:nvPr>
        </p:nvSpPr>
        <p:spPr>
          <a:xfrm>
            <a:off x="6443200" y="1536633"/>
            <a:ext cx="5333100" cy="4555200"/>
          </a:xfrm>
          <a:prstGeom prst="rect">
            <a:avLst/>
          </a:prstGeom>
          <a:noFill/>
          <a:ln>
            <a:noFill/>
          </a:ln>
        </p:spPr>
        <p:txBody>
          <a:bodyPr anchorCtr="0" anchor="t" bIns="121900" lIns="121900" spcFirstLastPara="1" rIns="121900" wrap="square" tIns="121900">
            <a:normAutofit/>
          </a:bodyPr>
          <a:lstStyle>
            <a:lvl1pPr indent="-349250" lvl="0" marL="457200" rtl="0" algn="l">
              <a:lnSpc>
                <a:spcPct val="115000"/>
              </a:lnSpc>
              <a:spcBef>
                <a:spcPts val="0"/>
              </a:spcBef>
              <a:spcAft>
                <a:spcPts val="0"/>
              </a:spcAft>
              <a:buSzPts val="1900"/>
              <a:buChar char="●"/>
              <a:defRPr sz="1900"/>
            </a:lvl1pPr>
            <a:lvl2pPr indent="-330200" lvl="1" marL="914400" rtl="0" algn="l">
              <a:lnSpc>
                <a:spcPct val="115000"/>
              </a:lnSpc>
              <a:spcBef>
                <a:spcPts val="0"/>
              </a:spcBef>
              <a:spcAft>
                <a:spcPts val="0"/>
              </a:spcAft>
              <a:buSzPts val="1600"/>
              <a:buChar char="○"/>
              <a:defRPr sz="1600"/>
            </a:lvl2pPr>
            <a:lvl3pPr indent="-330200" lvl="2" marL="1371600" rtl="0" algn="l">
              <a:lnSpc>
                <a:spcPct val="115000"/>
              </a:lnSpc>
              <a:spcBef>
                <a:spcPts val="0"/>
              </a:spcBef>
              <a:spcAft>
                <a:spcPts val="0"/>
              </a:spcAft>
              <a:buSzPts val="1600"/>
              <a:buChar char="■"/>
              <a:defRPr sz="1600"/>
            </a:lvl3pPr>
            <a:lvl4pPr indent="-330200" lvl="3" marL="1828800" rtl="0" algn="l">
              <a:lnSpc>
                <a:spcPct val="115000"/>
              </a:lnSpc>
              <a:spcBef>
                <a:spcPts val="0"/>
              </a:spcBef>
              <a:spcAft>
                <a:spcPts val="0"/>
              </a:spcAft>
              <a:buSzPts val="1600"/>
              <a:buChar char="●"/>
              <a:defRPr sz="1600"/>
            </a:lvl4pPr>
            <a:lvl5pPr indent="-330200" lvl="4" marL="2286000" rtl="0" algn="l">
              <a:lnSpc>
                <a:spcPct val="115000"/>
              </a:lnSpc>
              <a:spcBef>
                <a:spcPts val="0"/>
              </a:spcBef>
              <a:spcAft>
                <a:spcPts val="0"/>
              </a:spcAft>
              <a:buSzPts val="1600"/>
              <a:buChar char="○"/>
              <a:defRPr sz="1600"/>
            </a:lvl5pPr>
            <a:lvl6pPr indent="-330200" lvl="5" marL="2743200" rtl="0" algn="l">
              <a:lnSpc>
                <a:spcPct val="115000"/>
              </a:lnSpc>
              <a:spcBef>
                <a:spcPts val="0"/>
              </a:spcBef>
              <a:spcAft>
                <a:spcPts val="0"/>
              </a:spcAft>
              <a:buSzPts val="1600"/>
              <a:buChar char="■"/>
              <a:defRPr sz="1600"/>
            </a:lvl6pPr>
            <a:lvl7pPr indent="-330200" lvl="6" marL="3200400" rtl="0" algn="l">
              <a:lnSpc>
                <a:spcPct val="115000"/>
              </a:lnSpc>
              <a:spcBef>
                <a:spcPts val="0"/>
              </a:spcBef>
              <a:spcAft>
                <a:spcPts val="0"/>
              </a:spcAft>
              <a:buSzPts val="1600"/>
              <a:buChar char="●"/>
              <a:defRPr sz="1600"/>
            </a:lvl7pPr>
            <a:lvl8pPr indent="-330200" lvl="7" marL="3657600" rtl="0" algn="l">
              <a:lnSpc>
                <a:spcPct val="115000"/>
              </a:lnSpc>
              <a:spcBef>
                <a:spcPts val="0"/>
              </a:spcBef>
              <a:spcAft>
                <a:spcPts val="0"/>
              </a:spcAft>
              <a:buSzPts val="1600"/>
              <a:buChar char="○"/>
              <a:defRPr sz="1600"/>
            </a:lvl8pPr>
            <a:lvl9pPr indent="-330200" lvl="8" marL="4114800" rtl="0" algn="l">
              <a:lnSpc>
                <a:spcPct val="115000"/>
              </a:lnSpc>
              <a:spcBef>
                <a:spcPts val="0"/>
              </a:spcBef>
              <a:spcAft>
                <a:spcPts val="0"/>
              </a:spcAft>
              <a:buSzPts val="1600"/>
              <a:buChar char="■"/>
              <a:defRPr sz="1600"/>
            </a:lvl9pPr>
          </a:lstStyle>
          <a:p/>
        </p:txBody>
      </p:sp>
      <p:sp>
        <p:nvSpPr>
          <p:cNvPr id="101" name="Google Shape;101;g2aeda735e30_0_146"/>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02" name="Shape 102"/>
        <p:cNvGrpSpPr/>
        <p:nvPr/>
      </p:nvGrpSpPr>
      <p:grpSpPr>
        <a:xfrm>
          <a:off x="0" y="0"/>
          <a:ext cx="0" cy="0"/>
          <a:chOff x="0" y="0"/>
          <a:chExt cx="0" cy="0"/>
        </a:xfrm>
      </p:grpSpPr>
      <p:sp>
        <p:nvSpPr>
          <p:cNvPr id="103" name="Google Shape;103;g2aeda735e30_0_151"/>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a:bodyPr>
          <a:lstStyle>
            <a:lvl1pPr lvl="0" rtl="0" algn="l">
              <a:lnSpc>
                <a:spcPct val="100000"/>
              </a:lnSpc>
              <a:spcBef>
                <a:spcPts val="0"/>
              </a:spcBef>
              <a:spcAft>
                <a:spcPts val="0"/>
              </a:spcAft>
              <a:buSzPts val="3700"/>
              <a:buNone/>
              <a:defRPr/>
            </a:lvl1pPr>
            <a:lvl2pPr lvl="1" rtl="0" algn="l">
              <a:lnSpc>
                <a:spcPct val="100000"/>
              </a:lnSpc>
              <a:spcBef>
                <a:spcPts val="0"/>
              </a:spcBef>
              <a:spcAft>
                <a:spcPts val="0"/>
              </a:spcAft>
              <a:buSzPts val="3700"/>
              <a:buNone/>
              <a:defRPr/>
            </a:lvl2pPr>
            <a:lvl3pPr lvl="2" rtl="0" algn="l">
              <a:lnSpc>
                <a:spcPct val="100000"/>
              </a:lnSpc>
              <a:spcBef>
                <a:spcPts val="0"/>
              </a:spcBef>
              <a:spcAft>
                <a:spcPts val="0"/>
              </a:spcAft>
              <a:buSzPts val="3700"/>
              <a:buNone/>
              <a:defRPr/>
            </a:lvl3pPr>
            <a:lvl4pPr lvl="3" rtl="0" algn="l">
              <a:lnSpc>
                <a:spcPct val="100000"/>
              </a:lnSpc>
              <a:spcBef>
                <a:spcPts val="0"/>
              </a:spcBef>
              <a:spcAft>
                <a:spcPts val="0"/>
              </a:spcAft>
              <a:buSzPts val="3700"/>
              <a:buNone/>
              <a:defRPr/>
            </a:lvl4pPr>
            <a:lvl5pPr lvl="4" rtl="0" algn="l">
              <a:lnSpc>
                <a:spcPct val="100000"/>
              </a:lnSpc>
              <a:spcBef>
                <a:spcPts val="0"/>
              </a:spcBef>
              <a:spcAft>
                <a:spcPts val="0"/>
              </a:spcAft>
              <a:buSzPts val="3700"/>
              <a:buNone/>
              <a:defRPr/>
            </a:lvl5pPr>
            <a:lvl6pPr lvl="5" rtl="0" algn="l">
              <a:lnSpc>
                <a:spcPct val="100000"/>
              </a:lnSpc>
              <a:spcBef>
                <a:spcPts val="0"/>
              </a:spcBef>
              <a:spcAft>
                <a:spcPts val="0"/>
              </a:spcAft>
              <a:buSzPts val="3700"/>
              <a:buNone/>
              <a:defRPr/>
            </a:lvl6pPr>
            <a:lvl7pPr lvl="6" rtl="0" algn="l">
              <a:lnSpc>
                <a:spcPct val="100000"/>
              </a:lnSpc>
              <a:spcBef>
                <a:spcPts val="0"/>
              </a:spcBef>
              <a:spcAft>
                <a:spcPts val="0"/>
              </a:spcAft>
              <a:buSzPts val="3700"/>
              <a:buNone/>
              <a:defRPr/>
            </a:lvl7pPr>
            <a:lvl8pPr lvl="7" rtl="0" algn="l">
              <a:lnSpc>
                <a:spcPct val="100000"/>
              </a:lnSpc>
              <a:spcBef>
                <a:spcPts val="0"/>
              </a:spcBef>
              <a:spcAft>
                <a:spcPts val="0"/>
              </a:spcAft>
              <a:buSzPts val="3700"/>
              <a:buNone/>
              <a:defRPr/>
            </a:lvl8pPr>
            <a:lvl9pPr lvl="8" rtl="0" algn="l">
              <a:lnSpc>
                <a:spcPct val="100000"/>
              </a:lnSpc>
              <a:spcBef>
                <a:spcPts val="0"/>
              </a:spcBef>
              <a:spcAft>
                <a:spcPts val="0"/>
              </a:spcAft>
              <a:buSzPts val="3700"/>
              <a:buNone/>
              <a:defRPr/>
            </a:lvl9pPr>
          </a:lstStyle>
          <a:p/>
        </p:txBody>
      </p:sp>
      <p:sp>
        <p:nvSpPr>
          <p:cNvPr id="104" name="Google Shape;104;g2aeda735e30_0_151"/>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05" name="Shape 105"/>
        <p:cNvGrpSpPr/>
        <p:nvPr/>
      </p:nvGrpSpPr>
      <p:grpSpPr>
        <a:xfrm>
          <a:off x="0" y="0"/>
          <a:ext cx="0" cy="0"/>
          <a:chOff x="0" y="0"/>
          <a:chExt cx="0" cy="0"/>
        </a:xfrm>
      </p:grpSpPr>
      <p:sp>
        <p:nvSpPr>
          <p:cNvPr id="106" name="Google Shape;106;g2aeda735e30_0_154"/>
          <p:cNvSpPr txBox="1"/>
          <p:nvPr>
            <p:ph type="title"/>
          </p:nvPr>
        </p:nvSpPr>
        <p:spPr>
          <a:xfrm>
            <a:off x="415600" y="740800"/>
            <a:ext cx="3744000" cy="1007700"/>
          </a:xfrm>
          <a:prstGeom prst="rect">
            <a:avLst/>
          </a:prstGeom>
          <a:noFill/>
          <a:ln>
            <a:noFill/>
          </a:ln>
        </p:spPr>
        <p:txBody>
          <a:bodyPr anchorCtr="0" anchor="b" bIns="121900" lIns="121900" spcFirstLastPara="1" rIns="121900" wrap="square" tIns="121900">
            <a:normAutofit/>
          </a:bodyPr>
          <a:lstStyle>
            <a:lvl1pPr lvl="0" rtl="0" algn="l">
              <a:lnSpc>
                <a:spcPct val="100000"/>
              </a:lnSpc>
              <a:spcBef>
                <a:spcPts val="0"/>
              </a:spcBef>
              <a:spcAft>
                <a:spcPts val="0"/>
              </a:spcAft>
              <a:buSzPts val="3200"/>
              <a:buNone/>
              <a:defRPr sz="3200"/>
            </a:lvl1pPr>
            <a:lvl2pPr lvl="1" rtl="0" algn="l">
              <a:lnSpc>
                <a:spcPct val="100000"/>
              </a:lnSpc>
              <a:spcBef>
                <a:spcPts val="0"/>
              </a:spcBef>
              <a:spcAft>
                <a:spcPts val="0"/>
              </a:spcAft>
              <a:buSzPts val="3200"/>
              <a:buNone/>
              <a:defRPr sz="3200"/>
            </a:lvl2pPr>
            <a:lvl3pPr lvl="2" rtl="0" algn="l">
              <a:lnSpc>
                <a:spcPct val="100000"/>
              </a:lnSpc>
              <a:spcBef>
                <a:spcPts val="0"/>
              </a:spcBef>
              <a:spcAft>
                <a:spcPts val="0"/>
              </a:spcAft>
              <a:buSzPts val="3200"/>
              <a:buNone/>
              <a:defRPr sz="3200"/>
            </a:lvl3pPr>
            <a:lvl4pPr lvl="3" rtl="0" algn="l">
              <a:lnSpc>
                <a:spcPct val="100000"/>
              </a:lnSpc>
              <a:spcBef>
                <a:spcPts val="0"/>
              </a:spcBef>
              <a:spcAft>
                <a:spcPts val="0"/>
              </a:spcAft>
              <a:buSzPts val="3200"/>
              <a:buNone/>
              <a:defRPr sz="3200"/>
            </a:lvl4pPr>
            <a:lvl5pPr lvl="4" rtl="0" algn="l">
              <a:lnSpc>
                <a:spcPct val="100000"/>
              </a:lnSpc>
              <a:spcBef>
                <a:spcPts val="0"/>
              </a:spcBef>
              <a:spcAft>
                <a:spcPts val="0"/>
              </a:spcAft>
              <a:buSzPts val="3200"/>
              <a:buNone/>
              <a:defRPr sz="3200"/>
            </a:lvl5pPr>
            <a:lvl6pPr lvl="5" rtl="0" algn="l">
              <a:lnSpc>
                <a:spcPct val="100000"/>
              </a:lnSpc>
              <a:spcBef>
                <a:spcPts val="0"/>
              </a:spcBef>
              <a:spcAft>
                <a:spcPts val="0"/>
              </a:spcAft>
              <a:buSzPts val="3200"/>
              <a:buNone/>
              <a:defRPr sz="3200"/>
            </a:lvl6pPr>
            <a:lvl7pPr lvl="6" rtl="0" algn="l">
              <a:lnSpc>
                <a:spcPct val="100000"/>
              </a:lnSpc>
              <a:spcBef>
                <a:spcPts val="0"/>
              </a:spcBef>
              <a:spcAft>
                <a:spcPts val="0"/>
              </a:spcAft>
              <a:buSzPts val="3200"/>
              <a:buNone/>
              <a:defRPr sz="3200"/>
            </a:lvl7pPr>
            <a:lvl8pPr lvl="7" rtl="0" algn="l">
              <a:lnSpc>
                <a:spcPct val="100000"/>
              </a:lnSpc>
              <a:spcBef>
                <a:spcPts val="0"/>
              </a:spcBef>
              <a:spcAft>
                <a:spcPts val="0"/>
              </a:spcAft>
              <a:buSzPts val="3200"/>
              <a:buNone/>
              <a:defRPr sz="3200"/>
            </a:lvl8pPr>
            <a:lvl9pPr lvl="8" rtl="0" algn="l">
              <a:lnSpc>
                <a:spcPct val="100000"/>
              </a:lnSpc>
              <a:spcBef>
                <a:spcPts val="0"/>
              </a:spcBef>
              <a:spcAft>
                <a:spcPts val="0"/>
              </a:spcAft>
              <a:buSzPts val="3200"/>
              <a:buNone/>
              <a:defRPr sz="3200"/>
            </a:lvl9pPr>
          </a:lstStyle>
          <a:p/>
        </p:txBody>
      </p:sp>
      <p:sp>
        <p:nvSpPr>
          <p:cNvPr id="107" name="Google Shape;107;g2aeda735e30_0_154"/>
          <p:cNvSpPr txBox="1"/>
          <p:nvPr>
            <p:ph idx="1" type="body"/>
          </p:nvPr>
        </p:nvSpPr>
        <p:spPr>
          <a:xfrm>
            <a:off x="415600" y="1852800"/>
            <a:ext cx="3744000" cy="4239300"/>
          </a:xfrm>
          <a:prstGeom prst="rect">
            <a:avLst/>
          </a:prstGeom>
          <a:noFill/>
          <a:ln>
            <a:noFill/>
          </a:ln>
        </p:spPr>
        <p:txBody>
          <a:bodyPr anchorCtr="0" anchor="t" bIns="121900" lIns="121900" spcFirstLastPara="1" rIns="121900" wrap="square" tIns="121900">
            <a:normAutofit/>
          </a:bodyPr>
          <a:lstStyle>
            <a:lvl1pPr indent="-330200" lvl="0" marL="457200" rtl="0" algn="l">
              <a:lnSpc>
                <a:spcPct val="115000"/>
              </a:lnSpc>
              <a:spcBef>
                <a:spcPts val="0"/>
              </a:spcBef>
              <a:spcAft>
                <a:spcPts val="0"/>
              </a:spcAft>
              <a:buSzPts val="1600"/>
              <a:buChar char="●"/>
              <a:defRPr sz="1600"/>
            </a:lvl1pPr>
            <a:lvl2pPr indent="-330200" lvl="1" marL="914400" rtl="0" algn="l">
              <a:lnSpc>
                <a:spcPct val="115000"/>
              </a:lnSpc>
              <a:spcBef>
                <a:spcPts val="0"/>
              </a:spcBef>
              <a:spcAft>
                <a:spcPts val="0"/>
              </a:spcAft>
              <a:buSzPts val="1600"/>
              <a:buChar char="○"/>
              <a:defRPr sz="1600"/>
            </a:lvl2pPr>
            <a:lvl3pPr indent="-330200" lvl="2" marL="1371600" rtl="0" algn="l">
              <a:lnSpc>
                <a:spcPct val="115000"/>
              </a:lnSpc>
              <a:spcBef>
                <a:spcPts val="0"/>
              </a:spcBef>
              <a:spcAft>
                <a:spcPts val="0"/>
              </a:spcAft>
              <a:buSzPts val="1600"/>
              <a:buChar char="■"/>
              <a:defRPr sz="1600"/>
            </a:lvl3pPr>
            <a:lvl4pPr indent="-330200" lvl="3" marL="1828800" rtl="0" algn="l">
              <a:lnSpc>
                <a:spcPct val="115000"/>
              </a:lnSpc>
              <a:spcBef>
                <a:spcPts val="0"/>
              </a:spcBef>
              <a:spcAft>
                <a:spcPts val="0"/>
              </a:spcAft>
              <a:buSzPts val="1600"/>
              <a:buChar char="●"/>
              <a:defRPr sz="1600"/>
            </a:lvl4pPr>
            <a:lvl5pPr indent="-330200" lvl="4" marL="2286000" rtl="0" algn="l">
              <a:lnSpc>
                <a:spcPct val="115000"/>
              </a:lnSpc>
              <a:spcBef>
                <a:spcPts val="0"/>
              </a:spcBef>
              <a:spcAft>
                <a:spcPts val="0"/>
              </a:spcAft>
              <a:buSzPts val="1600"/>
              <a:buChar char="○"/>
              <a:defRPr sz="1600"/>
            </a:lvl5pPr>
            <a:lvl6pPr indent="-330200" lvl="5" marL="2743200" rtl="0" algn="l">
              <a:lnSpc>
                <a:spcPct val="115000"/>
              </a:lnSpc>
              <a:spcBef>
                <a:spcPts val="0"/>
              </a:spcBef>
              <a:spcAft>
                <a:spcPts val="0"/>
              </a:spcAft>
              <a:buSzPts val="1600"/>
              <a:buChar char="■"/>
              <a:defRPr sz="1600"/>
            </a:lvl6pPr>
            <a:lvl7pPr indent="-330200" lvl="6" marL="3200400" rtl="0" algn="l">
              <a:lnSpc>
                <a:spcPct val="115000"/>
              </a:lnSpc>
              <a:spcBef>
                <a:spcPts val="0"/>
              </a:spcBef>
              <a:spcAft>
                <a:spcPts val="0"/>
              </a:spcAft>
              <a:buSzPts val="1600"/>
              <a:buChar char="●"/>
              <a:defRPr sz="1600"/>
            </a:lvl7pPr>
            <a:lvl8pPr indent="-330200" lvl="7" marL="3657600" rtl="0" algn="l">
              <a:lnSpc>
                <a:spcPct val="115000"/>
              </a:lnSpc>
              <a:spcBef>
                <a:spcPts val="0"/>
              </a:spcBef>
              <a:spcAft>
                <a:spcPts val="0"/>
              </a:spcAft>
              <a:buSzPts val="1600"/>
              <a:buChar char="○"/>
              <a:defRPr sz="1600"/>
            </a:lvl8pPr>
            <a:lvl9pPr indent="-330200" lvl="8" marL="4114800" rtl="0" algn="l">
              <a:lnSpc>
                <a:spcPct val="115000"/>
              </a:lnSpc>
              <a:spcBef>
                <a:spcPts val="0"/>
              </a:spcBef>
              <a:spcAft>
                <a:spcPts val="0"/>
              </a:spcAft>
              <a:buSzPts val="1600"/>
              <a:buChar char="■"/>
              <a:defRPr sz="1600"/>
            </a:lvl9pPr>
          </a:lstStyle>
          <a:p/>
        </p:txBody>
      </p:sp>
      <p:sp>
        <p:nvSpPr>
          <p:cNvPr id="108" name="Google Shape;108;g2aeda735e30_0_154"/>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09" name="Shape 109"/>
        <p:cNvGrpSpPr/>
        <p:nvPr/>
      </p:nvGrpSpPr>
      <p:grpSpPr>
        <a:xfrm>
          <a:off x="0" y="0"/>
          <a:ext cx="0" cy="0"/>
          <a:chOff x="0" y="0"/>
          <a:chExt cx="0" cy="0"/>
        </a:xfrm>
      </p:grpSpPr>
      <p:sp>
        <p:nvSpPr>
          <p:cNvPr id="110" name="Google Shape;110;g2aeda735e30_0_158"/>
          <p:cNvSpPr txBox="1"/>
          <p:nvPr>
            <p:ph type="title"/>
          </p:nvPr>
        </p:nvSpPr>
        <p:spPr>
          <a:xfrm>
            <a:off x="653667" y="600200"/>
            <a:ext cx="8490300" cy="5454300"/>
          </a:xfrm>
          <a:prstGeom prst="rect">
            <a:avLst/>
          </a:prstGeom>
          <a:noFill/>
          <a:ln>
            <a:noFill/>
          </a:ln>
        </p:spPr>
        <p:txBody>
          <a:bodyPr anchorCtr="0" anchor="ctr" bIns="121900" lIns="121900" spcFirstLastPara="1" rIns="121900" wrap="square" tIns="121900">
            <a:normAutofit/>
          </a:bodyPr>
          <a:lstStyle>
            <a:lvl1pPr lvl="0" rtl="0" algn="l">
              <a:lnSpc>
                <a:spcPct val="100000"/>
              </a:lnSpc>
              <a:spcBef>
                <a:spcPts val="0"/>
              </a:spcBef>
              <a:spcAft>
                <a:spcPts val="0"/>
              </a:spcAft>
              <a:buSzPts val="6400"/>
              <a:buNone/>
              <a:defRPr sz="6400"/>
            </a:lvl1pPr>
            <a:lvl2pPr lvl="1" rtl="0" algn="l">
              <a:lnSpc>
                <a:spcPct val="100000"/>
              </a:lnSpc>
              <a:spcBef>
                <a:spcPts val="0"/>
              </a:spcBef>
              <a:spcAft>
                <a:spcPts val="0"/>
              </a:spcAft>
              <a:buSzPts val="6400"/>
              <a:buNone/>
              <a:defRPr sz="6400"/>
            </a:lvl2pPr>
            <a:lvl3pPr lvl="2" rtl="0" algn="l">
              <a:lnSpc>
                <a:spcPct val="100000"/>
              </a:lnSpc>
              <a:spcBef>
                <a:spcPts val="0"/>
              </a:spcBef>
              <a:spcAft>
                <a:spcPts val="0"/>
              </a:spcAft>
              <a:buSzPts val="6400"/>
              <a:buNone/>
              <a:defRPr sz="6400"/>
            </a:lvl3pPr>
            <a:lvl4pPr lvl="3" rtl="0" algn="l">
              <a:lnSpc>
                <a:spcPct val="100000"/>
              </a:lnSpc>
              <a:spcBef>
                <a:spcPts val="0"/>
              </a:spcBef>
              <a:spcAft>
                <a:spcPts val="0"/>
              </a:spcAft>
              <a:buSzPts val="6400"/>
              <a:buNone/>
              <a:defRPr sz="6400"/>
            </a:lvl4pPr>
            <a:lvl5pPr lvl="4" rtl="0" algn="l">
              <a:lnSpc>
                <a:spcPct val="100000"/>
              </a:lnSpc>
              <a:spcBef>
                <a:spcPts val="0"/>
              </a:spcBef>
              <a:spcAft>
                <a:spcPts val="0"/>
              </a:spcAft>
              <a:buSzPts val="6400"/>
              <a:buNone/>
              <a:defRPr sz="6400"/>
            </a:lvl5pPr>
            <a:lvl6pPr lvl="5" rtl="0" algn="l">
              <a:lnSpc>
                <a:spcPct val="100000"/>
              </a:lnSpc>
              <a:spcBef>
                <a:spcPts val="0"/>
              </a:spcBef>
              <a:spcAft>
                <a:spcPts val="0"/>
              </a:spcAft>
              <a:buSzPts val="6400"/>
              <a:buNone/>
              <a:defRPr sz="6400"/>
            </a:lvl6pPr>
            <a:lvl7pPr lvl="6" rtl="0" algn="l">
              <a:lnSpc>
                <a:spcPct val="100000"/>
              </a:lnSpc>
              <a:spcBef>
                <a:spcPts val="0"/>
              </a:spcBef>
              <a:spcAft>
                <a:spcPts val="0"/>
              </a:spcAft>
              <a:buSzPts val="6400"/>
              <a:buNone/>
              <a:defRPr sz="6400"/>
            </a:lvl7pPr>
            <a:lvl8pPr lvl="7" rtl="0" algn="l">
              <a:lnSpc>
                <a:spcPct val="100000"/>
              </a:lnSpc>
              <a:spcBef>
                <a:spcPts val="0"/>
              </a:spcBef>
              <a:spcAft>
                <a:spcPts val="0"/>
              </a:spcAft>
              <a:buSzPts val="6400"/>
              <a:buNone/>
              <a:defRPr sz="6400"/>
            </a:lvl8pPr>
            <a:lvl9pPr lvl="8" rtl="0" algn="l">
              <a:lnSpc>
                <a:spcPct val="100000"/>
              </a:lnSpc>
              <a:spcBef>
                <a:spcPts val="0"/>
              </a:spcBef>
              <a:spcAft>
                <a:spcPts val="0"/>
              </a:spcAft>
              <a:buSzPts val="6400"/>
              <a:buNone/>
              <a:defRPr sz="6400"/>
            </a:lvl9pPr>
          </a:lstStyle>
          <a:p/>
        </p:txBody>
      </p:sp>
      <p:sp>
        <p:nvSpPr>
          <p:cNvPr id="111" name="Google Shape;111;g2aeda735e30_0_158"/>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12" name="Shape 112"/>
        <p:cNvGrpSpPr/>
        <p:nvPr/>
      </p:nvGrpSpPr>
      <p:grpSpPr>
        <a:xfrm>
          <a:off x="0" y="0"/>
          <a:ext cx="0" cy="0"/>
          <a:chOff x="0" y="0"/>
          <a:chExt cx="0" cy="0"/>
        </a:xfrm>
      </p:grpSpPr>
      <p:sp>
        <p:nvSpPr>
          <p:cNvPr id="113" name="Google Shape;113;g2aeda735e30_0_161"/>
          <p:cNvSpPr/>
          <p:nvPr/>
        </p:nvSpPr>
        <p:spPr>
          <a:xfrm>
            <a:off x="6096000" y="-167"/>
            <a:ext cx="6096000" cy="6858000"/>
          </a:xfrm>
          <a:prstGeom prst="rect">
            <a:avLst/>
          </a:prstGeom>
          <a:solidFill>
            <a:schemeClr val="lt2"/>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114" name="Google Shape;114;g2aeda735e30_0_161"/>
          <p:cNvSpPr txBox="1"/>
          <p:nvPr>
            <p:ph type="title"/>
          </p:nvPr>
        </p:nvSpPr>
        <p:spPr>
          <a:xfrm>
            <a:off x="354000" y="1644233"/>
            <a:ext cx="5393700" cy="1976400"/>
          </a:xfrm>
          <a:prstGeom prst="rect">
            <a:avLst/>
          </a:prstGeom>
          <a:noFill/>
          <a:ln>
            <a:noFill/>
          </a:ln>
        </p:spPr>
        <p:txBody>
          <a:bodyPr anchorCtr="0" anchor="b" bIns="121900" lIns="121900" spcFirstLastPara="1" rIns="121900" wrap="square" tIns="121900">
            <a:normAutofit/>
          </a:bodyPr>
          <a:lstStyle>
            <a:lvl1pPr lvl="0" rtl="0" algn="ctr">
              <a:lnSpc>
                <a:spcPct val="100000"/>
              </a:lnSpc>
              <a:spcBef>
                <a:spcPts val="0"/>
              </a:spcBef>
              <a:spcAft>
                <a:spcPts val="0"/>
              </a:spcAft>
              <a:buSzPts val="5600"/>
              <a:buNone/>
              <a:defRPr sz="5600"/>
            </a:lvl1pPr>
            <a:lvl2pPr lvl="1" rtl="0" algn="ctr">
              <a:lnSpc>
                <a:spcPct val="100000"/>
              </a:lnSpc>
              <a:spcBef>
                <a:spcPts val="0"/>
              </a:spcBef>
              <a:spcAft>
                <a:spcPts val="0"/>
              </a:spcAft>
              <a:buSzPts val="5600"/>
              <a:buNone/>
              <a:defRPr sz="5600"/>
            </a:lvl2pPr>
            <a:lvl3pPr lvl="2" rtl="0" algn="ctr">
              <a:lnSpc>
                <a:spcPct val="100000"/>
              </a:lnSpc>
              <a:spcBef>
                <a:spcPts val="0"/>
              </a:spcBef>
              <a:spcAft>
                <a:spcPts val="0"/>
              </a:spcAft>
              <a:buSzPts val="5600"/>
              <a:buNone/>
              <a:defRPr sz="5600"/>
            </a:lvl3pPr>
            <a:lvl4pPr lvl="3" rtl="0" algn="ctr">
              <a:lnSpc>
                <a:spcPct val="100000"/>
              </a:lnSpc>
              <a:spcBef>
                <a:spcPts val="0"/>
              </a:spcBef>
              <a:spcAft>
                <a:spcPts val="0"/>
              </a:spcAft>
              <a:buSzPts val="5600"/>
              <a:buNone/>
              <a:defRPr sz="5600"/>
            </a:lvl4pPr>
            <a:lvl5pPr lvl="4" rtl="0" algn="ctr">
              <a:lnSpc>
                <a:spcPct val="100000"/>
              </a:lnSpc>
              <a:spcBef>
                <a:spcPts val="0"/>
              </a:spcBef>
              <a:spcAft>
                <a:spcPts val="0"/>
              </a:spcAft>
              <a:buSzPts val="5600"/>
              <a:buNone/>
              <a:defRPr sz="5600"/>
            </a:lvl5pPr>
            <a:lvl6pPr lvl="5" rtl="0" algn="ctr">
              <a:lnSpc>
                <a:spcPct val="100000"/>
              </a:lnSpc>
              <a:spcBef>
                <a:spcPts val="0"/>
              </a:spcBef>
              <a:spcAft>
                <a:spcPts val="0"/>
              </a:spcAft>
              <a:buSzPts val="5600"/>
              <a:buNone/>
              <a:defRPr sz="5600"/>
            </a:lvl6pPr>
            <a:lvl7pPr lvl="6" rtl="0" algn="ctr">
              <a:lnSpc>
                <a:spcPct val="100000"/>
              </a:lnSpc>
              <a:spcBef>
                <a:spcPts val="0"/>
              </a:spcBef>
              <a:spcAft>
                <a:spcPts val="0"/>
              </a:spcAft>
              <a:buSzPts val="5600"/>
              <a:buNone/>
              <a:defRPr sz="5600"/>
            </a:lvl7pPr>
            <a:lvl8pPr lvl="7" rtl="0" algn="ctr">
              <a:lnSpc>
                <a:spcPct val="100000"/>
              </a:lnSpc>
              <a:spcBef>
                <a:spcPts val="0"/>
              </a:spcBef>
              <a:spcAft>
                <a:spcPts val="0"/>
              </a:spcAft>
              <a:buSzPts val="5600"/>
              <a:buNone/>
              <a:defRPr sz="5600"/>
            </a:lvl8pPr>
            <a:lvl9pPr lvl="8" rtl="0" algn="ctr">
              <a:lnSpc>
                <a:spcPct val="100000"/>
              </a:lnSpc>
              <a:spcBef>
                <a:spcPts val="0"/>
              </a:spcBef>
              <a:spcAft>
                <a:spcPts val="0"/>
              </a:spcAft>
              <a:buSzPts val="5600"/>
              <a:buNone/>
              <a:defRPr sz="5600"/>
            </a:lvl9pPr>
          </a:lstStyle>
          <a:p/>
        </p:txBody>
      </p:sp>
      <p:sp>
        <p:nvSpPr>
          <p:cNvPr id="115" name="Google Shape;115;g2aeda735e30_0_161"/>
          <p:cNvSpPr txBox="1"/>
          <p:nvPr>
            <p:ph idx="1" type="subTitle"/>
          </p:nvPr>
        </p:nvSpPr>
        <p:spPr>
          <a:xfrm>
            <a:off x="354000" y="3737433"/>
            <a:ext cx="5393700" cy="1646700"/>
          </a:xfrm>
          <a:prstGeom prst="rect">
            <a:avLst/>
          </a:prstGeom>
          <a:noFill/>
          <a:ln>
            <a:noFill/>
          </a:ln>
        </p:spPr>
        <p:txBody>
          <a:bodyPr anchorCtr="0" anchor="t" bIns="121900" lIns="121900" spcFirstLastPara="1" rIns="121900" wrap="square" tIns="121900">
            <a:norm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16" name="Google Shape;116;g2aeda735e30_0_161"/>
          <p:cNvSpPr txBox="1"/>
          <p:nvPr>
            <p:ph idx="2" type="body"/>
          </p:nvPr>
        </p:nvSpPr>
        <p:spPr>
          <a:xfrm>
            <a:off x="6586000" y="965433"/>
            <a:ext cx="5115900" cy="4926900"/>
          </a:xfrm>
          <a:prstGeom prst="rect">
            <a:avLst/>
          </a:prstGeom>
          <a:noFill/>
          <a:ln>
            <a:noFill/>
          </a:ln>
        </p:spPr>
        <p:txBody>
          <a:bodyPr anchorCtr="0" anchor="ctr" bIns="121900" lIns="121900" spcFirstLastPara="1" rIns="121900" wrap="square" tIns="121900">
            <a:normAutofit/>
          </a:bodyPr>
          <a:lstStyle>
            <a:lvl1pPr indent="-381000" lvl="0" marL="457200" rtl="0" algn="l">
              <a:lnSpc>
                <a:spcPct val="115000"/>
              </a:lnSpc>
              <a:spcBef>
                <a:spcPts val="0"/>
              </a:spcBef>
              <a:spcAft>
                <a:spcPts val="0"/>
              </a:spcAft>
              <a:buSzPts val="2400"/>
              <a:buChar char="●"/>
              <a:defRPr/>
            </a:lvl1pPr>
            <a:lvl2pPr indent="-349250" lvl="1" marL="914400" rtl="0" algn="l">
              <a:lnSpc>
                <a:spcPct val="115000"/>
              </a:lnSpc>
              <a:spcBef>
                <a:spcPts val="0"/>
              </a:spcBef>
              <a:spcAft>
                <a:spcPts val="0"/>
              </a:spcAft>
              <a:buSzPts val="1900"/>
              <a:buChar char="○"/>
              <a:defRPr/>
            </a:lvl2pPr>
            <a:lvl3pPr indent="-349250" lvl="2" marL="1371600" rtl="0" algn="l">
              <a:lnSpc>
                <a:spcPct val="115000"/>
              </a:lnSpc>
              <a:spcBef>
                <a:spcPts val="0"/>
              </a:spcBef>
              <a:spcAft>
                <a:spcPts val="0"/>
              </a:spcAft>
              <a:buSzPts val="1900"/>
              <a:buChar char="■"/>
              <a:defRPr/>
            </a:lvl3pPr>
            <a:lvl4pPr indent="-349250" lvl="3" marL="1828800" rtl="0" algn="l">
              <a:lnSpc>
                <a:spcPct val="115000"/>
              </a:lnSpc>
              <a:spcBef>
                <a:spcPts val="0"/>
              </a:spcBef>
              <a:spcAft>
                <a:spcPts val="0"/>
              </a:spcAft>
              <a:buSzPts val="1900"/>
              <a:buChar char="●"/>
              <a:defRPr/>
            </a:lvl4pPr>
            <a:lvl5pPr indent="-349250" lvl="4" marL="2286000" rtl="0" algn="l">
              <a:lnSpc>
                <a:spcPct val="115000"/>
              </a:lnSpc>
              <a:spcBef>
                <a:spcPts val="0"/>
              </a:spcBef>
              <a:spcAft>
                <a:spcPts val="0"/>
              </a:spcAft>
              <a:buSzPts val="1900"/>
              <a:buChar char="○"/>
              <a:defRPr/>
            </a:lvl5pPr>
            <a:lvl6pPr indent="-349250" lvl="5" marL="2743200" rtl="0" algn="l">
              <a:lnSpc>
                <a:spcPct val="115000"/>
              </a:lnSpc>
              <a:spcBef>
                <a:spcPts val="0"/>
              </a:spcBef>
              <a:spcAft>
                <a:spcPts val="0"/>
              </a:spcAft>
              <a:buSzPts val="1900"/>
              <a:buChar char="■"/>
              <a:defRPr/>
            </a:lvl6pPr>
            <a:lvl7pPr indent="-349250" lvl="6" marL="3200400" rtl="0" algn="l">
              <a:lnSpc>
                <a:spcPct val="115000"/>
              </a:lnSpc>
              <a:spcBef>
                <a:spcPts val="0"/>
              </a:spcBef>
              <a:spcAft>
                <a:spcPts val="0"/>
              </a:spcAft>
              <a:buSzPts val="1900"/>
              <a:buChar char="●"/>
              <a:defRPr/>
            </a:lvl7pPr>
            <a:lvl8pPr indent="-349250" lvl="7" marL="3657600" rtl="0" algn="l">
              <a:lnSpc>
                <a:spcPct val="115000"/>
              </a:lnSpc>
              <a:spcBef>
                <a:spcPts val="0"/>
              </a:spcBef>
              <a:spcAft>
                <a:spcPts val="0"/>
              </a:spcAft>
              <a:buSzPts val="1900"/>
              <a:buChar char="○"/>
              <a:defRPr/>
            </a:lvl8pPr>
            <a:lvl9pPr indent="-349250" lvl="8" marL="4114800" rtl="0" algn="l">
              <a:lnSpc>
                <a:spcPct val="115000"/>
              </a:lnSpc>
              <a:spcBef>
                <a:spcPts val="0"/>
              </a:spcBef>
              <a:spcAft>
                <a:spcPts val="0"/>
              </a:spcAft>
              <a:buSzPts val="1900"/>
              <a:buChar char="■"/>
              <a:defRPr/>
            </a:lvl9pPr>
          </a:lstStyle>
          <a:p/>
        </p:txBody>
      </p:sp>
      <p:sp>
        <p:nvSpPr>
          <p:cNvPr id="117" name="Google Shape;117;g2aeda735e30_0_161"/>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18" name="Shape 118"/>
        <p:cNvGrpSpPr/>
        <p:nvPr/>
      </p:nvGrpSpPr>
      <p:grpSpPr>
        <a:xfrm>
          <a:off x="0" y="0"/>
          <a:ext cx="0" cy="0"/>
          <a:chOff x="0" y="0"/>
          <a:chExt cx="0" cy="0"/>
        </a:xfrm>
      </p:grpSpPr>
      <p:sp>
        <p:nvSpPr>
          <p:cNvPr id="119" name="Google Shape;119;g2aeda735e30_0_167"/>
          <p:cNvSpPr txBox="1"/>
          <p:nvPr>
            <p:ph idx="1" type="body"/>
          </p:nvPr>
        </p:nvSpPr>
        <p:spPr>
          <a:xfrm>
            <a:off x="415600" y="5640767"/>
            <a:ext cx="7998300" cy="806700"/>
          </a:xfrm>
          <a:prstGeom prst="rect">
            <a:avLst/>
          </a:prstGeom>
          <a:noFill/>
          <a:ln>
            <a:noFill/>
          </a:ln>
        </p:spPr>
        <p:txBody>
          <a:bodyPr anchorCtr="0" anchor="ctr" bIns="121900" lIns="121900" spcFirstLastPara="1" rIns="121900" wrap="square" tIns="121900">
            <a:normAutofit/>
          </a:bodyPr>
          <a:lstStyle>
            <a:lvl1pPr indent="-228600" lvl="0" marL="457200" rtl="0" algn="l">
              <a:lnSpc>
                <a:spcPct val="100000"/>
              </a:lnSpc>
              <a:spcBef>
                <a:spcPts val="0"/>
              </a:spcBef>
              <a:spcAft>
                <a:spcPts val="0"/>
              </a:spcAft>
              <a:buSzPts val="2400"/>
              <a:buNone/>
              <a:defRPr/>
            </a:lvl1pPr>
          </a:lstStyle>
          <a:p/>
        </p:txBody>
      </p:sp>
      <p:sp>
        <p:nvSpPr>
          <p:cNvPr id="120" name="Google Shape;120;g2aeda735e30_0_167"/>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21" name="Shape 121"/>
        <p:cNvGrpSpPr/>
        <p:nvPr/>
      </p:nvGrpSpPr>
      <p:grpSpPr>
        <a:xfrm>
          <a:off x="0" y="0"/>
          <a:ext cx="0" cy="0"/>
          <a:chOff x="0" y="0"/>
          <a:chExt cx="0" cy="0"/>
        </a:xfrm>
      </p:grpSpPr>
      <p:sp>
        <p:nvSpPr>
          <p:cNvPr id="122" name="Google Shape;122;g2aeda735e30_0_170"/>
          <p:cNvSpPr txBox="1"/>
          <p:nvPr>
            <p:ph hasCustomPrompt="1" type="title"/>
          </p:nvPr>
        </p:nvSpPr>
        <p:spPr>
          <a:xfrm>
            <a:off x="415600" y="1474833"/>
            <a:ext cx="11360700" cy="2618100"/>
          </a:xfrm>
          <a:prstGeom prst="rect">
            <a:avLst/>
          </a:prstGeom>
          <a:noFill/>
          <a:ln>
            <a:noFill/>
          </a:ln>
        </p:spPr>
        <p:txBody>
          <a:bodyPr anchorCtr="0" anchor="b" bIns="121900" lIns="121900" spcFirstLastPara="1" rIns="121900" wrap="square" tIns="121900">
            <a:normAutofit/>
          </a:bodyPr>
          <a:lstStyle>
            <a:lvl1pPr lvl="0" rtl="0" algn="ctr">
              <a:lnSpc>
                <a:spcPct val="100000"/>
              </a:lnSpc>
              <a:spcBef>
                <a:spcPts val="0"/>
              </a:spcBef>
              <a:spcAft>
                <a:spcPts val="0"/>
              </a:spcAft>
              <a:buSzPts val="16000"/>
              <a:buNone/>
              <a:defRPr sz="16000"/>
            </a:lvl1pPr>
            <a:lvl2pPr lvl="1" rtl="0" algn="ctr">
              <a:lnSpc>
                <a:spcPct val="100000"/>
              </a:lnSpc>
              <a:spcBef>
                <a:spcPts val="0"/>
              </a:spcBef>
              <a:spcAft>
                <a:spcPts val="0"/>
              </a:spcAft>
              <a:buSzPts val="16000"/>
              <a:buNone/>
              <a:defRPr sz="16000"/>
            </a:lvl2pPr>
            <a:lvl3pPr lvl="2" rtl="0" algn="ctr">
              <a:lnSpc>
                <a:spcPct val="100000"/>
              </a:lnSpc>
              <a:spcBef>
                <a:spcPts val="0"/>
              </a:spcBef>
              <a:spcAft>
                <a:spcPts val="0"/>
              </a:spcAft>
              <a:buSzPts val="16000"/>
              <a:buNone/>
              <a:defRPr sz="16000"/>
            </a:lvl3pPr>
            <a:lvl4pPr lvl="3" rtl="0" algn="ctr">
              <a:lnSpc>
                <a:spcPct val="100000"/>
              </a:lnSpc>
              <a:spcBef>
                <a:spcPts val="0"/>
              </a:spcBef>
              <a:spcAft>
                <a:spcPts val="0"/>
              </a:spcAft>
              <a:buSzPts val="16000"/>
              <a:buNone/>
              <a:defRPr sz="16000"/>
            </a:lvl4pPr>
            <a:lvl5pPr lvl="4" rtl="0" algn="ctr">
              <a:lnSpc>
                <a:spcPct val="100000"/>
              </a:lnSpc>
              <a:spcBef>
                <a:spcPts val="0"/>
              </a:spcBef>
              <a:spcAft>
                <a:spcPts val="0"/>
              </a:spcAft>
              <a:buSzPts val="16000"/>
              <a:buNone/>
              <a:defRPr sz="16000"/>
            </a:lvl5pPr>
            <a:lvl6pPr lvl="5" rtl="0" algn="ctr">
              <a:lnSpc>
                <a:spcPct val="100000"/>
              </a:lnSpc>
              <a:spcBef>
                <a:spcPts val="0"/>
              </a:spcBef>
              <a:spcAft>
                <a:spcPts val="0"/>
              </a:spcAft>
              <a:buSzPts val="16000"/>
              <a:buNone/>
              <a:defRPr sz="16000"/>
            </a:lvl6pPr>
            <a:lvl7pPr lvl="6" rtl="0" algn="ctr">
              <a:lnSpc>
                <a:spcPct val="100000"/>
              </a:lnSpc>
              <a:spcBef>
                <a:spcPts val="0"/>
              </a:spcBef>
              <a:spcAft>
                <a:spcPts val="0"/>
              </a:spcAft>
              <a:buSzPts val="16000"/>
              <a:buNone/>
              <a:defRPr sz="16000"/>
            </a:lvl7pPr>
            <a:lvl8pPr lvl="7" rtl="0" algn="ctr">
              <a:lnSpc>
                <a:spcPct val="100000"/>
              </a:lnSpc>
              <a:spcBef>
                <a:spcPts val="0"/>
              </a:spcBef>
              <a:spcAft>
                <a:spcPts val="0"/>
              </a:spcAft>
              <a:buSzPts val="16000"/>
              <a:buNone/>
              <a:defRPr sz="16000"/>
            </a:lvl8pPr>
            <a:lvl9pPr lvl="8" rtl="0" algn="ctr">
              <a:lnSpc>
                <a:spcPct val="100000"/>
              </a:lnSpc>
              <a:spcBef>
                <a:spcPts val="0"/>
              </a:spcBef>
              <a:spcAft>
                <a:spcPts val="0"/>
              </a:spcAft>
              <a:buSzPts val="16000"/>
              <a:buNone/>
              <a:defRPr sz="16000"/>
            </a:lvl9pPr>
          </a:lstStyle>
          <a:p>
            <a:r>
              <a:t>xx%</a:t>
            </a:r>
          </a:p>
        </p:txBody>
      </p:sp>
      <p:sp>
        <p:nvSpPr>
          <p:cNvPr id="123" name="Google Shape;123;g2aeda735e30_0_170"/>
          <p:cNvSpPr txBox="1"/>
          <p:nvPr>
            <p:ph idx="1" type="body"/>
          </p:nvPr>
        </p:nvSpPr>
        <p:spPr>
          <a:xfrm>
            <a:off x="415600" y="4202967"/>
            <a:ext cx="11360700" cy="1734300"/>
          </a:xfrm>
          <a:prstGeom prst="rect">
            <a:avLst/>
          </a:prstGeom>
          <a:noFill/>
          <a:ln>
            <a:noFill/>
          </a:ln>
        </p:spPr>
        <p:txBody>
          <a:bodyPr anchorCtr="0" anchor="t" bIns="121900" lIns="121900" spcFirstLastPara="1" rIns="121900" wrap="square" tIns="121900">
            <a:normAutofit/>
          </a:bodyPr>
          <a:lstStyle>
            <a:lvl1pPr indent="-381000" lvl="0" marL="457200" rtl="0" algn="ctr">
              <a:lnSpc>
                <a:spcPct val="115000"/>
              </a:lnSpc>
              <a:spcBef>
                <a:spcPts val="0"/>
              </a:spcBef>
              <a:spcAft>
                <a:spcPts val="0"/>
              </a:spcAft>
              <a:buSzPts val="2400"/>
              <a:buChar char="●"/>
              <a:defRPr/>
            </a:lvl1pPr>
            <a:lvl2pPr indent="-349250" lvl="1" marL="914400" rtl="0" algn="ctr">
              <a:lnSpc>
                <a:spcPct val="115000"/>
              </a:lnSpc>
              <a:spcBef>
                <a:spcPts val="0"/>
              </a:spcBef>
              <a:spcAft>
                <a:spcPts val="0"/>
              </a:spcAft>
              <a:buSzPts val="1900"/>
              <a:buChar char="○"/>
              <a:defRPr/>
            </a:lvl2pPr>
            <a:lvl3pPr indent="-349250" lvl="2" marL="1371600" rtl="0" algn="ctr">
              <a:lnSpc>
                <a:spcPct val="115000"/>
              </a:lnSpc>
              <a:spcBef>
                <a:spcPts val="0"/>
              </a:spcBef>
              <a:spcAft>
                <a:spcPts val="0"/>
              </a:spcAft>
              <a:buSzPts val="1900"/>
              <a:buChar char="■"/>
              <a:defRPr/>
            </a:lvl3pPr>
            <a:lvl4pPr indent="-349250" lvl="3" marL="1828800" rtl="0" algn="ctr">
              <a:lnSpc>
                <a:spcPct val="115000"/>
              </a:lnSpc>
              <a:spcBef>
                <a:spcPts val="0"/>
              </a:spcBef>
              <a:spcAft>
                <a:spcPts val="0"/>
              </a:spcAft>
              <a:buSzPts val="1900"/>
              <a:buChar char="●"/>
              <a:defRPr/>
            </a:lvl4pPr>
            <a:lvl5pPr indent="-349250" lvl="4" marL="2286000" rtl="0" algn="ctr">
              <a:lnSpc>
                <a:spcPct val="115000"/>
              </a:lnSpc>
              <a:spcBef>
                <a:spcPts val="0"/>
              </a:spcBef>
              <a:spcAft>
                <a:spcPts val="0"/>
              </a:spcAft>
              <a:buSzPts val="1900"/>
              <a:buChar char="○"/>
              <a:defRPr/>
            </a:lvl5pPr>
            <a:lvl6pPr indent="-349250" lvl="5" marL="2743200" rtl="0" algn="ctr">
              <a:lnSpc>
                <a:spcPct val="115000"/>
              </a:lnSpc>
              <a:spcBef>
                <a:spcPts val="0"/>
              </a:spcBef>
              <a:spcAft>
                <a:spcPts val="0"/>
              </a:spcAft>
              <a:buSzPts val="1900"/>
              <a:buChar char="■"/>
              <a:defRPr/>
            </a:lvl6pPr>
            <a:lvl7pPr indent="-349250" lvl="6" marL="3200400" rtl="0" algn="ctr">
              <a:lnSpc>
                <a:spcPct val="115000"/>
              </a:lnSpc>
              <a:spcBef>
                <a:spcPts val="0"/>
              </a:spcBef>
              <a:spcAft>
                <a:spcPts val="0"/>
              </a:spcAft>
              <a:buSzPts val="1900"/>
              <a:buChar char="●"/>
              <a:defRPr/>
            </a:lvl7pPr>
            <a:lvl8pPr indent="-349250" lvl="7" marL="3657600" rtl="0" algn="ctr">
              <a:lnSpc>
                <a:spcPct val="115000"/>
              </a:lnSpc>
              <a:spcBef>
                <a:spcPts val="0"/>
              </a:spcBef>
              <a:spcAft>
                <a:spcPts val="0"/>
              </a:spcAft>
              <a:buSzPts val="1900"/>
              <a:buChar char="○"/>
              <a:defRPr/>
            </a:lvl8pPr>
            <a:lvl9pPr indent="-349250" lvl="8" marL="4114800" rtl="0" algn="ctr">
              <a:lnSpc>
                <a:spcPct val="115000"/>
              </a:lnSpc>
              <a:spcBef>
                <a:spcPts val="0"/>
              </a:spcBef>
              <a:spcAft>
                <a:spcPts val="0"/>
              </a:spcAft>
              <a:buSzPts val="1900"/>
              <a:buChar char="■"/>
              <a:defRPr/>
            </a:lvl9pPr>
          </a:lstStyle>
          <a:p/>
        </p:txBody>
      </p:sp>
      <p:sp>
        <p:nvSpPr>
          <p:cNvPr id="124" name="Google Shape;124;g2aeda735e30_0_170"/>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5" name="Shape 125"/>
        <p:cNvGrpSpPr/>
        <p:nvPr/>
      </p:nvGrpSpPr>
      <p:grpSpPr>
        <a:xfrm>
          <a:off x="0" y="0"/>
          <a:ext cx="0" cy="0"/>
          <a:chOff x="0" y="0"/>
          <a:chExt cx="0" cy="0"/>
        </a:xfrm>
      </p:grpSpPr>
      <p:sp>
        <p:nvSpPr>
          <p:cNvPr id="126" name="Google Shape;126;g2aeda735e30_0_174"/>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1.xml"/><Relationship Id="rId10" Type="http://schemas.openxmlformats.org/officeDocument/2006/relationships/slideLayout" Target="../slideLayouts/slideLayout20.xml"/><Relationship Id="rId13" Type="http://schemas.openxmlformats.org/officeDocument/2006/relationships/theme" Target="../theme/theme1.xml"/><Relationship Id="rId12" Type="http://schemas.openxmlformats.org/officeDocument/2006/relationships/slideLayout" Target="../slideLayouts/slideLayout22.xml"/><Relationship Id="rId1" Type="http://schemas.openxmlformats.org/officeDocument/2006/relationships/image" Target="../media/image2.jpg"/><Relationship Id="rId2" Type="http://schemas.openxmlformats.org/officeDocument/2006/relationships/slideLayout" Target="../slideLayouts/slideLayout12.xml"/><Relationship Id="rId3" Type="http://schemas.openxmlformats.org/officeDocument/2006/relationships/slideLayout" Target="../slideLayouts/slideLayout13.xml"/><Relationship Id="rId4" Type="http://schemas.openxmlformats.org/officeDocument/2006/relationships/slideLayout" Target="../slideLayouts/slideLayout14.xml"/><Relationship Id="rId9" Type="http://schemas.openxmlformats.org/officeDocument/2006/relationships/slideLayout" Target="../slideLayouts/slideLayout19.xml"/><Relationship Id="rId5" Type="http://schemas.openxmlformats.org/officeDocument/2006/relationships/slideLayout" Target="../slideLayouts/slideLayout15.xml"/><Relationship Id="rId6" Type="http://schemas.openxmlformats.org/officeDocument/2006/relationships/slideLayout" Target="../slideLayouts/slideLayout16.xml"/><Relationship Id="rId7" Type="http://schemas.openxmlformats.org/officeDocument/2006/relationships/slideLayout" Target="../slideLayouts/slideLayout17.xml"/><Relationship Id="rId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blipFill>
          <a:blip r:embed="rId1">
            <a:alphaModFix/>
          </a:blip>
          <a:stretch>
            <a:fillRect/>
          </a:stretch>
        </a:blipFill>
      </p:bgPr>
    </p:bg>
    <p:spTree>
      <p:nvGrpSpPr>
        <p:cNvPr id="80" name="Shape 80"/>
        <p:cNvGrpSpPr/>
        <p:nvPr/>
      </p:nvGrpSpPr>
      <p:grpSpPr>
        <a:xfrm>
          <a:off x="0" y="0"/>
          <a:ext cx="0" cy="0"/>
          <a:chOff x="0" y="0"/>
          <a:chExt cx="0" cy="0"/>
        </a:xfrm>
      </p:grpSpPr>
      <p:sp>
        <p:nvSpPr>
          <p:cNvPr id="81" name="Google Shape;81;g2aeda735e30_0_129"/>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a:bodyPr>
          <a:lstStyle>
            <a:lvl1pPr lvl="0"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9pPr>
          </a:lstStyle>
          <a:p/>
        </p:txBody>
      </p:sp>
      <p:sp>
        <p:nvSpPr>
          <p:cNvPr id="82" name="Google Shape;82;g2aeda735e30_0_129"/>
          <p:cNvSpPr txBox="1"/>
          <p:nvPr>
            <p:ph idx="1" type="body"/>
          </p:nvPr>
        </p:nvSpPr>
        <p:spPr>
          <a:xfrm>
            <a:off x="415600" y="1536633"/>
            <a:ext cx="11360700" cy="4555200"/>
          </a:xfrm>
          <a:prstGeom prst="rect">
            <a:avLst/>
          </a:prstGeom>
          <a:noFill/>
          <a:ln>
            <a:noFill/>
          </a:ln>
        </p:spPr>
        <p:txBody>
          <a:bodyPr anchorCtr="0" anchor="t" bIns="121900" lIns="121900" spcFirstLastPara="1" rIns="121900" wrap="square" tIns="121900">
            <a:normAutofit/>
          </a:bodyPr>
          <a:lstStyle>
            <a:lvl1pPr indent="-381000" lvl="0" marL="457200" marR="0" rtl="0" algn="l">
              <a:lnSpc>
                <a:spcPct val="115000"/>
              </a:lnSpc>
              <a:spcBef>
                <a:spcPts val="0"/>
              </a:spcBef>
              <a:spcAft>
                <a:spcPts val="0"/>
              </a:spcAft>
              <a:buClr>
                <a:schemeClr val="dk2"/>
              </a:buClr>
              <a:buSzPts val="2400"/>
              <a:buFont typeface="Arial"/>
              <a:buChar char="●"/>
              <a:defRPr b="0" i="0" sz="2400" u="none" cap="none" strike="noStrike">
                <a:solidFill>
                  <a:schemeClr val="dk2"/>
                </a:solidFill>
                <a:latin typeface="Arial"/>
                <a:ea typeface="Arial"/>
                <a:cs typeface="Arial"/>
                <a:sym typeface="Arial"/>
              </a:defRPr>
            </a:lvl1pPr>
            <a:lvl2pPr indent="-349250" lvl="1" marL="9144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2pPr>
            <a:lvl3pPr indent="-349250" lvl="2" marL="13716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3pPr>
            <a:lvl4pPr indent="-349250" lvl="3" marL="18288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4pPr>
            <a:lvl5pPr indent="-349250" lvl="4" marL="22860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5pPr>
            <a:lvl6pPr indent="-349250" lvl="5" marL="27432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6pPr>
            <a:lvl7pPr indent="-349250" lvl="6" marL="32004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7pPr>
            <a:lvl8pPr indent="-349250" lvl="7" marL="36576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8pPr>
            <a:lvl9pPr indent="-349250" lvl="8" marL="41148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9pPr>
          </a:lstStyle>
          <a:p/>
        </p:txBody>
      </p:sp>
      <p:sp>
        <p:nvSpPr>
          <p:cNvPr id="83" name="Google Shape;83;g2aeda735e30_0_129"/>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 accent1="accent1" accent2="accent2" accent3="accent3" accent4="accent4" accent5="accent5" accent6="accent6" bg1="lt1" bg2="dk2" tx1="dk1" tx2="lt2" folHlink="folHlink" hlink="hlink"/>
  <p:sldLayoutIdLst>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0.jpg"/><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4.jpg"/><Relationship Id="rId4" Type="http://schemas.openxmlformats.org/officeDocument/2006/relationships/hyperlink" Target="https://es.khanacademy.org/" TargetMode="External"/><Relationship Id="rId5" Type="http://schemas.openxmlformats.org/officeDocument/2006/relationships/hyperlink" Target="https://mateslibres.com/" TargetMode="External"/><Relationship Id="rId6" Type="http://schemas.openxmlformats.org/officeDocument/2006/relationships/hyperlink" Target="https://www.cokitos.com/" TargetMode="External"/><Relationship Id="rId7" Type="http://schemas.openxmlformats.org/officeDocument/2006/relationships/hyperlink" Target="http://www.teachy.app" TargetMode="External"/><Relationship Id="rId8"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5.jpg"/><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8.jpg"/><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9.jpg"/><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5.jpg"/><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5.jpg"/><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5.jpg"/><Relationship Id="rId4"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hyperlink" Target="https://forms.gle/22uvaMUVxSgHd9bV9" TargetMode="External"/><Relationship Id="rId4" Type="http://schemas.openxmlformats.org/officeDocument/2006/relationships/image" Target="../media/image7.png"/><Relationship Id="rId5"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pic>
        <p:nvPicPr>
          <p:cNvPr id="131" name="Google Shape;131;p1"/>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id="132" name="Google Shape;132;p1"/>
          <p:cNvPicPr preferRelativeResize="0"/>
          <p:nvPr/>
        </p:nvPicPr>
        <p:blipFill>
          <a:blip r:embed="rId4">
            <a:alphaModFix/>
          </a:blip>
          <a:stretch>
            <a:fillRect/>
          </a:stretch>
        </p:blipFill>
        <p:spPr>
          <a:xfrm>
            <a:off x="11057200" y="5607812"/>
            <a:ext cx="975700" cy="10291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g33439243255_0_0"/>
          <p:cNvSpPr/>
          <p:nvPr/>
        </p:nvSpPr>
        <p:spPr>
          <a:xfrm>
            <a:off x="2538175" y="630575"/>
            <a:ext cx="7727100" cy="630300"/>
          </a:xfrm>
          <a:prstGeom prst="roundRect">
            <a:avLst>
              <a:gd fmla="val 16667" name="adj"/>
            </a:avLst>
          </a:prstGeom>
          <a:solidFill>
            <a:srgbClr val="3259A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38" name="Google Shape;138;g33439243255_0_0"/>
          <p:cNvSpPr txBox="1"/>
          <p:nvPr/>
        </p:nvSpPr>
        <p:spPr>
          <a:xfrm>
            <a:off x="3518200" y="676623"/>
            <a:ext cx="5757900" cy="630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ES" sz="2800">
                <a:solidFill>
                  <a:schemeClr val="lt1"/>
                </a:solidFill>
                <a:latin typeface="Poppins"/>
                <a:ea typeface="Poppins"/>
                <a:cs typeface="Poppins"/>
                <a:sym typeface="Poppins"/>
              </a:rPr>
              <a:t>PLANIFICACIÓN TUTORÍA</a:t>
            </a:r>
            <a:endParaRPr sz="2800">
              <a:solidFill>
                <a:schemeClr val="lt1"/>
              </a:solidFill>
              <a:latin typeface="Poppins"/>
              <a:ea typeface="Poppins"/>
              <a:cs typeface="Poppins"/>
              <a:sym typeface="Poppins"/>
            </a:endParaRPr>
          </a:p>
        </p:txBody>
      </p:sp>
      <p:sp>
        <p:nvSpPr>
          <p:cNvPr id="139" name="Google Shape;139;g33439243255_0_0"/>
          <p:cNvSpPr txBox="1"/>
          <p:nvPr/>
        </p:nvSpPr>
        <p:spPr>
          <a:xfrm>
            <a:off x="786350" y="1673375"/>
            <a:ext cx="10918500" cy="937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ES" sz="1600">
                <a:solidFill>
                  <a:srgbClr val="3259A4"/>
                </a:solidFill>
                <a:latin typeface="Poppins"/>
                <a:ea typeface="Poppins"/>
                <a:cs typeface="Poppins"/>
                <a:sym typeface="Poppins"/>
              </a:rPr>
              <a:t>Propósito</a:t>
            </a:r>
            <a:r>
              <a:rPr b="1" lang="es-ES" sz="1600">
                <a:solidFill>
                  <a:schemeClr val="dk1"/>
                </a:solidFill>
                <a:latin typeface="Poppins"/>
                <a:ea typeface="Poppins"/>
                <a:cs typeface="Poppins"/>
                <a:sym typeface="Poppins"/>
              </a:rPr>
              <a:t>:</a:t>
            </a:r>
            <a:r>
              <a:rPr lang="es-ES" sz="1600">
                <a:solidFill>
                  <a:schemeClr val="dk1"/>
                </a:solidFill>
                <a:latin typeface="Poppins Light"/>
                <a:ea typeface="Poppins Light"/>
                <a:cs typeface="Poppins Light"/>
                <a:sym typeface="Poppins Light"/>
              </a:rPr>
              <a:t> </a:t>
            </a:r>
            <a:r>
              <a:rPr lang="es-ES" sz="1600">
                <a:solidFill>
                  <a:schemeClr val="dk1"/>
                </a:solidFill>
                <a:latin typeface="Poppins Light"/>
                <a:ea typeface="Poppins Light"/>
                <a:cs typeface="Poppins Light"/>
                <a:sym typeface="Poppins Light"/>
              </a:rPr>
              <a:t>Introducir los elementos básicos de la resta y desarrollar estrategias para comprender el</a:t>
            </a:r>
            <a:endParaRPr sz="1600">
              <a:solidFill>
                <a:schemeClr val="dk1"/>
              </a:solidFill>
              <a:latin typeface="Poppins Light"/>
              <a:ea typeface="Poppins Light"/>
              <a:cs typeface="Poppins Light"/>
              <a:sym typeface="Poppins Light"/>
            </a:endParaRPr>
          </a:p>
          <a:p>
            <a:pPr indent="0" lvl="0" marL="0" rtl="0" algn="ctr">
              <a:spcBef>
                <a:spcPts val="0"/>
              </a:spcBef>
              <a:spcAft>
                <a:spcPts val="0"/>
              </a:spcAft>
              <a:buClr>
                <a:schemeClr val="dk1"/>
              </a:buClr>
              <a:buSzPts val="1100"/>
              <a:buFont typeface="Arial"/>
              <a:buNone/>
            </a:pPr>
            <a:r>
              <a:rPr lang="es-ES" sz="1600">
                <a:solidFill>
                  <a:schemeClr val="dk1"/>
                </a:solidFill>
                <a:latin typeface="Poppins Light"/>
                <a:ea typeface="Poppins Light"/>
                <a:cs typeface="Poppins Light"/>
                <a:sym typeface="Poppins Light"/>
              </a:rPr>
              <a:t>proceso de restar, así como la propiedad neutra de la resta.</a:t>
            </a:r>
            <a:endParaRPr sz="16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6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6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6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6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6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6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6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6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600">
              <a:solidFill>
                <a:schemeClr val="dk1"/>
              </a:solidFill>
              <a:latin typeface="Poppins Light"/>
              <a:ea typeface="Poppins Light"/>
              <a:cs typeface="Poppins Light"/>
              <a:sym typeface="Poppins Light"/>
            </a:endParaRPr>
          </a:p>
        </p:txBody>
      </p:sp>
      <p:sp>
        <p:nvSpPr>
          <p:cNvPr id="140" name="Google Shape;140;g33439243255_0_0"/>
          <p:cNvSpPr txBox="1"/>
          <p:nvPr/>
        </p:nvSpPr>
        <p:spPr>
          <a:xfrm>
            <a:off x="1158250" y="3097300"/>
            <a:ext cx="4698900" cy="3415800"/>
          </a:xfrm>
          <a:prstGeom prst="rect">
            <a:avLst/>
          </a:prstGeom>
          <a:noFill/>
          <a:ln cap="flat" cmpd="sng" w="28575">
            <a:solidFill>
              <a:srgbClr val="3259A4"/>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s-ES" sz="2500">
                <a:solidFill>
                  <a:schemeClr val="dk1"/>
                </a:solidFill>
                <a:latin typeface="Poppins"/>
                <a:ea typeface="Poppins"/>
                <a:cs typeface="Poppins"/>
                <a:sym typeface="Poppins"/>
              </a:rPr>
              <a:t>Objetivos de la Clase</a:t>
            </a:r>
            <a:endParaRPr sz="2500">
              <a:solidFill>
                <a:schemeClr val="dk1"/>
              </a:solidFill>
              <a:latin typeface="Poppins"/>
              <a:ea typeface="Poppins"/>
              <a:cs typeface="Poppins"/>
              <a:sym typeface="Poppins"/>
            </a:endParaRPr>
          </a:p>
          <a:p>
            <a:pPr indent="0" lvl="0" marL="0" rtl="0" algn="ctr">
              <a:spcBef>
                <a:spcPts val="0"/>
              </a:spcBef>
              <a:spcAft>
                <a:spcPts val="0"/>
              </a:spcAft>
              <a:buNone/>
            </a:pPr>
            <a:r>
              <a:t/>
            </a:r>
            <a:endParaRPr sz="25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rPr lang="es-ES" sz="1800">
                <a:solidFill>
                  <a:schemeClr val="dk1"/>
                </a:solidFill>
                <a:latin typeface="Poppins"/>
                <a:ea typeface="Poppins"/>
                <a:cs typeface="Poppins"/>
                <a:sym typeface="Poppins"/>
              </a:rPr>
              <a:t>1. Presentar los elementos de la resta.</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rPr lang="es-ES" sz="1800">
                <a:solidFill>
                  <a:schemeClr val="dk1"/>
                </a:solidFill>
                <a:latin typeface="Poppins"/>
                <a:ea typeface="Poppins"/>
                <a:cs typeface="Poppins"/>
                <a:sym typeface="Poppins"/>
              </a:rPr>
              <a:t>2.Enseñar estrategia “Contar hacia atrás”.</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rPr lang="es-ES" sz="1800">
                <a:solidFill>
                  <a:schemeClr val="dk1"/>
                </a:solidFill>
                <a:latin typeface="Poppins"/>
                <a:ea typeface="Poppins"/>
                <a:cs typeface="Poppins"/>
                <a:sym typeface="Poppins"/>
              </a:rPr>
              <a:t>3.Entender la relación inversa y el neutro de la resta.</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ctr">
              <a:spcBef>
                <a:spcPts val="0"/>
              </a:spcBef>
              <a:spcAft>
                <a:spcPts val="0"/>
              </a:spcAft>
              <a:buNone/>
            </a:pPr>
            <a:r>
              <a:t/>
            </a:r>
            <a:endParaRPr sz="2800">
              <a:solidFill>
                <a:schemeClr val="dk1"/>
              </a:solidFill>
              <a:latin typeface="Poppins"/>
              <a:ea typeface="Poppins"/>
              <a:cs typeface="Poppins"/>
              <a:sym typeface="Poppins"/>
            </a:endParaRPr>
          </a:p>
        </p:txBody>
      </p:sp>
      <p:sp>
        <p:nvSpPr>
          <p:cNvPr id="141" name="Google Shape;141;g33439243255_0_0"/>
          <p:cNvSpPr txBox="1"/>
          <p:nvPr/>
        </p:nvSpPr>
        <p:spPr>
          <a:xfrm>
            <a:off x="6376050" y="3097175"/>
            <a:ext cx="4698900" cy="3415800"/>
          </a:xfrm>
          <a:prstGeom prst="rect">
            <a:avLst/>
          </a:prstGeom>
          <a:noFill/>
          <a:ln cap="flat" cmpd="sng" w="28575">
            <a:solidFill>
              <a:srgbClr val="3259A4"/>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s-ES" sz="2500">
                <a:solidFill>
                  <a:schemeClr val="dk1"/>
                </a:solidFill>
                <a:latin typeface="Poppins"/>
                <a:ea typeface="Poppins"/>
                <a:cs typeface="Poppins"/>
                <a:sym typeface="Poppins"/>
              </a:rPr>
              <a:t>Conceptos Clave</a:t>
            </a:r>
            <a:endParaRPr sz="2500">
              <a:solidFill>
                <a:schemeClr val="dk1"/>
              </a:solidFill>
              <a:latin typeface="Poppins"/>
              <a:ea typeface="Poppins"/>
              <a:cs typeface="Poppins"/>
              <a:sym typeface="Poppins"/>
            </a:endParaRPr>
          </a:p>
          <a:p>
            <a:pPr indent="0" lvl="0" marL="0" rtl="0" algn="ctr">
              <a:spcBef>
                <a:spcPts val="0"/>
              </a:spcBef>
              <a:spcAft>
                <a:spcPts val="0"/>
              </a:spcAft>
              <a:buNone/>
            </a:pPr>
            <a:r>
              <a:t/>
            </a:r>
            <a:endParaRPr sz="2800">
              <a:solidFill>
                <a:schemeClr val="dk1"/>
              </a:solidFill>
              <a:latin typeface="Poppins"/>
              <a:ea typeface="Poppins"/>
              <a:cs typeface="Poppins"/>
              <a:sym typeface="Poppins"/>
            </a:endParaRPr>
          </a:p>
          <a:p>
            <a:pPr indent="0" lvl="0" marL="0" rtl="0" algn="l">
              <a:lnSpc>
                <a:spcPct val="150000"/>
              </a:lnSpc>
              <a:spcBef>
                <a:spcPts val="0"/>
              </a:spcBef>
              <a:spcAft>
                <a:spcPts val="0"/>
              </a:spcAft>
              <a:buClr>
                <a:schemeClr val="dk1"/>
              </a:buClr>
              <a:buSzPts val="1100"/>
              <a:buFont typeface="Arial"/>
              <a:buNone/>
            </a:pPr>
            <a:r>
              <a:rPr lang="es-ES" sz="1800">
                <a:solidFill>
                  <a:schemeClr val="dk1"/>
                </a:solidFill>
                <a:latin typeface="Poppins"/>
                <a:ea typeface="Poppins"/>
                <a:cs typeface="Poppins"/>
                <a:sym typeface="Poppins"/>
              </a:rPr>
              <a:t>1. Minuendo.</a:t>
            </a:r>
            <a:endParaRPr sz="1800">
              <a:solidFill>
                <a:schemeClr val="dk1"/>
              </a:solidFill>
              <a:latin typeface="Poppins"/>
              <a:ea typeface="Poppins"/>
              <a:cs typeface="Poppins"/>
              <a:sym typeface="Poppins"/>
            </a:endParaRPr>
          </a:p>
          <a:p>
            <a:pPr indent="0" lvl="0" marL="0" rtl="0" algn="l">
              <a:lnSpc>
                <a:spcPct val="150000"/>
              </a:lnSpc>
              <a:spcBef>
                <a:spcPts val="0"/>
              </a:spcBef>
              <a:spcAft>
                <a:spcPts val="0"/>
              </a:spcAft>
              <a:buClr>
                <a:schemeClr val="dk1"/>
              </a:buClr>
              <a:buSzPts val="1100"/>
              <a:buFont typeface="Arial"/>
              <a:buNone/>
            </a:pPr>
            <a:r>
              <a:rPr lang="es-ES" sz="1800">
                <a:solidFill>
                  <a:schemeClr val="dk1"/>
                </a:solidFill>
                <a:latin typeface="Poppins"/>
                <a:ea typeface="Poppins"/>
                <a:cs typeface="Poppins"/>
                <a:sym typeface="Poppins"/>
              </a:rPr>
              <a:t>2. Sustraendo.</a:t>
            </a:r>
            <a:endParaRPr sz="1800">
              <a:solidFill>
                <a:schemeClr val="dk1"/>
              </a:solidFill>
              <a:latin typeface="Poppins"/>
              <a:ea typeface="Poppins"/>
              <a:cs typeface="Poppins"/>
              <a:sym typeface="Poppins"/>
            </a:endParaRPr>
          </a:p>
          <a:p>
            <a:pPr indent="0" lvl="0" marL="0" rtl="0" algn="l">
              <a:lnSpc>
                <a:spcPct val="150000"/>
              </a:lnSpc>
              <a:spcBef>
                <a:spcPts val="0"/>
              </a:spcBef>
              <a:spcAft>
                <a:spcPts val="0"/>
              </a:spcAft>
              <a:buClr>
                <a:schemeClr val="dk1"/>
              </a:buClr>
              <a:buSzPts val="1100"/>
              <a:buFont typeface="Arial"/>
              <a:buNone/>
            </a:pPr>
            <a:r>
              <a:rPr lang="es-ES" sz="1800">
                <a:solidFill>
                  <a:schemeClr val="dk1"/>
                </a:solidFill>
                <a:latin typeface="Poppins"/>
                <a:ea typeface="Poppins"/>
                <a:cs typeface="Poppins"/>
                <a:sym typeface="Poppins"/>
              </a:rPr>
              <a:t>3. Diferencia.</a:t>
            </a:r>
            <a:endParaRPr sz="1800">
              <a:solidFill>
                <a:schemeClr val="dk1"/>
              </a:solidFill>
              <a:latin typeface="Poppins"/>
              <a:ea typeface="Poppins"/>
              <a:cs typeface="Poppins"/>
              <a:sym typeface="Poppins"/>
            </a:endParaRPr>
          </a:p>
          <a:p>
            <a:pPr indent="0" lvl="0" marL="0" rtl="0" algn="l">
              <a:lnSpc>
                <a:spcPct val="150000"/>
              </a:lnSpc>
              <a:spcBef>
                <a:spcPts val="0"/>
              </a:spcBef>
              <a:spcAft>
                <a:spcPts val="0"/>
              </a:spcAft>
              <a:buClr>
                <a:schemeClr val="dk1"/>
              </a:buClr>
              <a:buSzPts val="1100"/>
              <a:buFont typeface="Arial"/>
              <a:buNone/>
            </a:pPr>
            <a:r>
              <a:rPr lang="es-ES" sz="1800">
                <a:solidFill>
                  <a:schemeClr val="dk1"/>
                </a:solidFill>
                <a:latin typeface="Poppins"/>
                <a:ea typeface="Poppins"/>
                <a:cs typeface="Poppins"/>
                <a:sym typeface="Poppins"/>
              </a:rPr>
              <a:t>4. Contar hacia atrás.</a:t>
            </a:r>
            <a:endParaRPr sz="1800">
              <a:solidFill>
                <a:schemeClr val="dk1"/>
              </a:solidFill>
              <a:latin typeface="Poppins"/>
              <a:ea typeface="Poppins"/>
              <a:cs typeface="Poppins"/>
              <a:sym typeface="Poppins"/>
            </a:endParaRPr>
          </a:p>
          <a:p>
            <a:pPr indent="0" lvl="0" marL="0" rtl="0" algn="l">
              <a:lnSpc>
                <a:spcPct val="150000"/>
              </a:lnSpc>
              <a:spcBef>
                <a:spcPts val="0"/>
              </a:spcBef>
              <a:spcAft>
                <a:spcPts val="0"/>
              </a:spcAft>
              <a:buClr>
                <a:schemeClr val="dk1"/>
              </a:buClr>
              <a:buSzPts val="1100"/>
              <a:buFont typeface="Arial"/>
              <a:buNone/>
            </a:pPr>
            <a:r>
              <a:rPr lang="es-ES" sz="1800">
                <a:solidFill>
                  <a:schemeClr val="dk1"/>
                </a:solidFill>
                <a:latin typeface="Poppins"/>
                <a:ea typeface="Poppins"/>
                <a:cs typeface="Poppins"/>
                <a:sym typeface="Poppins"/>
              </a:rPr>
              <a:t>5. Neutro de la resta.</a:t>
            </a:r>
            <a:endParaRPr sz="1800">
              <a:solidFill>
                <a:schemeClr val="dk1"/>
              </a:solidFill>
              <a:latin typeface="Poppins"/>
              <a:ea typeface="Poppins"/>
              <a:cs typeface="Poppins"/>
              <a:sym typeface="Poppins"/>
            </a:endParaRPr>
          </a:p>
          <a:p>
            <a:pPr indent="0" lvl="0" marL="0" rtl="0" algn="l">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l">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l">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None/>
            </a:pPr>
            <a:r>
              <a:t/>
            </a:r>
            <a:endParaRPr sz="1800">
              <a:solidFill>
                <a:schemeClr val="dk1"/>
              </a:solidFill>
              <a:latin typeface="Poppins"/>
              <a:ea typeface="Poppins"/>
              <a:cs typeface="Poppins"/>
              <a:sym typeface="Poppins"/>
            </a:endParaRPr>
          </a:p>
          <a:p>
            <a:pPr indent="0" lvl="0" marL="0" rtl="0" algn="ctr">
              <a:spcBef>
                <a:spcPts val="0"/>
              </a:spcBef>
              <a:spcAft>
                <a:spcPts val="0"/>
              </a:spcAft>
              <a:buNone/>
            </a:pPr>
            <a:r>
              <a:t/>
            </a:r>
            <a:endParaRPr sz="2800">
              <a:solidFill>
                <a:schemeClr val="dk1"/>
              </a:solidFill>
              <a:latin typeface="Poppins"/>
              <a:ea typeface="Poppins"/>
              <a:cs typeface="Poppins"/>
              <a:sym typeface="Poppins"/>
            </a:endParaRPr>
          </a:p>
        </p:txBody>
      </p:sp>
      <p:sp>
        <p:nvSpPr>
          <p:cNvPr id="142" name="Google Shape;142;g33439243255_0_0"/>
          <p:cNvSpPr txBox="1"/>
          <p:nvPr/>
        </p:nvSpPr>
        <p:spPr>
          <a:xfrm>
            <a:off x="197050" y="113775"/>
            <a:ext cx="4564200" cy="43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ES" sz="1800">
                <a:solidFill>
                  <a:schemeClr val="dk1"/>
                </a:solidFill>
                <a:latin typeface="Calibri"/>
                <a:ea typeface="Calibri"/>
                <a:cs typeface="Calibri"/>
                <a:sym typeface="Calibri"/>
              </a:rPr>
              <a:t>IMPORTANTE: Información sólo para tutor/a</a:t>
            </a:r>
            <a:endParaRPr sz="1800">
              <a:solidFill>
                <a:schemeClr val="dk1"/>
              </a:solidFill>
              <a:latin typeface="Calibri"/>
              <a:ea typeface="Calibri"/>
              <a:cs typeface="Calibri"/>
              <a:sym typeface="Calibri"/>
            </a:endParaRPr>
          </a:p>
        </p:txBody>
      </p:sp>
      <p:pic>
        <p:nvPicPr>
          <p:cNvPr id="143" name="Google Shape;143;g33439243255_0_0"/>
          <p:cNvPicPr preferRelativeResize="0"/>
          <p:nvPr/>
        </p:nvPicPr>
        <p:blipFill>
          <a:blip r:embed="rId3">
            <a:alphaModFix/>
          </a:blip>
          <a:stretch>
            <a:fillRect/>
          </a:stretch>
        </p:blipFill>
        <p:spPr>
          <a:xfrm>
            <a:off x="10897300" y="277737"/>
            <a:ext cx="975700" cy="10291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g33439243255_0_10"/>
          <p:cNvSpPr txBox="1"/>
          <p:nvPr/>
        </p:nvSpPr>
        <p:spPr>
          <a:xfrm>
            <a:off x="786350" y="1597175"/>
            <a:ext cx="10918500" cy="937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ES" sz="1600">
                <a:solidFill>
                  <a:srgbClr val="3259A4"/>
                </a:solidFill>
                <a:latin typeface="Poppins"/>
                <a:ea typeface="Poppins"/>
                <a:cs typeface="Poppins"/>
                <a:sym typeface="Poppins"/>
              </a:rPr>
              <a:t>Consejos para realizar la sesión</a:t>
            </a:r>
            <a:endParaRPr sz="16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600">
              <a:solidFill>
                <a:schemeClr val="dk1"/>
              </a:solidFill>
              <a:latin typeface="Poppins Light"/>
              <a:ea typeface="Poppins Light"/>
              <a:cs typeface="Poppins Light"/>
              <a:sym typeface="Poppins Light"/>
            </a:endParaRPr>
          </a:p>
        </p:txBody>
      </p:sp>
      <p:sp>
        <p:nvSpPr>
          <p:cNvPr id="149" name="Google Shape;149;g33439243255_0_10"/>
          <p:cNvSpPr txBox="1"/>
          <p:nvPr/>
        </p:nvSpPr>
        <p:spPr>
          <a:xfrm>
            <a:off x="938750" y="2131575"/>
            <a:ext cx="10402500" cy="8804400"/>
          </a:xfrm>
          <a:prstGeom prst="rect">
            <a:avLst/>
          </a:prstGeom>
          <a:noFill/>
          <a:ln>
            <a:noFill/>
          </a:ln>
        </p:spPr>
        <p:txBody>
          <a:bodyPr anchorCtr="0" anchor="t" bIns="91425" lIns="91425" spcFirstLastPara="1" rIns="91425" wrap="square" tIns="91425">
            <a:spAutoFit/>
          </a:bodyPr>
          <a:lstStyle/>
          <a:p>
            <a:pPr indent="0" lvl="0" marL="0" rtl="0" algn="just">
              <a:lnSpc>
                <a:spcPct val="150000"/>
              </a:lnSpc>
              <a:spcBef>
                <a:spcPts val="0"/>
              </a:spcBef>
              <a:spcAft>
                <a:spcPts val="0"/>
              </a:spcAft>
              <a:buClr>
                <a:schemeClr val="dk1"/>
              </a:buClr>
              <a:buSzPts val="1100"/>
              <a:buFont typeface="Arial"/>
              <a:buNone/>
            </a:pPr>
            <a:r>
              <a:rPr lang="es-ES">
                <a:latin typeface="Poppins"/>
                <a:ea typeface="Poppins"/>
                <a:cs typeface="Poppins"/>
                <a:sym typeface="Poppins"/>
              </a:rPr>
              <a:t>Esta sesión está diseñada para introducir la noción de la resta. </a:t>
            </a:r>
            <a:r>
              <a:rPr b="1" lang="es-ES">
                <a:latin typeface="Poppins"/>
                <a:ea typeface="Poppins"/>
                <a:cs typeface="Poppins"/>
                <a:sym typeface="Poppins"/>
              </a:rPr>
              <a:t>Te recomendamos traer una recta numérica y algunos objetos manipulables,</a:t>
            </a:r>
            <a:r>
              <a:rPr lang="es-ES">
                <a:latin typeface="Poppins"/>
                <a:ea typeface="Poppins"/>
                <a:cs typeface="Poppins"/>
                <a:sym typeface="Poppins"/>
              </a:rPr>
              <a:t> como fichas o cubos, que le permitirán a tu estudiante </a:t>
            </a:r>
            <a:r>
              <a:rPr b="1" lang="es-ES">
                <a:latin typeface="Poppins"/>
                <a:ea typeface="Poppins"/>
                <a:cs typeface="Poppins"/>
                <a:sym typeface="Poppins"/>
              </a:rPr>
              <a:t>visualizar el concepto de resta y la estrategia de “contar hacia atrás”</a:t>
            </a:r>
            <a:r>
              <a:rPr lang="es-ES">
                <a:latin typeface="Poppins"/>
                <a:ea typeface="Poppins"/>
                <a:cs typeface="Poppins"/>
                <a:sym typeface="Poppins"/>
              </a:rPr>
              <a:t>. Estos materiales facilitarán la comprensión de la diferencia entre el minuendo y el sustraendo.</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rPr lang="es-ES">
                <a:latin typeface="Poppins"/>
                <a:ea typeface="Poppins"/>
                <a:cs typeface="Poppins"/>
                <a:sym typeface="Poppins"/>
              </a:rPr>
              <a:t>Entonces inicialmente definirán:</a:t>
            </a:r>
            <a:endParaRPr>
              <a:latin typeface="Poppins"/>
              <a:ea typeface="Poppins"/>
              <a:cs typeface="Poppins"/>
              <a:sym typeface="Poppins"/>
            </a:endParaRPr>
          </a:p>
          <a:p>
            <a:pPr indent="457200" lvl="0" marL="0" rtl="0" algn="just">
              <a:lnSpc>
                <a:spcPct val="150000"/>
              </a:lnSpc>
              <a:spcBef>
                <a:spcPts val="0"/>
              </a:spcBef>
              <a:spcAft>
                <a:spcPts val="0"/>
              </a:spcAft>
              <a:buClr>
                <a:schemeClr val="dk1"/>
              </a:buClr>
              <a:buSzPts val="1100"/>
              <a:buFont typeface="Arial"/>
              <a:buNone/>
            </a:pPr>
            <a:r>
              <a:rPr lang="es-ES">
                <a:latin typeface="Poppins"/>
                <a:ea typeface="Poppins"/>
                <a:cs typeface="Poppins"/>
                <a:sym typeface="Poppins"/>
              </a:rPr>
              <a:t>• Qué es la resta: el proceso de </a:t>
            </a:r>
            <a:r>
              <a:rPr b="1" lang="es-ES">
                <a:latin typeface="Poppins"/>
                <a:ea typeface="Poppins"/>
                <a:cs typeface="Poppins"/>
                <a:sym typeface="Poppins"/>
              </a:rPr>
              <a:t>sacar, retroceder o quitar algo de un todo</a:t>
            </a:r>
            <a:r>
              <a:rPr lang="es-ES">
                <a:latin typeface="Poppins"/>
                <a:ea typeface="Poppins"/>
                <a:cs typeface="Poppins"/>
                <a:sym typeface="Poppins"/>
              </a:rPr>
              <a:t>.</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rPr i="1" lang="es-ES">
                <a:latin typeface="Poppins"/>
                <a:ea typeface="Poppins"/>
                <a:cs typeface="Poppins"/>
                <a:sym typeface="Poppins"/>
              </a:rPr>
              <a:t>Introduce los términos </a:t>
            </a:r>
            <a:r>
              <a:rPr b="1" i="1" lang="es-ES">
                <a:latin typeface="Poppins"/>
                <a:ea typeface="Poppins"/>
                <a:cs typeface="Poppins"/>
                <a:sym typeface="Poppins"/>
              </a:rPr>
              <a:t>“minuendo,” “sustraendo” y “diferencia”</a:t>
            </a:r>
            <a:r>
              <a:rPr i="1" lang="es-ES">
                <a:latin typeface="Poppins"/>
                <a:ea typeface="Poppins"/>
                <a:cs typeface="Poppins"/>
                <a:sym typeface="Poppins"/>
              </a:rPr>
              <a:t> usando los ejemplos de la sesión y etiquetando cada número en la operación. Similar a la suma, hazle notar cómo la r</a:t>
            </a:r>
            <a:r>
              <a:rPr b="1" i="1" lang="es-ES">
                <a:latin typeface="Poppins"/>
                <a:ea typeface="Poppins"/>
                <a:cs typeface="Poppins"/>
                <a:sym typeface="Poppins"/>
              </a:rPr>
              <a:t>esta (-) y el igual (=) conectan los números</a:t>
            </a:r>
            <a:r>
              <a:rPr i="1" lang="es-ES">
                <a:latin typeface="Poppins"/>
                <a:ea typeface="Poppins"/>
                <a:cs typeface="Poppins"/>
                <a:sym typeface="Poppins"/>
              </a:rPr>
              <a:t>, explicando el rol de cada símbolo en una operación.</a:t>
            </a:r>
            <a:endParaRPr i="1">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i="1">
              <a:latin typeface="Poppins"/>
              <a:ea typeface="Poppins"/>
              <a:cs typeface="Poppins"/>
              <a:sym typeface="Poppins"/>
            </a:endParaRPr>
          </a:p>
          <a:p>
            <a:pPr indent="457200" lvl="0" marL="0" rtl="0" algn="just">
              <a:lnSpc>
                <a:spcPct val="150000"/>
              </a:lnSpc>
              <a:spcBef>
                <a:spcPts val="0"/>
              </a:spcBef>
              <a:spcAft>
                <a:spcPts val="0"/>
              </a:spcAft>
              <a:buClr>
                <a:schemeClr val="dk1"/>
              </a:buClr>
              <a:buSzPts val="1100"/>
              <a:buFont typeface="Arial"/>
              <a:buNone/>
            </a:pPr>
            <a:r>
              <a:rPr lang="es-ES">
                <a:latin typeface="Poppins"/>
                <a:ea typeface="Poppins"/>
                <a:cs typeface="Poppins"/>
                <a:sym typeface="Poppins"/>
              </a:rPr>
              <a:t>• “</a:t>
            </a:r>
            <a:r>
              <a:rPr b="1" lang="es-ES">
                <a:latin typeface="Poppins"/>
                <a:ea typeface="Poppins"/>
                <a:cs typeface="Poppins"/>
                <a:sym typeface="Poppins"/>
              </a:rPr>
              <a:t>Contar hacia atrás</a:t>
            </a:r>
            <a:r>
              <a:rPr lang="es-ES">
                <a:latin typeface="Poppins"/>
                <a:ea typeface="Poppins"/>
                <a:cs typeface="Poppins"/>
                <a:sym typeface="Poppins"/>
              </a:rPr>
              <a:t>” como estrategia de resta.</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rPr i="1" lang="es-ES">
                <a:latin typeface="Poppins"/>
                <a:ea typeface="Poppins"/>
                <a:cs typeface="Poppins"/>
                <a:sym typeface="Poppins"/>
              </a:rPr>
              <a:t>Muéstrale a tu estudiante </a:t>
            </a:r>
            <a:r>
              <a:rPr b="1" i="1" lang="es-ES">
                <a:latin typeface="Poppins"/>
                <a:ea typeface="Poppins"/>
                <a:cs typeface="Poppins"/>
                <a:sym typeface="Poppins"/>
              </a:rPr>
              <a:t>cómo ubicar el primer número</a:t>
            </a:r>
            <a:r>
              <a:rPr i="1" lang="es-ES">
                <a:latin typeface="Poppins"/>
                <a:ea typeface="Poppins"/>
                <a:cs typeface="Poppins"/>
                <a:sym typeface="Poppins"/>
              </a:rPr>
              <a:t> y luego cómo moverse hacia atrás para restar, explicando que esto </a:t>
            </a:r>
            <a:r>
              <a:rPr b="1" i="1" lang="es-ES">
                <a:latin typeface="Poppins"/>
                <a:ea typeface="Poppins"/>
                <a:cs typeface="Poppins"/>
                <a:sym typeface="Poppins"/>
              </a:rPr>
              <a:t>representa la disminución del número inicial (minuendo) hasta llegar a la diferencia.</a:t>
            </a:r>
            <a:endParaRPr b="1" i="1">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latin typeface="Poppins"/>
              <a:ea typeface="Poppins"/>
              <a:cs typeface="Poppins"/>
              <a:sym typeface="Poppins"/>
            </a:endParaRPr>
          </a:p>
          <a:p>
            <a:pPr indent="0" lvl="0" marL="0" rtl="0" algn="just">
              <a:lnSpc>
                <a:spcPct val="150000"/>
              </a:lnSpc>
              <a:spcBef>
                <a:spcPts val="0"/>
              </a:spcBef>
              <a:spcAft>
                <a:spcPts val="0"/>
              </a:spcAft>
              <a:buNone/>
            </a:pPr>
            <a:r>
              <a:t/>
            </a:r>
            <a:endParaRPr>
              <a:latin typeface="Poppins"/>
              <a:ea typeface="Poppins"/>
              <a:cs typeface="Poppins"/>
              <a:sym typeface="Poppins"/>
            </a:endParaRPr>
          </a:p>
          <a:p>
            <a:pPr indent="0" lvl="0" marL="0" rtl="0" algn="just">
              <a:lnSpc>
                <a:spcPct val="150000"/>
              </a:lnSpc>
              <a:spcBef>
                <a:spcPts val="0"/>
              </a:spcBef>
              <a:spcAft>
                <a:spcPts val="0"/>
              </a:spcAft>
              <a:buNone/>
            </a:pPr>
            <a:r>
              <a:t/>
            </a:r>
            <a:endParaRPr>
              <a:latin typeface="Poppins"/>
              <a:ea typeface="Poppins"/>
              <a:cs typeface="Poppins"/>
              <a:sym typeface="Poppins"/>
            </a:endParaRPr>
          </a:p>
          <a:p>
            <a:pPr indent="0" lvl="0" marL="0" rtl="0" algn="just">
              <a:lnSpc>
                <a:spcPct val="150000"/>
              </a:lnSpc>
              <a:spcBef>
                <a:spcPts val="0"/>
              </a:spcBef>
              <a:spcAft>
                <a:spcPts val="0"/>
              </a:spcAft>
              <a:buNone/>
            </a:pPr>
            <a:r>
              <a:t/>
            </a:r>
            <a:endParaRPr b="1">
              <a:latin typeface="Poppins"/>
              <a:ea typeface="Poppins"/>
              <a:cs typeface="Poppins"/>
              <a:sym typeface="Poppins"/>
            </a:endParaRPr>
          </a:p>
          <a:p>
            <a:pPr indent="0" lvl="0" marL="0" rtl="0" algn="just">
              <a:lnSpc>
                <a:spcPct val="150000"/>
              </a:lnSpc>
              <a:spcBef>
                <a:spcPts val="0"/>
              </a:spcBef>
              <a:spcAft>
                <a:spcPts val="0"/>
              </a:spcAft>
              <a:buNone/>
            </a:pPr>
            <a:r>
              <a:t/>
            </a:r>
            <a:endParaRPr i="1">
              <a:latin typeface="Poppins"/>
              <a:ea typeface="Poppins"/>
              <a:cs typeface="Poppins"/>
              <a:sym typeface="Poppins"/>
            </a:endParaRPr>
          </a:p>
        </p:txBody>
      </p:sp>
      <p:sp>
        <p:nvSpPr>
          <p:cNvPr id="150" name="Google Shape;150;g33439243255_0_10"/>
          <p:cNvSpPr txBox="1"/>
          <p:nvPr/>
        </p:nvSpPr>
        <p:spPr>
          <a:xfrm>
            <a:off x="197050" y="113775"/>
            <a:ext cx="4564200" cy="43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ES" sz="1800">
                <a:solidFill>
                  <a:schemeClr val="dk1"/>
                </a:solidFill>
                <a:latin typeface="Calibri"/>
                <a:ea typeface="Calibri"/>
                <a:cs typeface="Calibri"/>
                <a:sym typeface="Calibri"/>
              </a:rPr>
              <a:t>IMPORTANTE: Información sólo para tutor/a</a:t>
            </a:r>
            <a:endParaRPr sz="1800">
              <a:solidFill>
                <a:schemeClr val="dk1"/>
              </a:solidFill>
              <a:latin typeface="Calibri"/>
              <a:ea typeface="Calibri"/>
              <a:cs typeface="Calibri"/>
              <a:sym typeface="Calibri"/>
            </a:endParaRPr>
          </a:p>
        </p:txBody>
      </p:sp>
      <p:sp>
        <p:nvSpPr>
          <p:cNvPr id="151" name="Google Shape;151;g33439243255_0_10"/>
          <p:cNvSpPr/>
          <p:nvPr/>
        </p:nvSpPr>
        <p:spPr>
          <a:xfrm>
            <a:off x="2538175" y="630575"/>
            <a:ext cx="7727100" cy="630300"/>
          </a:xfrm>
          <a:prstGeom prst="roundRect">
            <a:avLst>
              <a:gd fmla="val 16667" name="adj"/>
            </a:avLst>
          </a:prstGeom>
          <a:solidFill>
            <a:srgbClr val="3259A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52" name="Google Shape;152;g33439243255_0_10"/>
          <p:cNvSpPr txBox="1"/>
          <p:nvPr/>
        </p:nvSpPr>
        <p:spPr>
          <a:xfrm>
            <a:off x="3518200" y="676623"/>
            <a:ext cx="5757900" cy="630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ES" sz="2800">
                <a:solidFill>
                  <a:schemeClr val="lt1"/>
                </a:solidFill>
                <a:latin typeface="Poppins"/>
                <a:ea typeface="Poppins"/>
                <a:cs typeface="Poppins"/>
                <a:sym typeface="Poppins"/>
              </a:rPr>
              <a:t>PLANIFICACIÓN TUTORÍA</a:t>
            </a:r>
            <a:endParaRPr sz="2800">
              <a:solidFill>
                <a:schemeClr val="lt1"/>
              </a:solidFill>
              <a:latin typeface="Poppins"/>
              <a:ea typeface="Poppins"/>
              <a:cs typeface="Poppins"/>
              <a:sym typeface="Poppins"/>
            </a:endParaRPr>
          </a:p>
        </p:txBody>
      </p:sp>
      <p:pic>
        <p:nvPicPr>
          <p:cNvPr id="153" name="Google Shape;153;g33439243255_0_10"/>
          <p:cNvPicPr preferRelativeResize="0"/>
          <p:nvPr/>
        </p:nvPicPr>
        <p:blipFill>
          <a:blip r:embed="rId3">
            <a:alphaModFix/>
          </a:blip>
          <a:stretch>
            <a:fillRect/>
          </a:stretch>
        </p:blipFill>
        <p:spPr>
          <a:xfrm>
            <a:off x="10897300" y="277737"/>
            <a:ext cx="975700" cy="10291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g33439243255_0_107"/>
          <p:cNvSpPr txBox="1"/>
          <p:nvPr/>
        </p:nvSpPr>
        <p:spPr>
          <a:xfrm>
            <a:off x="786350" y="1597175"/>
            <a:ext cx="10918500" cy="937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ES" sz="1600">
                <a:solidFill>
                  <a:srgbClr val="3259A4"/>
                </a:solidFill>
                <a:latin typeface="Poppins"/>
                <a:ea typeface="Poppins"/>
                <a:cs typeface="Poppins"/>
                <a:sym typeface="Poppins"/>
              </a:rPr>
              <a:t>Consejos para realizar la sesión</a:t>
            </a:r>
            <a:endParaRPr sz="16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600">
              <a:solidFill>
                <a:schemeClr val="dk1"/>
              </a:solidFill>
              <a:latin typeface="Poppins Light"/>
              <a:ea typeface="Poppins Light"/>
              <a:cs typeface="Poppins Light"/>
              <a:sym typeface="Poppins Light"/>
            </a:endParaRPr>
          </a:p>
        </p:txBody>
      </p:sp>
      <p:sp>
        <p:nvSpPr>
          <p:cNvPr id="159" name="Google Shape;159;g33439243255_0_107"/>
          <p:cNvSpPr txBox="1"/>
          <p:nvPr/>
        </p:nvSpPr>
        <p:spPr>
          <a:xfrm>
            <a:off x="938750" y="2131575"/>
            <a:ext cx="10402500" cy="7834800"/>
          </a:xfrm>
          <a:prstGeom prst="rect">
            <a:avLst/>
          </a:prstGeom>
          <a:noFill/>
          <a:ln>
            <a:noFill/>
          </a:ln>
        </p:spPr>
        <p:txBody>
          <a:bodyPr anchorCtr="0" anchor="t" bIns="91425" lIns="91425" spcFirstLastPara="1" rIns="91425" wrap="square" tIns="91425">
            <a:spAutoFit/>
          </a:bodyPr>
          <a:lstStyle/>
          <a:p>
            <a:pPr indent="457200" lvl="0" marL="0" rtl="0" algn="just">
              <a:lnSpc>
                <a:spcPct val="150000"/>
              </a:lnSpc>
              <a:spcBef>
                <a:spcPts val="0"/>
              </a:spcBef>
              <a:spcAft>
                <a:spcPts val="0"/>
              </a:spcAft>
              <a:buClr>
                <a:schemeClr val="dk1"/>
              </a:buClr>
              <a:buSzPts val="1100"/>
              <a:buFont typeface="Arial"/>
              <a:buNone/>
            </a:pPr>
            <a:r>
              <a:rPr lang="es-ES">
                <a:solidFill>
                  <a:schemeClr val="dk1"/>
                </a:solidFill>
                <a:latin typeface="Poppins"/>
                <a:ea typeface="Poppins"/>
                <a:cs typeface="Poppins"/>
                <a:sym typeface="Poppins"/>
              </a:rPr>
              <a:t>• Relación inversa y </a:t>
            </a:r>
            <a:r>
              <a:rPr b="1" lang="es-ES">
                <a:solidFill>
                  <a:schemeClr val="dk1"/>
                </a:solidFill>
                <a:latin typeface="Poppins"/>
                <a:ea typeface="Poppins"/>
                <a:cs typeface="Poppins"/>
                <a:sym typeface="Poppins"/>
              </a:rPr>
              <a:t>neutra </a:t>
            </a:r>
            <a:r>
              <a:rPr lang="es-ES">
                <a:solidFill>
                  <a:schemeClr val="dk1"/>
                </a:solidFill>
                <a:latin typeface="Poppins"/>
                <a:ea typeface="Poppins"/>
                <a:cs typeface="Poppins"/>
                <a:sym typeface="Poppins"/>
              </a:rPr>
              <a:t>de la resta.</a:t>
            </a:r>
            <a:endParaRPr>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rPr i="1" lang="es-ES">
                <a:solidFill>
                  <a:schemeClr val="dk1"/>
                </a:solidFill>
                <a:latin typeface="Poppins"/>
                <a:ea typeface="Poppins"/>
                <a:cs typeface="Poppins"/>
                <a:sym typeface="Poppins"/>
              </a:rPr>
              <a:t>Explica la </a:t>
            </a:r>
            <a:r>
              <a:rPr b="1" i="1" lang="es-ES">
                <a:solidFill>
                  <a:schemeClr val="dk1"/>
                </a:solidFill>
                <a:latin typeface="Poppins"/>
                <a:ea typeface="Poppins"/>
                <a:cs typeface="Poppins"/>
                <a:sym typeface="Poppins"/>
              </a:rPr>
              <a:t>relación inversa</a:t>
            </a:r>
            <a:r>
              <a:rPr i="1" lang="es-ES">
                <a:solidFill>
                  <a:schemeClr val="dk1"/>
                </a:solidFill>
                <a:latin typeface="Poppins"/>
                <a:ea typeface="Poppins"/>
                <a:cs typeface="Poppins"/>
                <a:sym typeface="Poppins"/>
              </a:rPr>
              <a:t> mediante ejemplos expresados en palabras, o sea que para el caso de la diapositiva 8 puedes plantear algo como:</a:t>
            </a:r>
            <a:endParaRPr i="1">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solidFill>
                <a:schemeClr val="dk1"/>
              </a:solidFill>
              <a:latin typeface="Poppins"/>
              <a:ea typeface="Poppins"/>
              <a:cs typeface="Poppins"/>
              <a:sym typeface="Poppins"/>
            </a:endParaRPr>
          </a:p>
          <a:p>
            <a:pPr indent="0" lvl="0" marL="0" rtl="0" algn="ctr">
              <a:lnSpc>
                <a:spcPct val="150000"/>
              </a:lnSpc>
              <a:spcBef>
                <a:spcPts val="0"/>
              </a:spcBef>
              <a:spcAft>
                <a:spcPts val="0"/>
              </a:spcAft>
              <a:buClr>
                <a:schemeClr val="dk1"/>
              </a:buClr>
              <a:buSzPts val="1100"/>
              <a:buFont typeface="Arial"/>
              <a:buNone/>
            </a:pPr>
            <a:r>
              <a:rPr lang="es-ES">
                <a:solidFill>
                  <a:schemeClr val="dk1"/>
                </a:solidFill>
                <a:latin typeface="Poppins"/>
                <a:ea typeface="Poppins"/>
                <a:cs typeface="Poppins"/>
                <a:sym typeface="Poppins"/>
              </a:rPr>
              <a:t>En total tengo 12 bloques y le quito 3; esto es lo mismo que tener 9 y agregarle 3.</a:t>
            </a:r>
            <a:endParaRPr>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rPr lang="es-ES">
                <a:solidFill>
                  <a:schemeClr val="dk1"/>
                </a:solidFill>
                <a:latin typeface="Poppins"/>
                <a:ea typeface="Poppins"/>
                <a:cs typeface="Poppins"/>
                <a:sym typeface="Poppins"/>
              </a:rPr>
              <a:t>Explica la </a:t>
            </a:r>
            <a:r>
              <a:rPr b="1" lang="es-ES">
                <a:solidFill>
                  <a:schemeClr val="dk1"/>
                </a:solidFill>
                <a:latin typeface="Poppins"/>
                <a:ea typeface="Poppins"/>
                <a:cs typeface="Poppins"/>
                <a:sym typeface="Poppins"/>
              </a:rPr>
              <a:t>propiedad neutra </a:t>
            </a:r>
            <a:r>
              <a:rPr lang="es-ES">
                <a:solidFill>
                  <a:schemeClr val="dk1"/>
                </a:solidFill>
                <a:latin typeface="Poppins"/>
                <a:ea typeface="Poppins"/>
                <a:cs typeface="Poppins"/>
                <a:sym typeface="Poppins"/>
              </a:rPr>
              <a:t>enseñando que el número 0 es "neutro" porque, al restarlo con cualquier número, el resultado no cambia. Muestra con los bloques que, si no quitas nada (representado por el 0) a un grupo de objetos, el grupo sigue siendo el mismo.</a:t>
            </a:r>
            <a:endParaRPr>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rPr lang="es-ES">
                <a:solidFill>
                  <a:schemeClr val="dk1"/>
                </a:solidFill>
                <a:latin typeface="Poppins"/>
                <a:ea typeface="Poppins"/>
                <a:cs typeface="Poppins"/>
                <a:sym typeface="Poppins"/>
              </a:rPr>
              <a:t>Con todo ello, verifica al cierre que tu estudiante puede relacionar las acciones de </a:t>
            </a:r>
            <a:r>
              <a:rPr b="1" lang="es-ES">
                <a:solidFill>
                  <a:schemeClr val="dk1"/>
                </a:solidFill>
                <a:latin typeface="Poppins"/>
                <a:ea typeface="Poppins"/>
                <a:cs typeface="Poppins"/>
                <a:sym typeface="Poppins"/>
              </a:rPr>
              <a:t>sacar, retroceder y quitar</a:t>
            </a:r>
            <a:r>
              <a:rPr lang="es-ES">
                <a:solidFill>
                  <a:schemeClr val="dk1"/>
                </a:solidFill>
                <a:latin typeface="Poppins"/>
                <a:ea typeface="Poppins"/>
                <a:cs typeface="Poppins"/>
                <a:sym typeface="Poppins"/>
              </a:rPr>
              <a:t> con la resta.</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latin typeface="Poppins"/>
              <a:ea typeface="Poppins"/>
              <a:cs typeface="Poppins"/>
              <a:sym typeface="Poppins"/>
            </a:endParaRPr>
          </a:p>
          <a:p>
            <a:pPr indent="0" lvl="0" marL="0" rtl="0" algn="just">
              <a:lnSpc>
                <a:spcPct val="150000"/>
              </a:lnSpc>
              <a:spcBef>
                <a:spcPts val="0"/>
              </a:spcBef>
              <a:spcAft>
                <a:spcPts val="0"/>
              </a:spcAft>
              <a:buNone/>
            </a:pPr>
            <a:r>
              <a:t/>
            </a:r>
            <a:endParaRPr>
              <a:latin typeface="Poppins"/>
              <a:ea typeface="Poppins"/>
              <a:cs typeface="Poppins"/>
              <a:sym typeface="Poppins"/>
            </a:endParaRPr>
          </a:p>
          <a:p>
            <a:pPr indent="0" lvl="0" marL="0" rtl="0" algn="just">
              <a:lnSpc>
                <a:spcPct val="150000"/>
              </a:lnSpc>
              <a:spcBef>
                <a:spcPts val="0"/>
              </a:spcBef>
              <a:spcAft>
                <a:spcPts val="0"/>
              </a:spcAft>
              <a:buNone/>
            </a:pPr>
            <a:r>
              <a:t/>
            </a:r>
            <a:endParaRPr>
              <a:latin typeface="Poppins"/>
              <a:ea typeface="Poppins"/>
              <a:cs typeface="Poppins"/>
              <a:sym typeface="Poppins"/>
            </a:endParaRPr>
          </a:p>
          <a:p>
            <a:pPr indent="0" lvl="0" marL="0" rtl="0" algn="just">
              <a:lnSpc>
                <a:spcPct val="150000"/>
              </a:lnSpc>
              <a:spcBef>
                <a:spcPts val="0"/>
              </a:spcBef>
              <a:spcAft>
                <a:spcPts val="0"/>
              </a:spcAft>
              <a:buNone/>
            </a:pPr>
            <a:r>
              <a:t/>
            </a:r>
            <a:endParaRPr b="1">
              <a:latin typeface="Poppins"/>
              <a:ea typeface="Poppins"/>
              <a:cs typeface="Poppins"/>
              <a:sym typeface="Poppins"/>
            </a:endParaRPr>
          </a:p>
          <a:p>
            <a:pPr indent="0" lvl="0" marL="0" rtl="0" algn="just">
              <a:lnSpc>
                <a:spcPct val="150000"/>
              </a:lnSpc>
              <a:spcBef>
                <a:spcPts val="0"/>
              </a:spcBef>
              <a:spcAft>
                <a:spcPts val="0"/>
              </a:spcAft>
              <a:buNone/>
            </a:pPr>
            <a:r>
              <a:t/>
            </a:r>
            <a:endParaRPr i="1">
              <a:latin typeface="Poppins"/>
              <a:ea typeface="Poppins"/>
              <a:cs typeface="Poppins"/>
              <a:sym typeface="Poppins"/>
            </a:endParaRPr>
          </a:p>
        </p:txBody>
      </p:sp>
      <p:sp>
        <p:nvSpPr>
          <p:cNvPr id="160" name="Google Shape;160;g33439243255_0_107"/>
          <p:cNvSpPr txBox="1"/>
          <p:nvPr/>
        </p:nvSpPr>
        <p:spPr>
          <a:xfrm>
            <a:off x="197050" y="113775"/>
            <a:ext cx="4564200" cy="43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ES" sz="1800">
                <a:solidFill>
                  <a:schemeClr val="dk1"/>
                </a:solidFill>
                <a:latin typeface="Calibri"/>
                <a:ea typeface="Calibri"/>
                <a:cs typeface="Calibri"/>
                <a:sym typeface="Calibri"/>
              </a:rPr>
              <a:t>IMPORTANTE: Información sólo para tutor/a</a:t>
            </a:r>
            <a:endParaRPr sz="1800">
              <a:solidFill>
                <a:schemeClr val="dk1"/>
              </a:solidFill>
              <a:latin typeface="Calibri"/>
              <a:ea typeface="Calibri"/>
              <a:cs typeface="Calibri"/>
              <a:sym typeface="Calibri"/>
            </a:endParaRPr>
          </a:p>
        </p:txBody>
      </p:sp>
      <p:sp>
        <p:nvSpPr>
          <p:cNvPr id="161" name="Google Shape;161;g33439243255_0_107"/>
          <p:cNvSpPr/>
          <p:nvPr/>
        </p:nvSpPr>
        <p:spPr>
          <a:xfrm>
            <a:off x="2538175" y="630575"/>
            <a:ext cx="7727100" cy="630300"/>
          </a:xfrm>
          <a:prstGeom prst="roundRect">
            <a:avLst>
              <a:gd fmla="val 16667" name="adj"/>
            </a:avLst>
          </a:prstGeom>
          <a:solidFill>
            <a:srgbClr val="3259A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62" name="Google Shape;162;g33439243255_0_107"/>
          <p:cNvSpPr txBox="1"/>
          <p:nvPr/>
        </p:nvSpPr>
        <p:spPr>
          <a:xfrm>
            <a:off x="3518200" y="676623"/>
            <a:ext cx="5757900" cy="630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ES" sz="2800">
                <a:solidFill>
                  <a:schemeClr val="lt1"/>
                </a:solidFill>
                <a:latin typeface="Poppins"/>
                <a:ea typeface="Poppins"/>
                <a:cs typeface="Poppins"/>
                <a:sym typeface="Poppins"/>
              </a:rPr>
              <a:t>PLANIFICACIÓN TUTORÍA</a:t>
            </a:r>
            <a:endParaRPr sz="2800">
              <a:solidFill>
                <a:schemeClr val="lt1"/>
              </a:solidFill>
              <a:latin typeface="Poppins"/>
              <a:ea typeface="Poppins"/>
              <a:cs typeface="Poppins"/>
              <a:sym typeface="Poppins"/>
            </a:endParaRPr>
          </a:p>
        </p:txBody>
      </p:sp>
      <p:pic>
        <p:nvPicPr>
          <p:cNvPr id="163" name="Google Shape;163;g33439243255_0_107"/>
          <p:cNvPicPr preferRelativeResize="0"/>
          <p:nvPr/>
        </p:nvPicPr>
        <p:blipFill>
          <a:blip r:embed="rId3">
            <a:alphaModFix/>
          </a:blip>
          <a:stretch>
            <a:fillRect/>
          </a:stretch>
        </p:blipFill>
        <p:spPr>
          <a:xfrm>
            <a:off x="10897300" y="277737"/>
            <a:ext cx="975700" cy="10291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g33439243255_0_19"/>
          <p:cNvSpPr txBox="1"/>
          <p:nvPr/>
        </p:nvSpPr>
        <p:spPr>
          <a:xfrm>
            <a:off x="197050" y="113775"/>
            <a:ext cx="4564200" cy="43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ES" sz="1800">
                <a:solidFill>
                  <a:schemeClr val="dk1"/>
                </a:solidFill>
                <a:latin typeface="Calibri"/>
                <a:ea typeface="Calibri"/>
                <a:cs typeface="Calibri"/>
                <a:sym typeface="Calibri"/>
              </a:rPr>
              <a:t>IMPORTANTE: Información sólo para tutor/a</a:t>
            </a:r>
            <a:endParaRPr sz="1800">
              <a:solidFill>
                <a:schemeClr val="dk1"/>
              </a:solidFill>
              <a:latin typeface="Calibri"/>
              <a:ea typeface="Calibri"/>
              <a:cs typeface="Calibri"/>
              <a:sym typeface="Calibri"/>
            </a:endParaRPr>
          </a:p>
        </p:txBody>
      </p:sp>
      <p:sp>
        <p:nvSpPr>
          <p:cNvPr id="169" name="Google Shape;169;g33439243255_0_19"/>
          <p:cNvSpPr txBox="1"/>
          <p:nvPr/>
        </p:nvSpPr>
        <p:spPr>
          <a:xfrm>
            <a:off x="380275" y="1624950"/>
            <a:ext cx="11268600" cy="207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ES" sz="2000">
                <a:solidFill>
                  <a:srgbClr val="3259A4"/>
                </a:solidFill>
                <a:latin typeface="Poppins"/>
                <a:ea typeface="Poppins"/>
                <a:cs typeface="Poppins"/>
                <a:sym typeface="Poppins"/>
              </a:rPr>
              <a:t>Para Complementar</a:t>
            </a:r>
            <a:endParaRPr b="1" sz="2000">
              <a:solidFill>
                <a:srgbClr val="3259A4"/>
              </a:solidFill>
              <a:latin typeface="Poppins"/>
              <a:ea typeface="Poppins"/>
              <a:cs typeface="Poppins"/>
              <a:sym typeface="Poppins"/>
            </a:endParaRPr>
          </a:p>
          <a:p>
            <a:pPr indent="0" lvl="0" marL="0" rtl="0" algn="l">
              <a:spcBef>
                <a:spcPts val="0"/>
              </a:spcBef>
              <a:spcAft>
                <a:spcPts val="0"/>
              </a:spcAft>
              <a:buNone/>
            </a:pPr>
            <a:r>
              <a:t/>
            </a:r>
            <a:endParaRPr b="1" sz="2000">
              <a:solidFill>
                <a:srgbClr val="3259A4"/>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rPr lang="es-ES" sz="1800">
                <a:solidFill>
                  <a:schemeClr val="dk1"/>
                </a:solidFill>
                <a:latin typeface="Poppins"/>
                <a:ea typeface="Poppins"/>
                <a:cs typeface="Poppins"/>
                <a:sym typeface="Poppins"/>
              </a:rPr>
              <a:t>Anima a tu estudiante a crear ejemplos de su día a día en que tenga que restar y que verifique esos resultados sumando la diferencia y el sustraendo para verificar que el resultado sea igual al minuendo.</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None/>
            </a:pPr>
            <a:r>
              <a:t/>
            </a:r>
            <a:endParaRPr sz="1800">
              <a:solidFill>
                <a:schemeClr val="dk1"/>
              </a:solidFill>
              <a:latin typeface="Poppins"/>
              <a:ea typeface="Poppins"/>
              <a:cs typeface="Poppins"/>
              <a:sym typeface="Poppins"/>
            </a:endParaRPr>
          </a:p>
          <a:p>
            <a:pPr indent="0" lvl="0" marL="0" rtl="0" algn="l">
              <a:spcBef>
                <a:spcPts val="0"/>
              </a:spcBef>
              <a:spcAft>
                <a:spcPts val="0"/>
              </a:spcAft>
              <a:buNone/>
            </a:pPr>
            <a:r>
              <a:t/>
            </a:r>
            <a:endParaRPr sz="2800">
              <a:solidFill>
                <a:schemeClr val="dk1"/>
              </a:solidFill>
              <a:latin typeface="Poppins"/>
              <a:ea typeface="Poppins"/>
              <a:cs typeface="Poppins"/>
              <a:sym typeface="Poppins"/>
            </a:endParaRPr>
          </a:p>
        </p:txBody>
      </p:sp>
      <p:sp>
        <p:nvSpPr>
          <p:cNvPr id="170" name="Google Shape;170;g33439243255_0_19"/>
          <p:cNvSpPr txBox="1"/>
          <p:nvPr/>
        </p:nvSpPr>
        <p:spPr>
          <a:xfrm>
            <a:off x="380275" y="4058725"/>
            <a:ext cx="11268600" cy="207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ES" sz="2000">
                <a:solidFill>
                  <a:srgbClr val="3259A4"/>
                </a:solidFill>
                <a:latin typeface="Poppins"/>
                <a:ea typeface="Poppins"/>
                <a:cs typeface="Poppins"/>
                <a:sym typeface="Poppins"/>
              </a:rPr>
              <a:t>Preguntas de Cierre</a:t>
            </a:r>
            <a:endParaRPr b="1" sz="2000">
              <a:solidFill>
                <a:srgbClr val="3259A4"/>
              </a:solidFill>
              <a:latin typeface="Poppins"/>
              <a:ea typeface="Poppins"/>
              <a:cs typeface="Poppins"/>
              <a:sym typeface="Poppins"/>
            </a:endParaRPr>
          </a:p>
          <a:p>
            <a:pPr indent="0" lvl="0" marL="0" rtl="0" algn="l">
              <a:spcBef>
                <a:spcPts val="0"/>
              </a:spcBef>
              <a:spcAft>
                <a:spcPts val="0"/>
              </a:spcAft>
              <a:buNone/>
            </a:pPr>
            <a:r>
              <a:t/>
            </a:r>
            <a:endParaRPr b="1" sz="2000">
              <a:solidFill>
                <a:srgbClr val="3259A4"/>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rPr lang="es-ES" sz="1800">
                <a:solidFill>
                  <a:schemeClr val="dk1"/>
                </a:solidFill>
                <a:latin typeface="Poppins"/>
                <a:ea typeface="Poppins"/>
                <a:cs typeface="Poppins"/>
                <a:sym typeface="Poppins"/>
              </a:rPr>
              <a:t>1. ¿Qué representan el minuendo, el sustraendo y la diferencia en una resta?</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rPr lang="es-ES" sz="1800">
                <a:solidFill>
                  <a:schemeClr val="dk1"/>
                </a:solidFill>
                <a:latin typeface="Poppins"/>
                <a:ea typeface="Poppins"/>
                <a:cs typeface="Poppins"/>
                <a:sym typeface="Poppins"/>
              </a:rPr>
              <a:t>2. ¿Cómo puedes usar la recta numérica para contar hacia atrás?</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rPr lang="es-ES" sz="1800">
                <a:solidFill>
                  <a:schemeClr val="dk1"/>
                </a:solidFill>
                <a:latin typeface="Poppins"/>
                <a:ea typeface="Poppins"/>
                <a:cs typeface="Poppins"/>
                <a:sym typeface="Poppins"/>
              </a:rPr>
              <a:t>3. ¿Qué pasa si restas 0 en una operación de resta?</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None/>
            </a:pPr>
            <a:r>
              <a:t/>
            </a:r>
            <a:endParaRPr sz="1800">
              <a:solidFill>
                <a:schemeClr val="dk1"/>
              </a:solidFill>
              <a:latin typeface="Poppins"/>
              <a:ea typeface="Poppins"/>
              <a:cs typeface="Poppins"/>
              <a:sym typeface="Poppins"/>
            </a:endParaRPr>
          </a:p>
          <a:p>
            <a:pPr indent="0" lvl="0" marL="0" rtl="0" algn="l">
              <a:spcBef>
                <a:spcPts val="0"/>
              </a:spcBef>
              <a:spcAft>
                <a:spcPts val="0"/>
              </a:spcAft>
              <a:buNone/>
            </a:pPr>
            <a:r>
              <a:t/>
            </a:r>
            <a:endParaRPr sz="2800">
              <a:solidFill>
                <a:schemeClr val="dk1"/>
              </a:solidFill>
              <a:latin typeface="Poppins"/>
              <a:ea typeface="Poppins"/>
              <a:cs typeface="Poppins"/>
              <a:sym typeface="Poppins"/>
            </a:endParaRPr>
          </a:p>
        </p:txBody>
      </p:sp>
      <p:sp>
        <p:nvSpPr>
          <p:cNvPr id="171" name="Google Shape;171;g33439243255_0_19"/>
          <p:cNvSpPr/>
          <p:nvPr/>
        </p:nvSpPr>
        <p:spPr>
          <a:xfrm>
            <a:off x="2538175" y="630575"/>
            <a:ext cx="7727100" cy="630300"/>
          </a:xfrm>
          <a:prstGeom prst="roundRect">
            <a:avLst>
              <a:gd fmla="val 16667" name="adj"/>
            </a:avLst>
          </a:prstGeom>
          <a:solidFill>
            <a:srgbClr val="3259A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72" name="Google Shape;172;g33439243255_0_19"/>
          <p:cNvSpPr txBox="1"/>
          <p:nvPr/>
        </p:nvSpPr>
        <p:spPr>
          <a:xfrm>
            <a:off x="3518200" y="676623"/>
            <a:ext cx="5757900" cy="630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ES" sz="2800">
                <a:solidFill>
                  <a:schemeClr val="lt1"/>
                </a:solidFill>
                <a:latin typeface="Poppins"/>
                <a:ea typeface="Poppins"/>
                <a:cs typeface="Poppins"/>
                <a:sym typeface="Poppins"/>
              </a:rPr>
              <a:t>PLANIFICACIÓN TUTORÍA</a:t>
            </a:r>
            <a:endParaRPr sz="2800">
              <a:solidFill>
                <a:schemeClr val="lt1"/>
              </a:solidFill>
              <a:latin typeface="Poppins"/>
              <a:ea typeface="Poppins"/>
              <a:cs typeface="Poppins"/>
              <a:sym typeface="Poppins"/>
            </a:endParaRPr>
          </a:p>
        </p:txBody>
      </p:sp>
      <p:pic>
        <p:nvPicPr>
          <p:cNvPr id="173" name="Google Shape;173;g33439243255_0_19"/>
          <p:cNvPicPr preferRelativeResize="0"/>
          <p:nvPr/>
        </p:nvPicPr>
        <p:blipFill>
          <a:blip r:embed="rId3">
            <a:alphaModFix/>
          </a:blip>
          <a:stretch>
            <a:fillRect/>
          </a:stretch>
        </p:blipFill>
        <p:spPr>
          <a:xfrm>
            <a:off x="10897300" y="277737"/>
            <a:ext cx="975700" cy="10291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pic>
        <p:nvPicPr>
          <p:cNvPr id="178" name="Google Shape;178;p2"/>
          <p:cNvPicPr preferRelativeResize="0"/>
          <p:nvPr/>
        </p:nvPicPr>
        <p:blipFill rotWithShape="1">
          <a:blip r:embed="rId3">
            <a:alphaModFix/>
          </a:blip>
          <a:srcRect b="0" l="0" r="0" t="0"/>
          <a:stretch/>
        </p:blipFill>
        <p:spPr>
          <a:xfrm>
            <a:off x="1" y="0"/>
            <a:ext cx="12191995" cy="6858000"/>
          </a:xfrm>
          <a:prstGeom prst="rect">
            <a:avLst/>
          </a:prstGeom>
          <a:noFill/>
          <a:ln>
            <a:noFill/>
          </a:ln>
        </p:spPr>
      </p:pic>
      <p:pic>
        <p:nvPicPr>
          <p:cNvPr id="179" name="Google Shape;179;p2"/>
          <p:cNvPicPr preferRelativeResize="0"/>
          <p:nvPr/>
        </p:nvPicPr>
        <p:blipFill>
          <a:blip r:embed="rId4">
            <a:alphaModFix/>
          </a:blip>
          <a:stretch>
            <a:fillRect/>
          </a:stretch>
        </p:blipFill>
        <p:spPr>
          <a:xfrm>
            <a:off x="11057200" y="5216937"/>
            <a:ext cx="975700" cy="10291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g337c34b9724_0_0"/>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t/>
            </a:r>
            <a:endParaRPr/>
          </a:p>
        </p:txBody>
      </p:sp>
      <p:sp>
        <p:nvSpPr>
          <p:cNvPr id="185" name="Google Shape;185;g337c34b9724_0_0"/>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t/>
            </a:r>
            <a:endParaRPr/>
          </a:p>
        </p:txBody>
      </p:sp>
      <p:pic>
        <p:nvPicPr>
          <p:cNvPr descr="Forma&#10;&#10;Descripción generada automáticamente con confianza media" id="186" name="Google Shape;186;g337c34b9724_0_0"/>
          <p:cNvPicPr preferRelativeResize="0"/>
          <p:nvPr>
            <p:ph idx="1" type="body"/>
          </p:nvPr>
        </p:nvPicPr>
        <p:blipFill rotWithShape="1">
          <a:blip r:embed="rId3">
            <a:alphaModFix/>
          </a:blip>
          <a:srcRect b="0" l="0" r="0" t="0"/>
          <a:stretch/>
        </p:blipFill>
        <p:spPr>
          <a:xfrm>
            <a:off x="-7" y="12767"/>
            <a:ext cx="12192000" cy="6858000"/>
          </a:xfrm>
          <a:prstGeom prst="rect">
            <a:avLst/>
          </a:prstGeom>
          <a:noFill/>
          <a:ln>
            <a:noFill/>
          </a:ln>
        </p:spPr>
      </p:pic>
      <p:sp>
        <p:nvSpPr>
          <p:cNvPr id="187" name="Google Shape;187;g337c34b9724_0_0"/>
          <p:cNvSpPr txBox="1"/>
          <p:nvPr/>
        </p:nvSpPr>
        <p:spPr>
          <a:xfrm>
            <a:off x="1661250" y="543825"/>
            <a:ext cx="8869500" cy="677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ES" sz="3200">
                <a:solidFill>
                  <a:schemeClr val="lt1"/>
                </a:solidFill>
                <a:highlight>
                  <a:srgbClr val="009287"/>
                </a:highlight>
                <a:latin typeface="Patrick Hand"/>
                <a:ea typeface="Patrick Hand"/>
                <a:cs typeface="Patrick Hand"/>
                <a:sym typeface="Patrick Hand"/>
              </a:rPr>
              <a:t> Algunas recomendaciones  </a:t>
            </a:r>
            <a:endParaRPr/>
          </a:p>
        </p:txBody>
      </p:sp>
      <p:sp>
        <p:nvSpPr>
          <p:cNvPr id="188" name="Google Shape;188;g337c34b9724_0_0"/>
          <p:cNvSpPr txBox="1"/>
          <p:nvPr/>
        </p:nvSpPr>
        <p:spPr>
          <a:xfrm>
            <a:off x="602300" y="1416475"/>
            <a:ext cx="11331900" cy="3801600"/>
          </a:xfrm>
          <a:prstGeom prst="rect">
            <a:avLst/>
          </a:prstGeom>
          <a:noFill/>
          <a:ln>
            <a:noFill/>
          </a:ln>
        </p:spPr>
        <p:txBody>
          <a:bodyPr anchorCtr="0" anchor="t" bIns="91425" lIns="91425" spcFirstLastPara="1" rIns="91425" wrap="square" tIns="91425">
            <a:spAutoFit/>
          </a:bodyPr>
          <a:lstStyle/>
          <a:p>
            <a:pPr indent="-311150" lvl="0" marL="457200" rtl="0" algn="just">
              <a:spcBef>
                <a:spcPts val="0"/>
              </a:spcBef>
              <a:spcAft>
                <a:spcPts val="0"/>
              </a:spcAft>
              <a:buClr>
                <a:schemeClr val="dk1"/>
              </a:buClr>
              <a:buSzPts val="1300"/>
              <a:buFont typeface="Poppins"/>
              <a:buChar char="●"/>
            </a:pPr>
            <a:r>
              <a:rPr lang="es-ES" sz="1300">
                <a:solidFill>
                  <a:schemeClr val="dk1"/>
                </a:solidFill>
                <a:latin typeface="Poppins"/>
                <a:ea typeface="Poppins"/>
                <a:cs typeface="Poppins"/>
                <a:sym typeface="Poppins"/>
              </a:rPr>
              <a:t>Antes de comenzar recuerda revisar el Planificador de Tutorías que se encuentra en las diapositivas previas. Este planificador te permite organizar el contenido de esta ruta para guiar el desarrollo de cada sesión. </a:t>
            </a:r>
            <a:endParaRPr sz="1300">
              <a:solidFill>
                <a:schemeClr val="dk1"/>
              </a:solidFill>
              <a:latin typeface="Poppins"/>
              <a:ea typeface="Poppins"/>
              <a:cs typeface="Poppins"/>
              <a:sym typeface="Poppins"/>
            </a:endParaRPr>
          </a:p>
          <a:p>
            <a:pPr indent="0" lvl="0" marL="457200" rtl="0" algn="just">
              <a:spcBef>
                <a:spcPts val="0"/>
              </a:spcBef>
              <a:spcAft>
                <a:spcPts val="0"/>
              </a:spcAft>
              <a:buNone/>
            </a:pPr>
            <a:r>
              <a:t/>
            </a:r>
            <a:endParaRPr sz="1300">
              <a:solidFill>
                <a:schemeClr val="dk1"/>
              </a:solidFill>
              <a:latin typeface="Poppins"/>
              <a:ea typeface="Poppins"/>
              <a:cs typeface="Poppins"/>
              <a:sym typeface="Poppins"/>
            </a:endParaRPr>
          </a:p>
          <a:p>
            <a:pPr indent="-311150" lvl="0" marL="457200" rtl="0" algn="just">
              <a:spcBef>
                <a:spcPts val="0"/>
              </a:spcBef>
              <a:spcAft>
                <a:spcPts val="0"/>
              </a:spcAft>
              <a:buClr>
                <a:schemeClr val="dk1"/>
              </a:buClr>
              <a:buSzPts val="1300"/>
              <a:buFont typeface="Poppins"/>
              <a:buChar char="●"/>
            </a:pPr>
            <a:r>
              <a:rPr lang="es-ES" sz="1300">
                <a:solidFill>
                  <a:schemeClr val="dk1"/>
                </a:solidFill>
                <a:latin typeface="Poppins"/>
                <a:ea typeface="Poppins"/>
                <a:cs typeface="Poppins"/>
                <a:sym typeface="Poppins"/>
              </a:rPr>
              <a:t>Ejercicios: Si quieres obtener más ejercicios para practicar con tu alumno te recomendamos las siguientes páginas web:  </a:t>
            </a:r>
            <a:endParaRPr sz="1300">
              <a:solidFill>
                <a:schemeClr val="dk1"/>
              </a:solidFill>
              <a:latin typeface="Poppins"/>
              <a:ea typeface="Poppins"/>
              <a:cs typeface="Poppins"/>
              <a:sym typeface="Poppins"/>
            </a:endParaRPr>
          </a:p>
          <a:p>
            <a:pPr indent="0" lvl="0" marL="457200" rtl="0" algn="just">
              <a:spcBef>
                <a:spcPts val="0"/>
              </a:spcBef>
              <a:spcAft>
                <a:spcPts val="0"/>
              </a:spcAft>
              <a:buNone/>
            </a:pPr>
            <a:r>
              <a:t/>
            </a:r>
            <a:endParaRPr sz="1300">
              <a:solidFill>
                <a:schemeClr val="dk1"/>
              </a:solidFill>
              <a:latin typeface="Poppins"/>
              <a:ea typeface="Poppins"/>
              <a:cs typeface="Poppins"/>
              <a:sym typeface="Poppins"/>
            </a:endParaRPr>
          </a:p>
          <a:p>
            <a:pPr indent="-311150" lvl="0" marL="457200" rtl="0" algn="just">
              <a:spcBef>
                <a:spcPts val="0"/>
              </a:spcBef>
              <a:spcAft>
                <a:spcPts val="0"/>
              </a:spcAft>
              <a:buClr>
                <a:schemeClr val="dk1"/>
              </a:buClr>
              <a:buSzPts val="1300"/>
              <a:buFont typeface="Poppins"/>
              <a:buChar char="-"/>
            </a:pPr>
            <a:r>
              <a:rPr lang="es-ES" sz="1300">
                <a:solidFill>
                  <a:schemeClr val="dk1"/>
                </a:solidFill>
                <a:latin typeface="Poppins"/>
                <a:ea typeface="Poppins"/>
                <a:cs typeface="Poppins"/>
                <a:sym typeface="Poppins"/>
              </a:rPr>
              <a:t>Khan Academy : </a:t>
            </a:r>
            <a:r>
              <a:rPr lang="es-ES" sz="1300" u="sng">
                <a:solidFill>
                  <a:srgbClr val="0097A7"/>
                </a:solidFill>
                <a:latin typeface="Poppins"/>
                <a:ea typeface="Poppins"/>
                <a:cs typeface="Poppins"/>
                <a:sym typeface="Poppins"/>
                <a:hlinkClick r:id="rId4">
                  <a:extLst>
                    <a:ext uri="{A12FA001-AC4F-418D-AE19-62706E023703}">
                      <ahyp:hlinkClr val="tx"/>
                    </a:ext>
                  </a:extLst>
                </a:hlinkClick>
              </a:rPr>
              <a:t>https://es.khanacademy.org/</a:t>
            </a:r>
            <a:r>
              <a:rPr lang="es-ES" sz="1300">
                <a:solidFill>
                  <a:schemeClr val="dk1"/>
                </a:solidFill>
                <a:latin typeface="Poppins"/>
                <a:ea typeface="Poppins"/>
                <a:cs typeface="Poppins"/>
                <a:sym typeface="Poppins"/>
              </a:rPr>
              <a:t> : Pagina gratuita. Es una página fácil de manejar y de buscar. Contiene numerosos ejercicios, videos y evaluaciones.  </a:t>
            </a:r>
            <a:endParaRPr sz="1300">
              <a:solidFill>
                <a:schemeClr val="dk1"/>
              </a:solidFill>
              <a:latin typeface="Poppins"/>
              <a:ea typeface="Poppins"/>
              <a:cs typeface="Poppins"/>
              <a:sym typeface="Poppins"/>
            </a:endParaRPr>
          </a:p>
          <a:p>
            <a:pPr indent="0" lvl="0" marL="457200" rtl="0" algn="just">
              <a:spcBef>
                <a:spcPts val="0"/>
              </a:spcBef>
              <a:spcAft>
                <a:spcPts val="0"/>
              </a:spcAft>
              <a:buNone/>
            </a:pPr>
            <a:r>
              <a:t/>
            </a:r>
            <a:endParaRPr sz="1300">
              <a:solidFill>
                <a:schemeClr val="dk1"/>
              </a:solidFill>
              <a:latin typeface="Poppins"/>
              <a:ea typeface="Poppins"/>
              <a:cs typeface="Poppins"/>
              <a:sym typeface="Poppins"/>
            </a:endParaRPr>
          </a:p>
          <a:p>
            <a:pPr indent="-311150" lvl="0" marL="457200" rtl="0" algn="just">
              <a:lnSpc>
                <a:spcPct val="115000"/>
              </a:lnSpc>
              <a:spcBef>
                <a:spcPts val="0"/>
              </a:spcBef>
              <a:spcAft>
                <a:spcPts val="0"/>
              </a:spcAft>
              <a:buClr>
                <a:schemeClr val="dk1"/>
              </a:buClr>
              <a:buSzPts val="1300"/>
              <a:buChar char="-"/>
            </a:pPr>
            <a:r>
              <a:rPr lang="es-ES" sz="1300">
                <a:solidFill>
                  <a:schemeClr val="dk1"/>
                </a:solidFill>
                <a:latin typeface="Poppins"/>
                <a:ea typeface="Poppins"/>
                <a:cs typeface="Poppins"/>
                <a:sym typeface="Poppins"/>
              </a:rPr>
              <a:t>Matematicas libre: </a:t>
            </a:r>
            <a:r>
              <a:rPr lang="es-ES" sz="1300" u="sng">
                <a:solidFill>
                  <a:srgbClr val="0097A7"/>
                </a:solidFill>
                <a:latin typeface="Poppins"/>
                <a:ea typeface="Poppins"/>
                <a:cs typeface="Poppins"/>
                <a:sym typeface="Poppins"/>
                <a:hlinkClick r:id="rId5">
                  <a:extLst>
                    <a:ext uri="{A12FA001-AC4F-418D-AE19-62706E023703}">
                      <ahyp:hlinkClr val="tx"/>
                    </a:ext>
                  </a:extLst>
                </a:hlinkClick>
              </a:rPr>
              <a:t>https://mateslibres.com/</a:t>
            </a:r>
            <a:r>
              <a:rPr lang="es-ES" sz="1300">
                <a:solidFill>
                  <a:schemeClr val="dk1"/>
                </a:solidFill>
                <a:latin typeface="Poppins"/>
                <a:ea typeface="Poppins"/>
                <a:cs typeface="Poppins"/>
                <a:sym typeface="Poppins"/>
              </a:rPr>
              <a:t> : Pagina gratuita , con ejercicios variados. </a:t>
            </a:r>
            <a:endParaRPr sz="1300">
              <a:solidFill>
                <a:schemeClr val="dk1"/>
              </a:solidFill>
              <a:latin typeface="Poppins"/>
              <a:ea typeface="Poppins"/>
              <a:cs typeface="Poppins"/>
              <a:sym typeface="Poppins"/>
            </a:endParaRPr>
          </a:p>
          <a:p>
            <a:pPr indent="-311150" lvl="0" marL="457200" rtl="0" algn="just">
              <a:lnSpc>
                <a:spcPct val="115000"/>
              </a:lnSpc>
              <a:spcBef>
                <a:spcPts val="0"/>
              </a:spcBef>
              <a:spcAft>
                <a:spcPts val="0"/>
              </a:spcAft>
              <a:buClr>
                <a:schemeClr val="dk1"/>
              </a:buClr>
              <a:buSzPts val="1300"/>
              <a:buChar char="-"/>
            </a:pPr>
            <a:r>
              <a:rPr lang="es-ES" sz="1300">
                <a:solidFill>
                  <a:schemeClr val="dk1"/>
                </a:solidFill>
                <a:latin typeface="Poppins"/>
                <a:ea typeface="Poppins"/>
                <a:cs typeface="Poppins"/>
                <a:sym typeface="Poppins"/>
              </a:rPr>
              <a:t>Cokitos:  </a:t>
            </a:r>
            <a:r>
              <a:rPr lang="es-ES" sz="1300" u="sng">
                <a:solidFill>
                  <a:srgbClr val="0097A7"/>
                </a:solidFill>
                <a:latin typeface="Poppins"/>
                <a:ea typeface="Poppins"/>
                <a:cs typeface="Poppins"/>
                <a:sym typeface="Poppins"/>
                <a:hlinkClick r:id="rId6">
                  <a:extLst>
                    <a:ext uri="{A12FA001-AC4F-418D-AE19-62706E023703}">
                      <ahyp:hlinkClr val="tx"/>
                    </a:ext>
                  </a:extLst>
                </a:hlinkClick>
              </a:rPr>
              <a:t>https://www.cokitos.com/</a:t>
            </a:r>
            <a:r>
              <a:rPr lang="es-ES" sz="1300">
                <a:solidFill>
                  <a:schemeClr val="dk1"/>
                </a:solidFill>
                <a:latin typeface="Poppins"/>
                <a:ea typeface="Poppins"/>
                <a:cs typeface="Poppins"/>
                <a:sym typeface="Poppins"/>
              </a:rPr>
              <a:t> : Página con juegos educativos. Orientación a diversos contenidos, pero muy útil en matemáticas. No requiere inscribirse. Abundante publicidad.  </a:t>
            </a:r>
            <a:endParaRPr sz="1300">
              <a:solidFill>
                <a:schemeClr val="dk1"/>
              </a:solidFill>
              <a:latin typeface="Poppins"/>
              <a:ea typeface="Poppins"/>
              <a:cs typeface="Poppins"/>
              <a:sym typeface="Poppins"/>
            </a:endParaRPr>
          </a:p>
          <a:p>
            <a:pPr indent="-311150" lvl="0" marL="457200" rtl="0" algn="just">
              <a:lnSpc>
                <a:spcPct val="115000"/>
              </a:lnSpc>
              <a:spcBef>
                <a:spcPts val="0"/>
              </a:spcBef>
              <a:spcAft>
                <a:spcPts val="0"/>
              </a:spcAft>
              <a:buClr>
                <a:schemeClr val="dk1"/>
              </a:buClr>
              <a:buSzPts val="1300"/>
              <a:buFont typeface="Poppins"/>
              <a:buChar char="-"/>
            </a:pPr>
            <a:r>
              <a:rPr lang="es-ES" sz="1300">
                <a:solidFill>
                  <a:schemeClr val="dk1"/>
                </a:solidFill>
                <a:latin typeface="Poppins"/>
                <a:ea typeface="Poppins"/>
                <a:cs typeface="Poppins"/>
                <a:sym typeface="Poppins"/>
              </a:rPr>
              <a:t>Teachy: </a:t>
            </a:r>
            <a:r>
              <a:rPr lang="es-ES" sz="1300" u="sng">
                <a:solidFill>
                  <a:srgbClr val="0097A7"/>
                </a:solidFill>
                <a:latin typeface="Poppins"/>
                <a:ea typeface="Poppins"/>
                <a:cs typeface="Poppins"/>
                <a:sym typeface="Poppins"/>
                <a:hlinkClick r:id="rId7">
                  <a:extLst>
                    <a:ext uri="{A12FA001-AC4F-418D-AE19-62706E023703}">
                      <ahyp:hlinkClr val="tx"/>
                    </a:ext>
                  </a:extLst>
                </a:hlinkClick>
              </a:rPr>
              <a:t>www.Teachy.app</a:t>
            </a:r>
            <a:r>
              <a:rPr lang="es-ES" sz="1300">
                <a:solidFill>
                  <a:schemeClr val="dk1"/>
                </a:solidFill>
                <a:latin typeface="Poppins"/>
                <a:ea typeface="Poppins"/>
                <a:cs typeface="Poppins"/>
                <a:sym typeface="Poppins"/>
              </a:rPr>
              <a:t> : Pagina de inteligencia artificial, muy buena para crear ejercicios y juegos. Requiere inscribirse. En la opción herramientas de IA encontrarás variado contenido para crear y utilizar en tu sesión. </a:t>
            </a:r>
            <a:endParaRPr sz="1300">
              <a:solidFill>
                <a:schemeClr val="dk1"/>
              </a:solidFill>
              <a:latin typeface="Poppins"/>
              <a:ea typeface="Poppins"/>
              <a:cs typeface="Poppins"/>
              <a:sym typeface="Poppins"/>
            </a:endParaRPr>
          </a:p>
          <a:p>
            <a:pPr indent="0" lvl="0" marL="457200" rtl="0" algn="just">
              <a:lnSpc>
                <a:spcPct val="115000"/>
              </a:lnSpc>
              <a:spcBef>
                <a:spcPts val="800"/>
              </a:spcBef>
              <a:spcAft>
                <a:spcPts val="0"/>
              </a:spcAft>
              <a:buNone/>
            </a:pPr>
            <a:r>
              <a:t/>
            </a:r>
            <a:endParaRPr sz="1300">
              <a:solidFill>
                <a:schemeClr val="dk1"/>
              </a:solidFill>
              <a:latin typeface="Poppins"/>
              <a:ea typeface="Poppins"/>
              <a:cs typeface="Poppins"/>
              <a:sym typeface="Poppins"/>
            </a:endParaRPr>
          </a:p>
          <a:p>
            <a:pPr indent="0" lvl="0" marL="457200" rtl="0" algn="just">
              <a:lnSpc>
                <a:spcPct val="115000"/>
              </a:lnSpc>
              <a:spcBef>
                <a:spcPts val="800"/>
              </a:spcBef>
              <a:spcAft>
                <a:spcPts val="800"/>
              </a:spcAft>
              <a:buNone/>
            </a:pPr>
            <a:r>
              <a:rPr b="1" lang="es-ES" sz="1300">
                <a:solidFill>
                  <a:schemeClr val="dk1"/>
                </a:solidFill>
                <a:latin typeface="Poppins"/>
                <a:ea typeface="Poppins"/>
                <a:cs typeface="Poppins"/>
                <a:sym typeface="Poppins"/>
              </a:rPr>
              <a:t>Importante: </a:t>
            </a:r>
            <a:r>
              <a:rPr lang="es-ES" sz="1300">
                <a:solidFill>
                  <a:schemeClr val="dk1"/>
                </a:solidFill>
                <a:latin typeface="Poppins"/>
                <a:ea typeface="Poppins"/>
                <a:cs typeface="Poppins"/>
                <a:sym typeface="Poppins"/>
              </a:rPr>
              <a:t>Te recomendamos  mirar estas páginas antes de la tutoría, para que puedas buscar y familiarizarte con la página web.</a:t>
            </a:r>
            <a:endParaRPr/>
          </a:p>
        </p:txBody>
      </p:sp>
      <p:pic>
        <p:nvPicPr>
          <p:cNvPr id="189" name="Google Shape;189;g337c34b9724_0_0"/>
          <p:cNvPicPr preferRelativeResize="0"/>
          <p:nvPr/>
        </p:nvPicPr>
        <p:blipFill>
          <a:blip r:embed="rId8">
            <a:alphaModFix/>
          </a:blip>
          <a:stretch>
            <a:fillRect/>
          </a:stretch>
        </p:blipFill>
        <p:spPr>
          <a:xfrm>
            <a:off x="11057200" y="5216937"/>
            <a:ext cx="975700" cy="10291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descr="Forma&#10;&#10;Descripción generada automáticamente con confianza media" id="195" name="Google Shape;195;p3"/>
          <p:cNvPicPr preferRelativeResize="0"/>
          <p:nvPr>
            <p:ph idx="1" type="body"/>
          </p:nvPr>
        </p:nvPicPr>
        <p:blipFill rotWithShape="1">
          <a:blip r:embed="rId3">
            <a:alphaModFix/>
          </a:blip>
          <a:srcRect b="0" l="0" r="0" t="0"/>
          <a:stretch/>
        </p:blipFill>
        <p:spPr>
          <a:xfrm>
            <a:off x="-3532" y="0"/>
            <a:ext cx="12192000" cy="6858000"/>
          </a:xfrm>
          <a:prstGeom prst="rect">
            <a:avLst/>
          </a:prstGeom>
          <a:noFill/>
          <a:ln>
            <a:noFill/>
          </a:ln>
        </p:spPr>
      </p:pic>
      <p:sp>
        <p:nvSpPr>
          <p:cNvPr id="196" name="Google Shape;196;p3"/>
          <p:cNvSpPr txBox="1"/>
          <p:nvPr/>
        </p:nvSpPr>
        <p:spPr>
          <a:xfrm>
            <a:off x="663751" y="511950"/>
            <a:ext cx="10864500" cy="4956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4200"/>
              <a:buFont typeface="Arial"/>
              <a:buNone/>
            </a:pPr>
            <a:r>
              <a:rPr b="0" i="0" lang="es-ES" sz="4200" u="none" cap="none" strike="noStrike">
                <a:solidFill>
                  <a:schemeClr val="lt1"/>
                </a:solidFill>
                <a:highlight>
                  <a:srgbClr val="009287"/>
                </a:highlight>
                <a:latin typeface="Patrick Hand"/>
                <a:ea typeface="Patrick Hand"/>
                <a:cs typeface="Patrick Hand"/>
                <a:sym typeface="Patrick Hand"/>
              </a:rPr>
              <a:t>¿Qué es la resta o sustracción?</a:t>
            </a:r>
            <a:endParaRPr b="0" i="0" sz="4200" u="none" cap="none" strike="noStrike">
              <a:solidFill>
                <a:schemeClr val="lt1"/>
              </a:solidFill>
              <a:highlight>
                <a:srgbClr val="009287"/>
              </a:highlight>
              <a:latin typeface="Patrick Hand"/>
              <a:ea typeface="Patrick Hand"/>
              <a:cs typeface="Patrick Hand"/>
              <a:sym typeface="Patrick Hand"/>
            </a:endParaRPr>
          </a:p>
          <a:p>
            <a:pPr indent="0" lvl="0" marL="0" marR="0" rtl="0" algn="ctr">
              <a:lnSpc>
                <a:spcPct val="100000"/>
              </a:lnSpc>
              <a:spcBef>
                <a:spcPts val="0"/>
              </a:spcBef>
              <a:spcAft>
                <a:spcPts val="0"/>
              </a:spcAft>
              <a:buClr>
                <a:srgbClr val="000000"/>
              </a:buClr>
              <a:buSzPts val="3000"/>
              <a:buFont typeface="Arial"/>
              <a:buNone/>
            </a:pPr>
            <a:r>
              <a:rPr b="0" i="0" lang="es-ES" sz="3000" u="none" cap="none" strike="noStrike">
                <a:solidFill>
                  <a:schemeClr val="dk1"/>
                </a:solidFill>
                <a:latin typeface="Patrick Hand"/>
                <a:ea typeface="Patrick Hand"/>
                <a:cs typeface="Patrick Hand"/>
                <a:sym typeface="Patrick Hand"/>
              </a:rPr>
              <a:t>Es una operación matemática que consiste en sacar, retroceder</a:t>
            </a:r>
            <a:r>
              <a:rPr lang="es-ES" sz="3000">
                <a:solidFill>
                  <a:schemeClr val="dk1"/>
                </a:solidFill>
                <a:latin typeface="Patrick Hand"/>
                <a:ea typeface="Patrick Hand"/>
                <a:cs typeface="Patrick Hand"/>
                <a:sym typeface="Patrick Hand"/>
              </a:rPr>
              <a:t> o </a:t>
            </a:r>
            <a:r>
              <a:rPr b="0" i="0" lang="es-ES" sz="3000" u="none" cap="none" strike="noStrike">
                <a:solidFill>
                  <a:schemeClr val="dk1"/>
                </a:solidFill>
                <a:latin typeface="Patrick Hand"/>
                <a:ea typeface="Patrick Hand"/>
                <a:cs typeface="Patrick Hand"/>
                <a:sym typeface="Patrick Hand"/>
              </a:rPr>
              <a:t>quitar algo de un todo. </a:t>
            </a:r>
            <a:endParaRPr b="0" i="0" sz="16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3000"/>
              <a:buFont typeface="Arial"/>
              <a:buNone/>
            </a:pPr>
            <a:r>
              <a:t/>
            </a:r>
            <a:endParaRPr b="0" i="0" sz="30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3000"/>
              <a:buFont typeface="Arial"/>
              <a:buNone/>
            </a:pPr>
            <a:r>
              <a:rPr b="0" i="0" lang="es-ES" sz="3000" u="none" cap="none" strike="noStrike">
                <a:solidFill>
                  <a:schemeClr val="dk1"/>
                </a:solidFill>
                <a:latin typeface="Patrick Hand"/>
                <a:ea typeface="Patrick Hand"/>
                <a:cs typeface="Patrick Hand"/>
                <a:sym typeface="Patrick Hand"/>
              </a:rPr>
              <a:t> Una </a:t>
            </a:r>
            <a:r>
              <a:rPr lang="es-ES" sz="3000">
                <a:solidFill>
                  <a:schemeClr val="dk1"/>
                </a:solidFill>
                <a:latin typeface="Patrick Hand"/>
                <a:ea typeface="Patrick Hand"/>
                <a:cs typeface="Patrick Hand"/>
                <a:sym typeface="Patrick Hand"/>
              </a:rPr>
              <a:t>resta</a:t>
            </a:r>
            <a:r>
              <a:rPr b="0" i="0" lang="es-ES" sz="3000" u="none" cap="none" strike="noStrike">
                <a:solidFill>
                  <a:schemeClr val="dk1"/>
                </a:solidFill>
                <a:latin typeface="Patrick Hand"/>
                <a:ea typeface="Patrick Hand"/>
                <a:cs typeface="Patrick Hand"/>
                <a:sym typeface="Patrick Hand"/>
              </a:rPr>
              <a:t> se plantea </a:t>
            </a:r>
            <a:r>
              <a:rPr b="1" i="0" lang="es-ES" sz="3000" u="none" cap="none" strike="noStrike">
                <a:solidFill>
                  <a:schemeClr val="dk1"/>
                </a:solidFill>
                <a:latin typeface="Patrick Hand"/>
                <a:ea typeface="Patrick Hand"/>
                <a:cs typeface="Patrick Hand"/>
                <a:sym typeface="Patrick Hand"/>
              </a:rPr>
              <a:t>simbólicamente</a:t>
            </a:r>
            <a:r>
              <a:rPr b="0" i="0" lang="es-ES" sz="3000" u="none" cap="none" strike="noStrike">
                <a:solidFill>
                  <a:schemeClr val="dk1"/>
                </a:solidFill>
                <a:latin typeface="Patrick Hand"/>
                <a:ea typeface="Patrick Hand"/>
                <a:cs typeface="Patrick Hand"/>
                <a:sym typeface="Patrick Hand"/>
              </a:rPr>
              <a:t> del siguiente modo.</a:t>
            </a:r>
            <a:endParaRPr b="0" i="0" sz="30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3000"/>
              <a:buFont typeface="Arial"/>
              <a:buNone/>
            </a:pPr>
            <a:r>
              <a:rPr b="0" i="0" lang="es-ES" sz="3000" u="none" cap="none" strike="noStrike">
                <a:solidFill>
                  <a:schemeClr val="dk1"/>
                </a:solidFill>
                <a:latin typeface="Patrick Hand"/>
                <a:ea typeface="Patrick Hand"/>
                <a:cs typeface="Patrick Hand"/>
                <a:sym typeface="Patrick Hand"/>
              </a:rPr>
              <a:t> Los números que se </a:t>
            </a:r>
            <a:r>
              <a:rPr lang="es-ES" sz="3000">
                <a:solidFill>
                  <a:schemeClr val="dk1"/>
                </a:solidFill>
                <a:latin typeface="Patrick Hand"/>
                <a:ea typeface="Patrick Hand"/>
                <a:cs typeface="Patrick Hand"/>
                <a:sym typeface="Patrick Hand"/>
              </a:rPr>
              <a:t>restan</a:t>
            </a:r>
            <a:r>
              <a:rPr b="0" i="0" lang="es-ES" sz="3000" u="none" cap="none" strike="noStrike">
                <a:solidFill>
                  <a:schemeClr val="dk1"/>
                </a:solidFill>
                <a:latin typeface="Patrick Hand"/>
                <a:ea typeface="Patrick Hand"/>
                <a:cs typeface="Patrick Hand"/>
                <a:sym typeface="Patrick Hand"/>
              </a:rPr>
              <a:t> son minuendo (mayor) y sustraendo (menor). El resultado es “resta” o diferencia. El signo de la </a:t>
            </a:r>
            <a:r>
              <a:rPr lang="es-ES" sz="3000">
                <a:solidFill>
                  <a:schemeClr val="dk1"/>
                </a:solidFill>
                <a:latin typeface="Patrick Hand"/>
                <a:ea typeface="Patrick Hand"/>
                <a:cs typeface="Patrick Hand"/>
                <a:sym typeface="Patrick Hand"/>
              </a:rPr>
              <a:t>resta</a:t>
            </a:r>
            <a:r>
              <a:rPr b="0" i="0" lang="es-ES" sz="3000" u="none" cap="none" strike="noStrike">
                <a:solidFill>
                  <a:schemeClr val="dk1"/>
                </a:solidFill>
                <a:latin typeface="Patrick Hand"/>
                <a:ea typeface="Patrick Hand"/>
                <a:cs typeface="Patrick Hand"/>
                <a:sym typeface="Patrick Hand"/>
              </a:rPr>
              <a:t> es - y se lee “menos”.</a:t>
            </a:r>
            <a:endParaRPr b="0" i="0" sz="30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600"/>
              <a:buFont typeface="Arial"/>
              <a:buNone/>
            </a:pPr>
            <a:r>
              <a:t/>
            </a:r>
            <a:endParaRPr b="0" i="0" sz="2600" u="none" cap="none" strike="noStrike">
              <a:solidFill>
                <a:schemeClr val="dk1"/>
              </a:solidFill>
              <a:latin typeface="Patrick Hand"/>
              <a:ea typeface="Patrick Hand"/>
              <a:cs typeface="Patrick Hand"/>
              <a:sym typeface="Patrick Hand"/>
            </a:endParaRPr>
          </a:p>
          <a:p>
            <a:pPr indent="0" lvl="0" marL="0" marR="0" rtl="0" algn="ctr">
              <a:lnSpc>
                <a:spcPct val="100000"/>
              </a:lnSpc>
              <a:spcBef>
                <a:spcPts val="0"/>
              </a:spcBef>
              <a:spcAft>
                <a:spcPts val="0"/>
              </a:spcAft>
              <a:buClr>
                <a:srgbClr val="000000"/>
              </a:buClr>
              <a:buSzPts val="6800"/>
              <a:buFont typeface="Arial"/>
              <a:buNone/>
            </a:pPr>
            <a:r>
              <a:rPr b="1" i="0" lang="es-ES" sz="6800" u="none" cap="none" strike="noStrike">
                <a:solidFill>
                  <a:schemeClr val="dk1"/>
                </a:solidFill>
                <a:latin typeface="Patrick Hand"/>
                <a:ea typeface="Patrick Hand"/>
                <a:cs typeface="Patrick Hand"/>
                <a:sym typeface="Patrick Hand"/>
              </a:rPr>
              <a:t>12 -  4 = 8</a:t>
            </a:r>
            <a:endParaRPr b="1" i="0" sz="6800" u="none" cap="none" strike="noStrike">
              <a:solidFill>
                <a:schemeClr val="dk1"/>
              </a:solidFill>
              <a:latin typeface="Patrick Hand"/>
              <a:ea typeface="Patrick Hand"/>
              <a:cs typeface="Patrick Hand"/>
              <a:sym typeface="Patrick Hand"/>
            </a:endParaRPr>
          </a:p>
        </p:txBody>
      </p:sp>
      <p:sp>
        <p:nvSpPr>
          <p:cNvPr id="197" name="Google Shape;197;p3"/>
          <p:cNvSpPr txBox="1"/>
          <p:nvPr/>
        </p:nvSpPr>
        <p:spPr>
          <a:xfrm>
            <a:off x="7789672" y="4428050"/>
            <a:ext cx="2654400" cy="892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600"/>
              <a:buFont typeface="Arial"/>
              <a:buNone/>
            </a:pPr>
            <a:r>
              <a:rPr b="0" i="0" lang="es-ES" sz="2600" u="none" cap="none" strike="noStrike">
                <a:solidFill>
                  <a:schemeClr val="dk1"/>
                </a:solidFill>
                <a:latin typeface="Patrick Hand"/>
                <a:ea typeface="Patrick Hand"/>
                <a:cs typeface="Patrick Hand"/>
                <a:sym typeface="Patrick Hand"/>
              </a:rPr>
              <a:t> RESTA O DIFERENCIA</a:t>
            </a:r>
            <a:endParaRPr b="0" i="0" sz="2600" u="none" cap="none" strike="noStrike">
              <a:solidFill>
                <a:schemeClr val="dk1"/>
              </a:solidFill>
              <a:latin typeface="Patrick Hand"/>
              <a:ea typeface="Patrick Hand"/>
              <a:cs typeface="Patrick Hand"/>
              <a:sym typeface="Patrick Hand"/>
            </a:endParaRPr>
          </a:p>
        </p:txBody>
      </p:sp>
      <p:sp>
        <p:nvSpPr>
          <p:cNvPr id="198" name="Google Shape;198;p3"/>
          <p:cNvSpPr txBox="1"/>
          <p:nvPr/>
        </p:nvSpPr>
        <p:spPr>
          <a:xfrm>
            <a:off x="3540768" y="5573849"/>
            <a:ext cx="2062500" cy="492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600"/>
              <a:buFont typeface="Arial"/>
              <a:buNone/>
            </a:pPr>
            <a:r>
              <a:rPr b="0" i="0" lang="es-ES" sz="2600" u="none" cap="none" strike="noStrike">
                <a:solidFill>
                  <a:schemeClr val="dk1"/>
                </a:solidFill>
                <a:latin typeface="Patrick Hand"/>
                <a:ea typeface="Patrick Hand"/>
                <a:cs typeface="Patrick Hand"/>
                <a:sym typeface="Patrick Hand"/>
              </a:rPr>
              <a:t>MINUENDO</a:t>
            </a:r>
            <a:endParaRPr b="0" i="0" sz="2600" u="none" cap="none" strike="noStrike">
              <a:solidFill>
                <a:schemeClr val="dk1"/>
              </a:solidFill>
              <a:latin typeface="Patrick Hand"/>
              <a:ea typeface="Patrick Hand"/>
              <a:cs typeface="Patrick Hand"/>
              <a:sym typeface="Patrick Hand"/>
            </a:endParaRPr>
          </a:p>
        </p:txBody>
      </p:sp>
      <p:sp>
        <p:nvSpPr>
          <p:cNvPr id="199" name="Google Shape;199;p3"/>
          <p:cNvSpPr txBox="1"/>
          <p:nvPr/>
        </p:nvSpPr>
        <p:spPr>
          <a:xfrm>
            <a:off x="5603275" y="5573850"/>
            <a:ext cx="2186400" cy="492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600"/>
              <a:buFont typeface="Arial"/>
              <a:buNone/>
            </a:pPr>
            <a:r>
              <a:rPr b="0" i="0" lang="es-ES" sz="2600" u="none" cap="none" strike="noStrike">
                <a:solidFill>
                  <a:schemeClr val="dk1"/>
                </a:solidFill>
                <a:latin typeface="Patrick Hand"/>
                <a:ea typeface="Patrick Hand"/>
                <a:cs typeface="Patrick Hand"/>
                <a:sym typeface="Patrick Hand"/>
              </a:rPr>
              <a:t>SUSTRAENDO</a:t>
            </a:r>
            <a:endParaRPr b="0" i="0" sz="2600" u="none" cap="none" strike="noStrike">
              <a:solidFill>
                <a:schemeClr val="dk1"/>
              </a:solidFill>
              <a:latin typeface="Patrick Hand"/>
              <a:ea typeface="Patrick Hand"/>
              <a:cs typeface="Patrick Hand"/>
              <a:sym typeface="Patrick Hand"/>
            </a:endParaRPr>
          </a:p>
        </p:txBody>
      </p:sp>
      <p:sp>
        <p:nvSpPr>
          <p:cNvPr id="200" name="Google Shape;200;p3"/>
          <p:cNvSpPr/>
          <p:nvPr/>
        </p:nvSpPr>
        <p:spPr>
          <a:xfrm>
            <a:off x="4094700" y="4201525"/>
            <a:ext cx="4026300" cy="1147500"/>
          </a:xfrm>
          <a:prstGeom prst="roundRect">
            <a:avLst>
              <a:gd fmla="val 16667" name="adj"/>
            </a:avLst>
          </a:prstGeom>
          <a:noFill/>
          <a:ln cap="flat" cmpd="sng" w="28575">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01" name="Google Shape;201;p3"/>
          <p:cNvPicPr preferRelativeResize="0"/>
          <p:nvPr/>
        </p:nvPicPr>
        <p:blipFill>
          <a:blip r:embed="rId4">
            <a:alphaModFix/>
          </a:blip>
          <a:stretch>
            <a:fillRect/>
          </a:stretch>
        </p:blipFill>
        <p:spPr>
          <a:xfrm>
            <a:off x="11057200" y="5216937"/>
            <a:ext cx="975700" cy="10291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pic>
        <p:nvPicPr>
          <p:cNvPr id="206" name="Google Shape;206;g2600947766c_0_0"/>
          <p:cNvPicPr preferRelativeResize="0"/>
          <p:nvPr/>
        </p:nvPicPr>
        <p:blipFill rotWithShape="1">
          <a:blip r:embed="rId3">
            <a:alphaModFix/>
          </a:blip>
          <a:srcRect b="0" l="0" r="0" t="0"/>
          <a:stretch/>
        </p:blipFill>
        <p:spPr>
          <a:xfrm>
            <a:off x="11" y="-78800"/>
            <a:ext cx="12192000" cy="6858022"/>
          </a:xfrm>
          <a:prstGeom prst="rect">
            <a:avLst/>
          </a:prstGeom>
          <a:noFill/>
          <a:ln>
            <a:noFill/>
          </a:ln>
        </p:spPr>
      </p:pic>
      <p:sp>
        <p:nvSpPr>
          <p:cNvPr id="207" name="Google Shape;207;g2600947766c_0_0"/>
          <p:cNvSpPr txBox="1"/>
          <p:nvPr/>
        </p:nvSpPr>
        <p:spPr>
          <a:xfrm>
            <a:off x="240450" y="1155250"/>
            <a:ext cx="10109400" cy="1231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6800"/>
              <a:buFont typeface="Arial"/>
              <a:buNone/>
            </a:pPr>
            <a:r>
              <a:rPr b="1" i="0" lang="es-ES" sz="6800" u="none" cap="none" strike="noStrike">
                <a:solidFill>
                  <a:schemeClr val="dk1"/>
                </a:solidFill>
                <a:latin typeface="Patrick Hand"/>
                <a:ea typeface="Patrick Hand"/>
                <a:cs typeface="Patrick Hand"/>
                <a:sym typeface="Patrick Hand"/>
              </a:rPr>
              <a:t>12</a:t>
            </a:r>
            <a:endParaRPr b="1" i="0" sz="6800" u="none" cap="none" strike="noStrike">
              <a:solidFill>
                <a:schemeClr val="dk1"/>
              </a:solidFill>
              <a:latin typeface="Patrick Hand"/>
              <a:ea typeface="Patrick Hand"/>
              <a:cs typeface="Patrick Hand"/>
              <a:sym typeface="Patrick Hand"/>
            </a:endParaRPr>
          </a:p>
        </p:txBody>
      </p:sp>
      <p:sp>
        <p:nvSpPr>
          <p:cNvPr id="208" name="Google Shape;208;g2600947766c_0_0"/>
          <p:cNvSpPr txBox="1"/>
          <p:nvPr/>
        </p:nvSpPr>
        <p:spPr>
          <a:xfrm>
            <a:off x="782150" y="1061650"/>
            <a:ext cx="3000000" cy="1231500"/>
          </a:xfrm>
          <a:prstGeom prst="rect">
            <a:avLst/>
          </a:prstGeom>
          <a:noFill/>
          <a:ln>
            <a:noFill/>
          </a:ln>
        </p:spPr>
        <p:txBody>
          <a:bodyPr anchorCtr="0" anchor="t" bIns="91425" lIns="91425" spcFirstLastPara="1" rIns="91425" wrap="square" tIns="91425">
            <a:spAutoFit/>
          </a:bodyPr>
          <a:lstStyle/>
          <a:p>
            <a:pPr indent="-457200" lvl="0" marL="457200" marR="0" rtl="0" algn="ctr">
              <a:lnSpc>
                <a:spcPct val="100000"/>
              </a:lnSpc>
              <a:spcBef>
                <a:spcPts val="0"/>
              </a:spcBef>
              <a:spcAft>
                <a:spcPts val="0"/>
              </a:spcAft>
              <a:buClr>
                <a:schemeClr val="dk1"/>
              </a:buClr>
              <a:buSzPts val="6800"/>
              <a:buFont typeface="Patrick Hand"/>
              <a:buChar char="-"/>
            </a:pPr>
            <a:r>
              <a:rPr b="1" i="0" lang="es-ES" sz="6800" u="none" cap="none" strike="noStrike">
                <a:solidFill>
                  <a:schemeClr val="dk1"/>
                </a:solidFill>
                <a:latin typeface="Patrick Hand"/>
                <a:ea typeface="Patrick Hand"/>
                <a:cs typeface="Patrick Hand"/>
                <a:sym typeface="Patrick Hand"/>
              </a:rPr>
              <a:t>  4 </a:t>
            </a:r>
            <a:endParaRPr b="0" i="0" sz="1400" u="none" cap="none" strike="noStrike">
              <a:solidFill>
                <a:srgbClr val="000000"/>
              </a:solidFill>
              <a:latin typeface="Arial"/>
              <a:ea typeface="Arial"/>
              <a:cs typeface="Arial"/>
              <a:sym typeface="Arial"/>
            </a:endParaRPr>
          </a:p>
        </p:txBody>
      </p:sp>
      <p:sp>
        <p:nvSpPr>
          <p:cNvPr id="209" name="Google Shape;209;g2600947766c_0_0"/>
          <p:cNvSpPr txBox="1"/>
          <p:nvPr/>
        </p:nvSpPr>
        <p:spPr>
          <a:xfrm>
            <a:off x="7654650" y="2734463"/>
            <a:ext cx="3000000" cy="12315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6800"/>
              <a:buFont typeface="Arial"/>
              <a:buNone/>
            </a:pPr>
            <a:r>
              <a:rPr b="1" i="0" lang="es-ES" sz="6800" u="none" cap="none" strike="noStrike">
                <a:solidFill>
                  <a:schemeClr val="dk1"/>
                </a:solidFill>
                <a:latin typeface="Patrick Hand"/>
                <a:ea typeface="Patrick Hand"/>
                <a:cs typeface="Patrick Hand"/>
                <a:sym typeface="Patrick Hand"/>
              </a:rPr>
              <a:t>= </a:t>
            </a:r>
            <a:endParaRPr b="0" i="0" sz="1400" u="none" cap="none" strike="noStrike">
              <a:solidFill>
                <a:srgbClr val="000000"/>
              </a:solidFill>
              <a:latin typeface="Arial"/>
              <a:ea typeface="Arial"/>
              <a:cs typeface="Arial"/>
              <a:sym typeface="Arial"/>
            </a:endParaRPr>
          </a:p>
        </p:txBody>
      </p:sp>
      <p:cxnSp>
        <p:nvCxnSpPr>
          <p:cNvPr id="210" name="Google Shape;210;g2600947766c_0_0"/>
          <p:cNvCxnSpPr/>
          <p:nvPr/>
        </p:nvCxnSpPr>
        <p:spPr>
          <a:xfrm>
            <a:off x="3926475" y="3411225"/>
            <a:ext cx="764100" cy="0"/>
          </a:xfrm>
          <a:prstGeom prst="straightConnector1">
            <a:avLst/>
          </a:prstGeom>
          <a:noFill/>
          <a:ln cap="flat" cmpd="sng" w="28575">
            <a:solidFill>
              <a:srgbClr val="009287"/>
            </a:solidFill>
            <a:prstDash val="solid"/>
            <a:round/>
            <a:headEnd len="sm" w="sm" type="none"/>
            <a:tailEnd len="med" w="med" type="triangle"/>
          </a:ln>
        </p:spPr>
      </p:cxnSp>
      <p:cxnSp>
        <p:nvCxnSpPr>
          <p:cNvPr id="211" name="Google Shape;211;g2600947766c_0_0"/>
          <p:cNvCxnSpPr/>
          <p:nvPr/>
        </p:nvCxnSpPr>
        <p:spPr>
          <a:xfrm flipH="1" rot="10800000">
            <a:off x="4594050" y="2386750"/>
            <a:ext cx="1158300" cy="562500"/>
          </a:xfrm>
          <a:prstGeom prst="straightConnector1">
            <a:avLst/>
          </a:prstGeom>
          <a:noFill/>
          <a:ln cap="flat" cmpd="sng" w="28575">
            <a:solidFill>
              <a:srgbClr val="009287"/>
            </a:solidFill>
            <a:prstDash val="solid"/>
            <a:round/>
            <a:headEnd len="sm" w="sm" type="none"/>
            <a:tailEnd len="sm" w="sm" type="none"/>
          </a:ln>
        </p:spPr>
      </p:cxnSp>
      <p:cxnSp>
        <p:nvCxnSpPr>
          <p:cNvPr id="212" name="Google Shape;212;g2600947766c_0_0"/>
          <p:cNvCxnSpPr/>
          <p:nvPr/>
        </p:nvCxnSpPr>
        <p:spPr>
          <a:xfrm flipH="1" rot="10800000">
            <a:off x="5660850" y="2462950"/>
            <a:ext cx="1158300" cy="562500"/>
          </a:xfrm>
          <a:prstGeom prst="straightConnector1">
            <a:avLst/>
          </a:prstGeom>
          <a:noFill/>
          <a:ln cap="flat" cmpd="sng" w="28575">
            <a:solidFill>
              <a:srgbClr val="009287"/>
            </a:solidFill>
            <a:prstDash val="solid"/>
            <a:round/>
            <a:headEnd len="sm" w="sm" type="none"/>
            <a:tailEnd len="sm" w="sm" type="none"/>
          </a:ln>
        </p:spPr>
      </p:cxnSp>
      <p:cxnSp>
        <p:nvCxnSpPr>
          <p:cNvPr id="213" name="Google Shape;213;g2600947766c_0_0"/>
          <p:cNvCxnSpPr/>
          <p:nvPr/>
        </p:nvCxnSpPr>
        <p:spPr>
          <a:xfrm flipH="1" rot="10800000">
            <a:off x="6575250" y="2462950"/>
            <a:ext cx="1158300" cy="562500"/>
          </a:xfrm>
          <a:prstGeom prst="straightConnector1">
            <a:avLst/>
          </a:prstGeom>
          <a:noFill/>
          <a:ln cap="flat" cmpd="sng" w="28575">
            <a:solidFill>
              <a:srgbClr val="009287"/>
            </a:solidFill>
            <a:prstDash val="solid"/>
            <a:round/>
            <a:headEnd len="sm" w="sm" type="none"/>
            <a:tailEnd len="sm" w="sm" type="none"/>
          </a:ln>
        </p:spPr>
      </p:cxnSp>
      <p:cxnSp>
        <p:nvCxnSpPr>
          <p:cNvPr id="214" name="Google Shape;214;g2600947766c_0_0"/>
          <p:cNvCxnSpPr/>
          <p:nvPr/>
        </p:nvCxnSpPr>
        <p:spPr>
          <a:xfrm flipH="1" rot="10800000">
            <a:off x="7642050" y="2462950"/>
            <a:ext cx="1158300" cy="562500"/>
          </a:xfrm>
          <a:prstGeom prst="straightConnector1">
            <a:avLst/>
          </a:prstGeom>
          <a:noFill/>
          <a:ln cap="flat" cmpd="sng" w="28575">
            <a:solidFill>
              <a:srgbClr val="009287"/>
            </a:solidFill>
            <a:prstDash val="solid"/>
            <a:round/>
            <a:headEnd len="sm" w="sm" type="none"/>
            <a:tailEnd len="sm" w="sm" type="none"/>
          </a:ln>
        </p:spPr>
      </p:cxnSp>
      <p:sp>
        <p:nvSpPr>
          <p:cNvPr id="215" name="Google Shape;215;g2600947766c_0_0"/>
          <p:cNvSpPr txBox="1"/>
          <p:nvPr/>
        </p:nvSpPr>
        <p:spPr>
          <a:xfrm>
            <a:off x="9192000" y="5036788"/>
            <a:ext cx="3000000" cy="1231500"/>
          </a:xfrm>
          <a:prstGeom prst="rect">
            <a:avLst/>
          </a:prstGeom>
          <a:noFill/>
          <a:ln>
            <a:noFill/>
          </a:ln>
        </p:spPr>
        <p:txBody>
          <a:bodyPr anchorCtr="0" anchor="t" bIns="91425" lIns="91425" spcFirstLastPara="1" rIns="91425" wrap="square" tIns="91425">
            <a:spAutoFit/>
          </a:bodyPr>
          <a:lstStyle/>
          <a:p>
            <a:pPr indent="0" lvl="0" marL="457200" marR="0" rtl="0" algn="ctr">
              <a:lnSpc>
                <a:spcPct val="100000"/>
              </a:lnSpc>
              <a:spcBef>
                <a:spcPts val="0"/>
              </a:spcBef>
              <a:spcAft>
                <a:spcPts val="0"/>
              </a:spcAft>
              <a:buClr>
                <a:srgbClr val="000000"/>
              </a:buClr>
              <a:buSzPts val="6800"/>
              <a:buFont typeface="Arial"/>
              <a:buNone/>
            </a:pPr>
            <a:r>
              <a:rPr b="1" i="0" lang="es-ES" sz="6800" u="none" cap="none" strike="noStrike">
                <a:solidFill>
                  <a:schemeClr val="dk1"/>
                </a:solidFill>
                <a:latin typeface="Patrick Hand"/>
                <a:ea typeface="Patrick Hand"/>
                <a:cs typeface="Patrick Hand"/>
                <a:sym typeface="Patrick Hand"/>
              </a:rPr>
              <a:t>8</a:t>
            </a:r>
            <a:endParaRPr b="0" i="0" sz="1400" u="none" cap="none" strike="noStrike">
              <a:solidFill>
                <a:srgbClr val="000000"/>
              </a:solidFill>
              <a:latin typeface="Arial"/>
              <a:ea typeface="Arial"/>
              <a:cs typeface="Arial"/>
              <a:sym typeface="Arial"/>
            </a:endParaRPr>
          </a:p>
        </p:txBody>
      </p:sp>
      <p:sp>
        <p:nvSpPr>
          <p:cNvPr id="216" name="Google Shape;216;g2600947766c_0_0"/>
          <p:cNvSpPr txBox="1"/>
          <p:nvPr/>
        </p:nvSpPr>
        <p:spPr>
          <a:xfrm>
            <a:off x="381000" y="457200"/>
            <a:ext cx="11335200" cy="8313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4200"/>
              <a:buFont typeface="Arial"/>
              <a:buNone/>
            </a:pPr>
            <a:r>
              <a:rPr b="0" i="0" lang="es-ES" sz="4200" u="none" cap="none" strike="noStrike">
                <a:solidFill>
                  <a:schemeClr val="lt1"/>
                </a:solidFill>
                <a:highlight>
                  <a:srgbClr val="009287"/>
                </a:highlight>
                <a:latin typeface="Patrick Hand"/>
                <a:ea typeface="Patrick Hand"/>
                <a:cs typeface="Patrick Hand"/>
                <a:sym typeface="Patrick Hand"/>
              </a:rPr>
              <a:t>¿Qué es la resta o sustracción?</a:t>
            </a:r>
            <a:endParaRPr b="0" i="0" sz="4200" u="none" cap="none" strike="noStrike">
              <a:solidFill>
                <a:schemeClr val="lt1"/>
              </a:solidFill>
              <a:highlight>
                <a:srgbClr val="009287"/>
              </a:highlight>
              <a:latin typeface="Patrick Hand"/>
              <a:ea typeface="Patrick Hand"/>
              <a:cs typeface="Patrick Hand"/>
              <a:sym typeface="Patrick Hand"/>
            </a:endParaRPr>
          </a:p>
        </p:txBody>
      </p:sp>
      <p:pic>
        <p:nvPicPr>
          <p:cNvPr id="217" name="Google Shape;217;g2600947766c_0_0"/>
          <p:cNvPicPr preferRelativeResize="0"/>
          <p:nvPr/>
        </p:nvPicPr>
        <p:blipFill>
          <a:blip r:embed="rId4">
            <a:alphaModFix/>
          </a:blip>
          <a:stretch>
            <a:fillRect/>
          </a:stretch>
        </p:blipFill>
        <p:spPr>
          <a:xfrm>
            <a:off x="11286575" y="597552"/>
            <a:ext cx="764100" cy="805997"/>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pic>
        <p:nvPicPr>
          <p:cNvPr id="222" name="Google Shape;222;g2600947766c_0_6"/>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23" name="Google Shape;223;g2600947766c_0_6"/>
          <p:cNvSpPr txBox="1"/>
          <p:nvPr/>
        </p:nvSpPr>
        <p:spPr>
          <a:xfrm>
            <a:off x="159900" y="473875"/>
            <a:ext cx="7657500" cy="646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000"/>
              <a:buFont typeface="Arial"/>
              <a:buNone/>
            </a:pPr>
            <a:r>
              <a:rPr b="0" i="0" lang="es-ES" sz="3000" u="none" cap="none" strike="noStrike">
                <a:solidFill>
                  <a:srgbClr val="000000"/>
                </a:solidFill>
                <a:latin typeface="Patrick Hand"/>
                <a:ea typeface="Patrick Hand"/>
                <a:cs typeface="Patrick Hand"/>
                <a:sym typeface="Patrick Hand"/>
              </a:rPr>
              <a:t>¿Qué resta representa?</a:t>
            </a:r>
            <a:endParaRPr b="0" i="0" sz="1400" u="none" cap="none" strike="noStrike">
              <a:solidFill>
                <a:srgbClr val="000000"/>
              </a:solidFill>
              <a:latin typeface="Arial"/>
              <a:ea typeface="Arial"/>
              <a:cs typeface="Arial"/>
              <a:sym typeface="Arial"/>
            </a:endParaRPr>
          </a:p>
        </p:txBody>
      </p:sp>
      <p:cxnSp>
        <p:nvCxnSpPr>
          <p:cNvPr id="224" name="Google Shape;224;g2600947766c_0_6"/>
          <p:cNvCxnSpPr/>
          <p:nvPr/>
        </p:nvCxnSpPr>
        <p:spPr>
          <a:xfrm flipH="1" rot="10800000">
            <a:off x="5127450" y="2386750"/>
            <a:ext cx="1158300" cy="562500"/>
          </a:xfrm>
          <a:prstGeom prst="straightConnector1">
            <a:avLst/>
          </a:prstGeom>
          <a:noFill/>
          <a:ln cap="flat" cmpd="sng" w="38100">
            <a:solidFill>
              <a:srgbClr val="009287"/>
            </a:solidFill>
            <a:prstDash val="solid"/>
            <a:round/>
            <a:headEnd len="sm" w="sm" type="none"/>
            <a:tailEnd len="sm" w="sm" type="none"/>
          </a:ln>
        </p:spPr>
      </p:cxnSp>
      <p:cxnSp>
        <p:nvCxnSpPr>
          <p:cNvPr id="225" name="Google Shape;225;g2600947766c_0_6"/>
          <p:cNvCxnSpPr/>
          <p:nvPr/>
        </p:nvCxnSpPr>
        <p:spPr>
          <a:xfrm flipH="1" rot="10800000">
            <a:off x="6270450" y="2462950"/>
            <a:ext cx="1158300" cy="562500"/>
          </a:xfrm>
          <a:prstGeom prst="straightConnector1">
            <a:avLst/>
          </a:prstGeom>
          <a:noFill/>
          <a:ln cap="flat" cmpd="sng" w="38100">
            <a:solidFill>
              <a:srgbClr val="009287"/>
            </a:solidFill>
            <a:prstDash val="solid"/>
            <a:round/>
            <a:headEnd len="sm" w="sm" type="none"/>
            <a:tailEnd len="sm" w="sm" type="none"/>
          </a:ln>
        </p:spPr>
      </p:cxnSp>
      <p:cxnSp>
        <p:nvCxnSpPr>
          <p:cNvPr id="226" name="Google Shape;226;g2600947766c_0_6"/>
          <p:cNvCxnSpPr/>
          <p:nvPr/>
        </p:nvCxnSpPr>
        <p:spPr>
          <a:xfrm flipH="1" rot="10800000">
            <a:off x="5279850" y="3758350"/>
            <a:ext cx="1158300" cy="562500"/>
          </a:xfrm>
          <a:prstGeom prst="straightConnector1">
            <a:avLst/>
          </a:prstGeom>
          <a:noFill/>
          <a:ln cap="flat" cmpd="sng" w="38100">
            <a:solidFill>
              <a:srgbClr val="009287"/>
            </a:solidFill>
            <a:prstDash val="solid"/>
            <a:round/>
            <a:headEnd len="sm" w="sm" type="none"/>
            <a:tailEnd len="sm" w="sm" type="none"/>
          </a:ln>
        </p:spPr>
      </p:cxnSp>
      <p:cxnSp>
        <p:nvCxnSpPr>
          <p:cNvPr id="227" name="Google Shape;227;g2600947766c_0_6"/>
          <p:cNvCxnSpPr/>
          <p:nvPr/>
        </p:nvCxnSpPr>
        <p:spPr>
          <a:xfrm flipH="1" rot="10800000">
            <a:off x="6346650" y="3605950"/>
            <a:ext cx="1158300" cy="562500"/>
          </a:xfrm>
          <a:prstGeom prst="straightConnector1">
            <a:avLst/>
          </a:prstGeom>
          <a:noFill/>
          <a:ln cap="flat" cmpd="sng" w="38100">
            <a:solidFill>
              <a:srgbClr val="009287"/>
            </a:solidFill>
            <a:prstDash val="solid"/>
            <a:round/>
            <a:headEnd len="sm" w="sm" type="none"/>
            <a:tailEnd len="sm" w="sm" type="none"/>
          </a:ln>
        </p:spPr>
      </p:cxnSp>
      <p:cxnSp>
        <p:nvCxnSpPr>
          <p:cNvPr id="228" name="Google Shape;228;g2600947766c_0_6"/>
          <p:cNvCxnSpPr/>
          <p:nvPr/>
        </p:nvCxnSpPr>
        <p:spPr>
          <a:xfrm flipH="1" rot="10800000">
            <a:off x="7337250" y="2462950"/>
            <a:ext cx="1158300" cy="562500"/>
          </a:xfrm>
          <a:prstGeom prst="straightConnector1">
            <a:avLst/>
          </a:prstGeom>
          <a:noFill/>
          <a:ln cap="flat" cmpd="sng" w="38100">
            <a:solidFill>
              <a:srgbClr val="009287"/>
            </a:solidFill>
            <a:prstDash val="solid"/>
            <a:round/>
            <a:headEnd len="sm" w="sm" type="none"/>
            <a:tailEnd len="sm" w="sm" type="none"/>
          </a:ln>
        </p:spPr>
      </p:cxnSp>
      <p:cxnSp>
        <p:nvCxnSpPr>
          <p:cNvPr id="229" name="Google Shape;229;g2600947766c_0_6"/>
          <p:cNvCxnSpPr/>
          <p:nvPr/>
        </p:nvCxnSpPr>
        <p:spPr>
          <a:xfrm flipH="1" rot="10800000">
            <a:off x="7261050" y="3605950"/>
            <a:ext cx="1158300" cy="562500"/>
          </a:xfrm>
          <a:prstGeom prst="straightConnector1">
            <a:avLst/>
          </a:prstGeom>
          <a:noFill/>
          <a:ln cap="flat" cmpd="sng" w="38100">
            <a:solidFill>
              <a:srgbClr val="009287"/>
            </a:solidFill>
            <a:prstDash val="solid"/>
            <a:round/>
            <a:headEnd len="sm" w="sm" type="none"/>
            <a:tailEnd len="sm" w="sm" type="none"/>
          </a:ln>
        </p:spPr>
      </p:cxnSp>
      <p:sp>
        <p:nvSpPr>
          <p:cNvPr id="230" name="Google Shape;230;g2600947766c_0_6"/>
          <p:cNvSpPr txBox="1"/>
          <p:nvPr/>
        </p:nvSpPr>
        <p:spPr>
          <a:xfrm>
            <a:off x="8188050" y="2734463"/>
            <a:ext cx="3000000" cy="12315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6800"/>
              <a:buFont typeface="Arial"/>
              <a:buNone/>
            </a:pPr>
            <a:r>
              <a:rPr b="1" i="0" lang="es-ES" sz="6800" u="none" cap="none" strike="noStrike">
                <a:solidFill>
                  <a:schemeClr val="dk1"/>
                </a:solidFill>
                <a:latin typeface="Patrick Hand"/>
                <a:ea typeface="Patrick Hand"/>
                <a:cs typeface="Patrick Hand"/>
                <a:sym typeface="Patrick Hand"/>
              </a:rPr>
              <a:t>= </a:t>
            </a:r>
            <a:endParaRPr b="0" i="0" sz="1400" u="none" cap="none" strike="noStrike">
              <a:solidFill>
                <a:srgbClr val="000000"/>
              </a:solidFill>
              <a:latin typeface="Arial"/>
              <a:ea typeface="Arial"/>
              <a:cs typeface="Arial"/>
              <a:sym typeface="Arial"/>
            </a:endParaRPr>
          </a:p>
        </p:txBody>
      </p:sp>
      <p:cxnSp>
        <p:nvCxnSpPr>
          <p:cNvPr id="231" name="Google Shape;231;g2600947766c_0_6"/>
          <p:cNvCxnSpPr/>
          <p:nvPr/>
        </p:nvCxnSpPr>
        <p:spPr>
          <a:xfrm>
            <a:off x="4383675" y="3411225"/>
            <a:ext cx="764100" cy="0"/>
          </a:xfrm>
          <a:prstGeom prst="straightConnector1">
            <a:avLst/>
          </a:prstGeom>
          <a:noFill/>
          <a:ln cap="flat" cmpd="sng" w="38100">
            <a:solidFill>
              <a:srgbClr val="009287"/>
            </a:solidFill>
            <a:prstDash val="solid"/>
            <a:round/>
            <a:headEnd len="sm" w="sm" type="none"/>
            <a:tailEnd len="med" w="med" type="triangle"/>
          </a:ln>
        </p:spPr>
      </p:cxnSp>
      <p:sp>
        <p:nvSpPr>
          <p:cNvPr id="232" name="Google Shape;232;g2600947766c_0_6"/>
          <p:cNvSpPr txBox="1"/>
          <p:nvPr/>
        </p:nvSpPr>
        <p:spPr>
          <a:xfrm>
            <a:off x="4690875" y="1066775"/>
            <a:ext cx="3000000" cy="1231500"/>
          </a:xfrm>
          <a:prstGeom prst="rect">
            <a:avLst/>
          </a:prstGeom>
          <a:noFill/>
          <a:ln>
            <a:noFill/>
          </a:ln>
        </p:spPr>
        <p:txBody>
          <a:bodyPr anchorCtr="0" anchor="t" bIns="91425" lIns="91425" spcFirstLastPara="1" rIns="91425" wrap="square" tIns="91425">
            <a:spAutoFit/>
          </a:bodyPr>
          <a:lstStyle/>
          <a:p>
            <a:pPr indent="0" lvl="0" marL="457200" marR="0" rtl="0" algn="ctr">
              <a:lnSpc>
                <a:spcPct val="100000"/>
              </a:lnSpc>
              <a:spcBef>
                <a:spcPts val="0"/>
              </a:spcBef>
              <a:spcAft>
                <a:spcPts val="0"/>
              </a:spcAft>
              <a:buClr>
                <a:srgbClr val="000000"/>
              </a:buClr>
              <a:buSzPts val="6800"/>
              <a:buFont typeface="Arial"/>
              <a:buNone/>
            </a:pPr>
            <a:r>
              <a:rPr b="1" i="0" lang="es-ES" sz="6800" u="none" cap="none" strike="noStrike">
                <a:solidFill>
                  <a:schemeClr val="dk1"/>
                </a:solidFill>
                <a:latin typeface="Patrick Hand"/>
                <a:ea typeface="Patrick Hand"/>
                <a:cs typeface="Patrick Hand"/>
                <a:sym typeface="Patrick Hand"/>
              </a:rPr>
              <a:t>  6 </a:t>
            </a:r>
            <a:endParaRPr b="0" i="0" sz="1400" u="none" cap="none" strike="noStrike">
              <a:solidFill>
                <a:srgbClr val="000000"/>
              </a:solidFill>
              <a:latin typeface="Arial"/>
              <a:ea typeface="Arial"/>
              <a:cs typeface="Arial"/>
              <a:sym typeface="Arial"/>
            </a:endParaRPr>
          </a:p>
        </p:txBody>
      </p:sp>
      <p:sp>
        <p:nvSpPr>
          <p:cNvPr id="233" name="Google Shape;233;g2600947766c_0_6"/>
          <p:cNvSpPr txBox="1"/>
          <p:nvPr/>
        </p:nvSpPr>
        <p:spPr>
          <a:xfrm>
            <a:off x="3464150" y="1099725"/>
            <a:ext cx="1607700" cy="1231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6800"/>
              <a:buFont typeface="Arial"/>
              <a:buNone/>
            </a:pPr>
            <a:r>
              <a:rPr b="1" i="0" lang="es-ES" sz="6800" u="none" cap="none" strike="noStrike">
                <a:solidFill>
                  <a:schemeClr val="dk1"/>
                </a:solidFill>
                <a:latin typeface="Patrick Hand"/>
                <a:ea typeface="Patrick Hand"/>
                <a:cs typeface="Patrick Hand"/>
                <a:sym typeface="Patrick Hand"/>
              </a:rPr>
              <a:t>8</a:t>
            </a:r>
            <a:endParaRPr b="1" i="0" sz="6800" u="none" cap="none" strike="noStrike">
              <a:solidFill>
                <a:schemeClr val="dk1"/>
              </a:solidFill>
              <a:latin typeface="Patrick Hand"/>
              <a:ea typeface="Patrick Hand"/>
              <a:cs typeface="Patrick Hand"/>
              <a:sym typeface="Patrick Hand"/>
            </a:endParaRPr>
          </a:p>
        </p:txBody>
      </p:sp>
      <p:sp>
        <p:nvSpPr>
          <p:cNvPr id="234" name="Google Shape;234;g2600947766c_0_6"/>
          <p:cNvSpPr txBox="1"/>
          <p:nvPr/>
        </p:nvSpPr>
        <p:spPr>
          <a:xfrm>
            <a:off x="4792300" y="1099725"/>
            <a:ext cx="1147500" cy="1231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6800"/>
              <a:buFont typeface="Arial"/>
              <a:buNone/>
            </a:pPr>
            <a:r>
              <a:rPr b="1" i="0" lang="es-ES" sz="6800" u="none" cap="none" strike="noStrike">
                <a:solidFill>
                  <a:schemeClr val="dk1"/>
                </a:solidFill>
                <a:latin typeface="Patrick Hand"/>
                <a:ea typeface="Patrick Hand"/>
                <a:cs typeface="Patrick Hand"/>
                <a:sym typeface="Patrick Hand"/>
              </a:rPr>
              <a:t>-</a:t>
            </a:r>
            <a:endParaRPr b="1" i="0" sz="6800" u="none" cap="none" strike="noStrike">
              <a:solidFill>
                <a:schemeClr val="dk1"/>
              </a:solidFill>
              <a:latin typeface="Patrick Hand"/>
              <a:ea typeface="Patrick Hand"/>
              <a:cs typeface="Patrick Hand"/>
              <a:sym typeface="Patrick Hand"/>
            </a:endParaRPr>
          </a:p>
        </p:txBody>
      </p:sp>
      <p:sp>
        <p:nvSpPr>
          <p:cNvPr id="235" name="Google Shape;235;g2600947766c_0_6"/>
          <p:cNvSpPr txBox="1"/>
          <p:nvPr/>
        </p:nvSpPr>
        <p:spPr>
          <a:xfrm>
            <a:off x="9284975" y="1066775"/>
            <a:ext cx="3000000" cy="1231500"/>
          </a:xfrm>
          <a:prstGeom prst="rect">
            <a:avLst/>
          </a:prstGeom>
          <a:noFill/>
          <a:ln>
            <a:noFill/>
          </a:ln>
        </p:spPr>
        <p:txBody>
          <a:bodyPr anchorCtr="0" anchor="t" bIns="91425" lIns="91425" spcFirstLastPara="1" rIns="91425" wrap="square" tIns="91425">
            <a:spAutoFit/>
          </a:bodyPr>
          <a:lstStyle/>
          <a:p>
            <a:pPr indent="0" lvl="0" marL="457200" marR="0" rtl="0" algn="ctr">
              <a:lnSpc>
                <a:spcPct val="100000"/>
              </a:lnSpc>
              <a:spcBef>
                <a:spcPts val="0"/>
              </a:spcBef>
              <a:spcAft>
                <a:spcPts val="0"/>
              </a:spcAft>
              <a:buClr>
                <a:srgbClr val="000000"/>
              </a:buClr>
              <a:buSzPts val="6800"/>
              <a:buFont typeface="Arial"/>
              <a:buNone/>
            </a:pPr>
            <a:r>
              <a:rPr b="1" i="0" lang="es-ES" sz="6800" u="none" cap="none" strike="noStrike">
                <a:solidFill>
                  <a:schemeClr val="dk1"/>
                </a:solidFill>
                <a:latin typeface="Patrick Hand"/>
                <a:ea typeface="Patrick Hand"/>
                <a:cs typeface="Patrick Hand"/>
                <a:sym typeface="Patrick Hand"/>
              </a:rPr>
              <a:t>  2</a:t>
            </a:r>
            <a:endParaRPr b="0" i="0" sz="1400" u="none" cap="none" strike="noStrike">
              <a:solidFill>
                <a:srgbClr val="000000"/>
              </a:solidFill>
              <a:latin typeface="Arial"/>
              <a:ea typeface="Arial"/>
              <a:cs typeface="Arial"/>
              <a:sym typeface="Arial"/>
            </a:endParaRPr>
          </a:p>
        </p:txBody>
      </p:sp>
      <p:pic>
        <p:nvPicPr>
          <p:cNvPr id="236" name="Google Shape;236;g2600947766c_0_6"/>
          <p:cNvPicPr preferRelativeResize="0"/>
          <p:nvPr/>
        </p:nvPicPr>
        <p:blipFill>
          <a:blip r:embed="rId4">
            <a:alphaModFix/>
          </a:blip>
          <a:stretch>
            <a:fillRect/>
          </a:stretch>
        </p:blipFill>
        <p:spPr>
          <a:xfrm>
            <a:off x="11057200" y="5216937"/>
            <a:ext cx="975700" cy="10291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g267aa26f3a0_0_167"/>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t/>
            </a:r>
            <a:endParaRPr/>
          </a:p>
        </p:txBody>
      </p:sp>
      <p:sp>
        <p:nvSpPr>
          <p:cNvPr id="242" name="Google Shape;242;g267aa26f3a0_0_167"/>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1000"/>
              </a:spcBef>
              <a:spcAft>
                <a:spcPts val="0"/>
              </a:spcAft>
              <a:buSzPts val="1800"/>
              <a:buNone/>
            </a:pPr>
            <a:r>
              <a:t/>
            </a:r>
            <a:endParaRPr/>
          </a:p>
        </p:txBody>
      </p:sp>
      <p:pic>
        <p:nvPicPr>
          <p:cNvPr descr="Forma&#10;&#10;Descripción generada automáticamente con confianza media" id="243" name="Google Shape;243;g267aa26f3a0_0_167"/>
          <p:cNvPicPr preferRelativeResize="0"/>
          <p:nvPr>
            <p:ph idx="1" type="body"/>
          </p:nvPr>
        </p:nvPicPr>
        <p:blipFill rotWithShape="1">
          <a:blip r:embed="rId3">
            <a:alphaModFix/>
          </a:blip>
          <a:srcRect b="0" l="0" r="0" t="0"/>
          <a:stretch/>
        </p:blipFill>
        <p:spPr>
          <a:xfrm>
            <a:off x="-3532" y="0"/>
            <a:ext cx="12192000" cy="6858000"/>
          </a:xfrm>
          <a:prstGeom prst="rect">
            <a:avLst/>
          </a:prstGeom>
          <a:noFill/>
          <a:ln>
            <a:noFill/>
          </a:ln>
        </p:spPr>
      </p:pic>
      <p:sp>
        <p:nvSpPr>
          <p:cNvPr id="244" name="Google Shape;244;g267aa26f3a0_0_167"/>
          <p:cNvSpPr txBox="1"/>
          <p:nvPr/>
        </p:nvSpPr>
        <p:spPr>
          <a:xfrm>
            <a:off x="159900" y="473875"/>
            <a:ext cx="11388600" cy="2586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200"/>
              <a:buFont typeface="Arial"/>
              <a:buNone/>
            </a:pPr>
            <a:r>
              <a:rPr b="1" i="0" lang="es-ES" sz="3200" u="none" cap="none" strike="noStrike">
                <a:solidFill>
                  <a:schemeClr val="dk1"/>
                </a:solidFill>
                <a:latin typeface="Patrick Hand"/>
                <a:ea typeface="Patrick Hand"/>
                <a:cs typeface="Patrick Hand"/>
                <a:sym typeface="Patrick Hand"/>
              </a:rPr>
              <a:t>¿Qué nos puede ayudar a resolver una resta?</a:t>
            </a:r>
            <a:endParaRPr b="1" i="0" sz="32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3000"/>
              <a:buFont typeface="Arial"/>
              <a:buNone/>
            </a:pPr>
            <a:r>
              <a:t/>
            </a:r>
            <a:endParaRPr b="0" i="0" sz="30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3000"/>
              <a:buFont typeface="Arial"/>
              <a:buNone/>
            </a:pPr>
            <a:r>
              <a:rPr b="0" i="0" lang="es-ES" sz="3000" u="none" cap="none" strike="noStrike">
                <a:solidFill>
                  <a:schemeClr val="dk1"/>
                </a:solidFill>
                <a:latin typeface="Patrick Hand"/>
                <a:ea typeface="Patrick Hand"/>
                <a:cs typeface="Patrick Hand"/>
                <a:sym typeface="Patrick Hand"/>
              </a:rPr>
              <a:t>Contar hacia atrás: cuando restamos, quitamos una cantidad, por lo que ir contando hacia atrás nos puede ayudar a encontrar el resultado.</a:t>
            </a:r>
            <a:endParaRPr b="0" i="0" sz="30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3000"/>
              <a:buFont typeface="Arial"/>
              <a:buNone/>
            </a:pPr>
            <a:r>
              <a:rPr b="0" i="0" lang="es-ES" sz="3000" u="none" cap="none" strike="noStrike">
                <a:solidFill>
                  <a:schemeClr val="dk1"/>
                </a:solidFill>
                <a:latin typeface="Patrick Hand"/>
                <a:ea typeface="Patrick Hand"/>
                <a:cs typeface="Patrick Hand"/>
                <a:sym typeface="Patrick Hand"/>
              </a:rPr>
              <a:t>Ejemplo:   					                </a:t>
            </a:r>
            <a:r>
              <a:rPr b="0" i="0" lang="es-ES" sz="3400" u="none" cap="none" strike="noStrike">
                <a:solidFill>
                  <a:schemeClr val="dk1"/>
                </a:solidFill>
                <a:latin typeface="Patrick Hand"/>
                <a:ea typeface="Patrick Hand"/>
                <a:cs typeface="Patrick Hand"/>
                <a:sym typeface="Patrick Hand"/>
              </a:rPr>
              <a:t>20 - 5 = </a:t>
            </a:r>
            <a:endParaRPr b="0" i="0" sz="3400" u="none" cap="none" strike="noStrike">
              <a:solidFill>
                <a:schemeClr val="dk1"/>
              </a:solidFill>
              <a:latin typeface="Patrick Hand"/>
              <a:ea typeface="Patrick Hand"/>
              <a:cs typeface="Patrick Hand"/>
              <a:sym typeface="Patrick Hand"/>
            </a:endParaRPr>
          </a:p>
        </p:txBody>
      </p:sp>
      <p:cxnSp>
        <p:nvCxnSpPr>
          <p:cNvPr id="245" name="Google Shape;245;g267aa26f3a0_0_167"/>
          <p:cNvCxnSpPr/>
          <p:nvPr/>
        </p:nvCxnSpPr>
        <p:spPr>
          <a:xfrm>
            <a:off x="-3532" y="3810000"/>
            <a:ext cx="12192000" cy="0"/>
          </a:xfrm>
          <a:prstGeom prst="straightConnector1">
            <a:avLst/>
          </a:prstGeom>
          <a:noFill/>
          <a:ln cap="flat" cmpd="sng" w="28575">
            <a:solidFill>
              <a:srgbClr val="009287"/>
            </a:solidFill>
            <a:prstDash val="solid"/>
            <a:round/>
            <a:headEnd len="med" w="med" type="stealth"/>
            <a:tailEnd len="med" w="med" type="stealth"/>
          </a:ln>
        </p:spPr>
      </p:cxnSp>
      <p:cxnSp>
        <p:nvCxnSpPr>
          <p:cNvPr id="246" name="Google Shape;246;g267aa26f3a0_0_167"/>
          <p:cNvCxnSpPr/>
          <p:nvPr/>
        </p:nvCxnSpPr>
        <p:spPr>
          <a:xfrm>
            <a:off x="977175" y="3624425"/>
            <a:ext cx="0" cy="355500"/>
          </a:xfrm>
          <a:prstGeom prst="straightConnector1">
            <a:avLst/>
          </a:prstGeom>
          <a:noFill/>
          <a:ln cap="flat" cmpd="sng" w="28575">
            <a:solidFill>
              <a:srgbClr val="009287"/>
            </a:solidFill>
            <a:prstDash val="solid"/>
            <a:round/>
            <a:headEnd len="med" w="med" type="stealth"/>
            <a:tailEnd len="med" w="med" type="stealth"/>
          </a:ln>
        </p:spPr>
      </p:cxnSp>
      <p:cxnSp>
        <p:nvCxnSpPr>
          <p:cNvPr id="247" name="Google Shape;247;g267aa26f3a0_0_167"/>
          <p:cNvCxnSpPr/>
          <p:nvPr/>
        </p:nvCxnSpPr>
        <p:spPr>
          <a:xfrm>
            <a:off x="2043975" y="3624425"/>
            <a:ext cx="0" cy="355500"/>
          </a:xfrm>
          <a:prstGeom prst="straightConnector1">
            <a:avLst/>
          </a:prstGeom>
          <a:noFill/>
          <a:ln cap="flat" cmpd="sng" w="28575">
            <a:solidFill>
              <a:srgbClr val="009287"/>
            </a:solidFill>
            <a:prstDash val="solid"/>
            <a:round/>
            <a:headEnd len="med" w="med" type="stealth"/>
            <a:tailEnd len="med" w="med" type="stealth"/>
          </a:ln>
        </p:spPr>
      </p:cxnSp>
      <p:cxnSp>
        <p:nvCxnSpPr>
          <p:cNvPr id="248" name="Google Shape;248;g267aa26f3a0_0_167"/>
          <p:cNvCxnSpPr/>
          <p:nvPr/>
        </p:nvCxnSpPr>
        <p:spPr>
          <a:xfrm>
            <a:off x="3110775" y="3624425"/>
            <a:ext cx="0" cy="355500"/>
          </a:xfrm>
          <a:prstGeom prst="straightConnector1">
            <a:avLst/>
          </a:prstGeom>
          <a:noFill/>
          <a:ln cap="flat" cmpd="sng" w="28575">
            <a:solidFill>
              <a:srgbClr val="009287"/>
            </a:solidFill>
            <a:prstDash val="solid"/>
            <a:round/>
            <a:headEnd len="med" w="med" type="stealth"/>
            <a:tailEnd len="med" w="med" type="stealth"/>
          </a:ln>
        </p:spPr>
      </p:cxnSp>
      <p:cxnSp>
        <p:nvCxnSpPr>
          <p:cNvPr id="249" name="Google Shape;249;g267aa26f3a0_0_167"/>
          <p:cNvCxnSpPr/>
          <p:nvPr/>
        </p:nvCxnSpPr>
        <p:spPr>
          <a:xfrm>
            <a:off x="4101375" y="3624425"/>
            <a:ext cx="0" cy="355500"/>
          </a:xfrm>
          <a:prstGeom prst="straightConnector1">
            <a:avLst/>
          </a:prstGeom>
          <a:noFill/>
          <a:ln cap="flat" cmpd="sng" w="28575">
            <a:solidFill>
              <a:srgbClr val="009287"/>
            </a:solidFill>
            <a:prstDash val="solid"/>
            <a:round/>
            <a:headEnd len="med" w="med" type="stealth"/>
            <a:tailEnd len="med" w="med" type="stealth"/>
          </a:ln>
        </p:spPr>
      </p:cxnSp>
      <p:cxnSp>
        <p:nvCxnSpPr>
          <p:cNvPr id="250" name="Google Shape;250;g267aa26f3a0_0_167"/>
          <p:cNvCxnSpPr/>
          <p:nvPr/>
        </p:nvCxnSpPr>
        <p:spPr>
          <a:xfrm>
            <a:off x="5015775" y="3624425"/>
            <a:ext cx="0" cy="355500"/>
          </a:xfrm>
          <a:prstGeom prst="straightConnector1">
            <a:avLst/>
          </a:prstGeom>
          <a:noFill/>
          <a:ln cap="flat" cmpd="sng" w="28575">
            <a:solidFill>
              <a:srgbClr val="009287"/>
            </a:solidFill>
            <a:prstDash val="solid"/>
            <a:round/>
            <a:headEnd len="med" w="med" type="stealth"/>
            <a:tailEnd len="med" w="med" type="stealth"/>
          </a:ln>
        </p:spPr>
      </p:cxnSp>
      <p:cxnSp>
        <p:nvCxnSpPr>
          <p:cNvPr id="251" name="Google Shape;251;g267aa26f3a0_0_167"/>
          <p:cNvCxnSpPr/>
          <p:nvPr/>
        </p:nvCxnSpPr>
        <p:spPr>
          <a:xfrm>
            <a:off x="5930175" y="3624425"/>
            <a:ext cx="0" cy="355500"/>
          </a:xfrm>
          <a:prstGeom prst="straightConnector1">
            <a:avLst/>
          </a:prstGeom>
          <a:noFill/>
          <a:ln cap="flat" cmpd="sng" w="28575">
            <a:solidFill>
              <a:srgbClr val="009287"/>
            </a:solidFill>
            <a:prstDash val="solid"/>
            <a:round/>
            <a:headEnd len="med" w="med" type="stealth"/>
            <a:tailEnd len="med" w="med" type="stealth"/>
          </a:ln>
        </p:spPr>
      </p:cxnSp>
      <p:cxnSp>
        <p:nvCxnSpPr>
          <p:cNvPr id="252" name="Google Shape;252;g267aa26f3a0_0_167"/>
          <p:cNvCxnSpPr/>
          <p:nvPr/>
        </p:nvCxnSpPr>
        <p:spPr>
          <a:xfrm>
            <a:off x="6844575" y="3624425"/>
            <a:ext cx="0" cy="355500"/>
          </a:xfrm>
          <a:prstGeom prst="straightConnector1">
            <a:avLst/>
          </a:prstGeom>
          <a:noFill/>
          <a:ln cap="flat" cmpd="sng" w="28575">
            <a:solidFill>
              <a:srgbClr val="009287"/>
            </a:solidFill>
            <a:prstDash val="solid"/>
            <a:round/>
            <a:headEnd len="med" w="med" type="stealth"/>
            <a:tailEnd len="med" w="med" type="stealth"/>
          </a:ln>
        </p:spPr>
      </p:cxnSp>
      <p:cxnSp>
        <p:nvCxnSpPr>
          <p:cNvPr id="253" name="Google Shape;253;g267aa26f3a0_0_167"/>
          <p:cNvCxnSpPr/>
          <p:nvPr/>
        </p:nvCxnSpPr>
        <p:spPr>
          <a:xfrm>
            <a:off x="7758975" y="3624425"/>
            <a:ext cx="0" cy="355500"/>
          </a:xfrm>
          <a:prstGeom prst="straightConnector1">
            <a:avLst/>
          </a:prstGeom>
          <a:noFill/>
          <a:ln cap="flat" cmpd="sng" w="28575">
            <a:solidFill>
              <a:srgbClr val="009287"/>
            </a:solidFill>
            <a:prstDash val="solid"/>
            <a:round/>
            <a:headEnd len="med" w="med" type="stealth"/>
            <a:tailEnd len="med" w="med" type="stealth"/>
          </a:ln>
        </p:spPr>
      </p:cxnSp>
      <p:cxnSp>
        <p:nvCxnSpPr>
          <p:cNvPr id="254" name="Google Shape;254;g267aa26f3a0_0_167"/>
          <p:cNvCxnSpPr/>
          <p:nvPr/>
        </p:nvCxnSpPr>
        <p:spPr>
          <a:xfrm>
            <a:off x="8673375" y="3624425"/>
            <a:ext cx="0" cy="355500"/>
          </a:xfrm>
          <a:prstGeom prst="straightConnector1">
            <a:avLst/>
          </a:prstGeom>
          <a:noFill/>
          <a:ln cap="flat" cmpd="sng" w="28575">
            <a:solidFill>
              <a:srgbClr val="009287"/>
            </a:solidFill>
            <a:prstDash val="solid"/>
            <a:round/>
            <a:headEnd len="med" w="med" type="stealth"/>
            <a:tailEnd len="med" w="med" type="stealth"/>
          </a:ln>
        </p:spPr>
      </p:cxnSp>
      <p:cxnSp>
        <p:nvCxnSpPr>
          <p:cNvPr id="255" name="Google Shape;255;g267aa26f3a0_0_167"/>
          <p:cNvCxnSpPr/>
          <p:nvPr/>
        </p:nvCxnSpPr>
        <p:spPr>
          <a:xfrm>
            <a:off x="9663975" y="3624425"/>
            <a:ext cx="0" cy="355500"/>
          </a:xfrm>
          <a:prstGeom prst="straightConnector1">
            <a:avLst/>
          </a:prstGeom>
          <a:noFill/>
          <a:ln cap="flat" cmpd="sng" w="28575">
            <a:solidFill>
              <a:srgbClr val="009287"/>
            </a:solidFill>
            <a:prstDash val="solid"/>
            <a:round/>
            <a:headEnd len="med" w="med" type="stealth"/>
            <a:tailEnd len="med" w="med" type="stealth"/>
          </a:ln>
        </p:spPr>
      </p:cxnSp>
      <p:cxnSp>
        <p:nvCxnSpPr>
          <p:cNvPr id="256" name="Google Shape;256;g267aa26f3a0_0_167"/>
          <p:cNvCxnSpPr/>
          <p:nvPr/>
        </p:nvCxnSpPr>
        <p:spPr>
          <a:xfrm>
            <a:off x="10730775" y="3624425"/>
            <a:ext cx="0" cy="355500"/>
          </a:xfrm>
          <a:prstGeom prst="straightConnector1">
            <a:avLst/>
          </a:prstGeom>
          <a:noFill/>
          <a:ln cap="flat" cmpd="sng" w="28575">
            <a:solidFill>
              <a:srgbClr val="009287"/>
            </a:solidFill>
            <a:prstDash val="solid"/>
            <a:round/>
            <a:headEnd len="med" w="med" type="stealth"/>
            <a:tailEnd len="med" w="med" type="stealth"/>
          </a:ln>
        </p:spPr>
      </p:cxnSp>
      <p:sp>
        <p:nvSpPr>
          <p:cNvPr id="257" name="Google Shape;257;g267aa26f3a0_0_167"/>
          <p:cNvSpPr txBox="1"/>
          <p:nvPr/>
        </p:nvSpPr>
        <p:spPr>
          <a:xfrm>
            <a:off x="721650" y="3979925"/>
            <a:ext cx="743100" cy="708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chemeClr val="dk1"/>
                </a:solidFill>
                <a:latin typeface="Patrick Hand"/>
                <a:ea typeface="Patrick Hand"/>
                <a:cs typeface="Patrick Hand"/>
                <a:sym typeface="Patrick Hand"/>
              </a:rPr>
              <a:t>12 </a:t>
            </a:r>
            <a:endParaRPr b="0" i="0" sz="1400" u="none" cap="none" strike="noStrike">
              <a:solidFill>
                <a:srgbClr val="000000"/>
              </a:solidFill>
              <a:latin typeface="Arial"/>
              <a:ea typeface="Arial"/>
              <a:cs typeface="Arial"/>
              <a:sym typeface="Arial"/>
            </a:endParaRPr>
          </a:p>
        </p:txBody>
      </p:sp>
      <p:sp>
        <p:nvSpPr>
          <p:cNvPr id="258" name="Google Shape;258;g267aa26f3a0_0_167"/>
          <p:cNvSpPr txBox="1"/>
          <p:nvPr/>
        </p:nvSpPr>
        <p:spPr>
          <a:xfrm>
            <a:off x="1672425" y="3979925"/>
            <a:ext cx="743100" cy="708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chemeClr val="dk1"/>
                </a:solidFill>
                <a:latin typeface="Patrick Hand"/>
                <a:ea typeface="Patrick Hand"/>
                <a:cs typeface="Patrick Hand"/>
                <a:sym typeface="Patrick Hand"/>
              </a:rPr>
              <a:t>13 </a:t>
            </a:r>
            <a:endParaRPr b="0" i="0" sz="1400" u="none" cap="none" strike="noStrike">
              <a:solidFill>
                <a:srgbClr val="000000"/>
              </a:solidFill>
              <a:latin typeface="Arial"/>
              <a:ea typeface="Arial"/>
              <a:cs typeface="Arial"/>
              <a:sym typeface="Arial"/>
            </a:endParaRPr>
          </a:p>
        </p:txBody>
      </p:sp>
      <p:sp>
        <p:nvSpPr>
          <p:cNvPr id="259" name="Google Shape;259;g267aa26f3a0_0_167"/>
          <p:cNvSpPr txBox="1"/>
          <p:nvPr/>
        </p:nvSpPr>
        <p:spPr>
          <a:xfrm>
            <a:off x="2739225" y="3979925"/>
            <a:ext cx="743100" cy="708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chemeClr val="dk1"/>
                </a:solidFill>
                <a:latin typeface="Patrick Hand"/>
                <a:ea typeface="Patrick Hand"/>
                <a:cs typeface="Patrick Hand"/>
                <a:sym typeface="Patrick Hand"/>
              </a:rPr>
              <a:t>14 </a:t>
            </a:r>
            <a:endParaRPr b="0" i="0" sz="1400" u="none" cap="none" strike="noStrike">
              <a:solidFill>
                <a:srgbClr val="000000"/>
              </a:solidFill>
              <a:latin typeface="Arial"/>
              <a:ea typeface="Arial"/>
              <a:cs typeface="Arial"/>
              <a:sym typeface="Arial"/>
            </a:endParaRPr>
          </a:p>
        </p:txBody>
      </p:sp>
      <p:sp>
        <p:nvSpPr>
          <p:cNvPr id="260" name="Google Shape;260;g267aa26f3a0_0_167"/>
          <p:cNvSpPr txBox="1"/>
          <p:nvPr/>
        </p:nvSpPr>
        <p:spPr>
          <a:xfrm>
            <a:off x="3729825" y="3979925"/>
            <a:ext cx="743100" cy="708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chemeClr val="dk1"/>
                </a:solidFill>
                <a:latin typeface="Patrick Hand"/>
                <a:ea typeface="Patrick Hand"/>
                <a:cs typeface="Patrick Hand"/>
                <a:sym typeface="Patrick Hand"/>
              </a:rPr>
              <a:t>15 </a:t>
            </a:r>
            <a:endParaRPr b="0" i="0" sz="1400" u="none" cap="none" strike="noStrike">
              <a:solidFill>
                <a:srgbClr val="000000"/>
              </a:solidFill>
              <a:latin typeface="Arial"/>
              <a:ea typeface="Arial"/>
              <a:cs typeface="Arial"/>
              <a:sym typeface="Arial"/>
            </a:endParaRPr>
          </a:p>
        </p:txBody>
      </p:sp>
      <p:sp>
        <p:nvSpPr>
          <p:cNvPr id="261" name="Google Shape;261;g267aa26f3a0_0_167"/>
          <p:cNvSpPr txBox="1"/>
          <p:nvPr/>
        </p:nvSpPr>
        <p:spPr>
          <a:xfrm>
            <a:off x="4720425" y="3979925"/>
            <a:ext cx="743100" cy="708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chemeClr val="dk1"/>
                </a:solidFill>
                <a:latin typeface="Patrick Hand"/>
                <a:ea typeface="Patrick Hand"/>
                <a:cs typeface="Patrick Hand"/>
                <a:sym typeface="Patrick Hand"/>
              </a:rPr>
              <a:t>16 </a:t>
            </a:r>
            <a:endParaRPr b="0" i="0" sz="1400" u="none" cap="none" strike="noStrike">
              <a:solidFill>
                <a:srgbClr val="000000"/>
              </a:solidFill>
              <a:latin typeface="Arial"/>
              <a:ea typeface="Arial"/>
              <a:cs typeface="Arial"/>
              <a:sym typeface="Arial"/>
            </a:endParaRPr>
          </a:p>
        </p:txBody>
      </p:sp>
      <p:sp>
        <p:nvSpPr>
          <p:cNvPr id="262" name="Google Shape;262;g267aa26f3a0_0_167"/>
          <p:cNvSpPr txBox="1"/>
          <p:nvPr/>
        </p:nvSpPr>
        <p:spPr>
          <a:xfrm>
            <a:off x="5672925" y="3979925"/>
            <a:ext cx="743100" cy="708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chemeClr val="dk1"/>
                </a:solidFill>
                <a:latin typeface="Patrick Hand"/>
                <a:ea typeface="Patrick Hand"/>
                <a:cs typeface="Patrick Hand"/>
                <a:sym typeface="Patrick Hand"/>
              </a:rPr>
              <a:t>17 </a:t>
            </a:r>
            <a:endParaRPr b="0" i="0" sz="1400" u="none" cap="none" strike="noStrike">
              <a:solidFill>
                <a:srgbClr val="000000"/>
              </a:solidFill>
              <a:latin typeface="Arial"/>
              <a:ea typeface="Arial"/>
              <a:cs typeface="Arial"/>
              <a:sym typeface="Arial"/>
            </a:endParaRPr>
          </a:p>
        </p:txBody>
      </p:sp>
      <p:sp>
        <p:nvSpPr>
          <p:cNvPr id="263" name="Google Shape;263;g267aa26f3a0_0_167"/>
          <p:cNvSpPr txBox="1"/>
          <p:nvPr/>
        </p:nvSpPr>
        <p:spPr>
          <a:xfrm>
            <a:off x="6473025" y="3979925"/>
            <a:ext cx="743100" cy="708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chemeClr val="dk1"/>
                </a:solidFill>
                <a:latin typeface="Patrick Hand"/>
                <a:ea typeface="Patrick Hand"/>
                <a:cs typeface="Patrick Hand"/>
                <a:sym typeface="Patrick Hand"/>
              </a:rPr>
              <a:t>18 </a:t>
            </a:r>
            <a:endParaRPr b="0" i="0" sz="1400" u="none" cap="none" strike="noStrike">
              <a:solidFill>
                <a:srgbClr val="000000"/>
              </a:solidFill>
              <a:latin typeface="Arial"/>
              <a:ea typeface="Arial"/>
              <a:cs typeface="Arial"/>
              <a:sym typeface="Arial"/>
            </a:endParaRPr>
          </a:p>
        </p:txBody>
      </p:sp>
      <p:sp>
        <p:nvSpPr>
          <p:cNvPr id="264" name="Google Shape;264;g267aa26f3a0_0_167"/>
          <p:cNvSpPr txBox="1"/>
          <p:nvPr/>
        </p:nvSpPr>
        <p:spPr>
          <a:xfrm>
            <a:off x="7387425" y="3979925"/>
            <a:ext cx="743100" cy="708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chemeClr val="dk1"/>
                </a:solidFill>
                <a:latin typeface="Patrick Hand"/>
                <a:ea typeface="Patrick Hand"/>
                <a:cs typeface="Patrick Hand"/>
                <a:sym typeface="Patrick Hand"/>
              </a:rPr>
              <a:t>19 </a:t>
            </a:r>
            <a:endParaRPr b="0" i="0" sz="1400" u="none" cap="none" strike="noStrike">
              <a:solidFill>
                <a:srgbClr val="000000"/>
              </a:solidFill>
              <a:latin typeface="Arial"/>
              <a:ea typeface="Arial"/>
              <a:cs typeface="Arial"/>
              <a:sym typeface="Arial"/>
            </a:endParaRPr>
          </a:p>
        </p:txBody>
      </p:sp>
      <p:sp>
        <p:nvSpPr>
          <p:cNvPr id="265" name="Google Shape;265;g267aa26f3a0_0_167"/>
          <p:cNvSpPr txBox="1"/>
          <p:nvPr/>
        </p:nvSpPr>
        <p:spPr>
          <a:xfrm>
            <a:off x="8339925" y="3979925"/>
            <a:ext cx="743100" cy="708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chemeClr val="dk1"/>
                </a:solidFill>
                <a:latin typeface="Patrick Hand"/>
                <a:ea typeface="Patrick Hand"/>
                <a:cs typeface="Patrick Hand"/>
                <a:sym typeface="Patrick Hand"/>
              </a:rPr>
              <a:t>20 </a:t>
            </a:r>
            <a:endParaRPr b="0" i="0" sz="1400" u="none" cap="none" strike="noStrike">
              <a:solidFill>
                <a:srgbClr val="000000"/>
              </a:solidFill>
              <a:latin typeface="Arial"/>
              <a:ea typeface="Arial"/>
              <a:cs typeface="Arial"/>
              <a:sym typeface="Arial"/>
            </a:endParaRPr>
          </a:p>
        </p:txBody>
      </p:sp>
      <p:sp>
        <p:nvSpPr>
          <p:cNvPr id="266" name="Google Shape;266;g267aa26f3a0_0_167"/>
          <p:cNvSpPr txBox="1"/>
          <p:nvPr/>
        </p:nvSpPr>
        <p:spPr>
          <a:xfrm>
            <a:off x="9292425" y="3979925"/>
            <a:ext cx="743100" cy="708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chemeClr val="dk1"/>
                </a:solidFill>
                <a:latin typeface="Patrick Hand"/>
                <a:ea typeface="Patrick Hand"/>
                <a:cs typeface="Patrick Hand"/>
                <a:sym typeface="Patrick Hand"/>
              </a:rPr>
              <a:t>21 </a:t>
            </a:r>
            <a:endParaRPr b="0" i="0" sz="1400" u="none" cap="none" strike="noStrike">
              <a:solidFill>
                <a:srgbClr val="000000"/>
              </a:solidFill>
              <a:latin typeface="Arial"/>
              <a:ea typeface="Arial"/>
              <a:cs typeface="Arial"/>
              <a:sym typeface="Arial"/>
            </a:endParaRPr>
          </a:p>
        </p:txBody>
      </p:sp>
      <p:sp>
        <p:nvSpPr>
          <p:cNvPr id="267" name="Google Shape;267;g267aa26f3a0_0_167"/>
          <p:cNvSpPr txBox="1"/>
          <p:nvPr/>
        </p:nvSpPr>
        <p:spPr>
          <a:xfrm>
            <a:off x="10359225" y="3979925"/>
            <a:ext cx="743100" cy="708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chemeClr val="dk1"/>
                </a:solidFill>
                <a:latin typeface="Patrick Hand"/>
                <a:ea typeface="Patrick Hand"/>
                <a:cs typeface="Patrick Hand"/>
                <a:sym typeface="Patrick Hand"/>
              </a:rPr>
              <a:t>22 </a:t>
            </a:r>
            <a:endParaRPr b="0" i="0" sz="1400" u="none" cap="none" strike="noStrike">
              <a:solidFill>
                <a:srgbClr val="000000"/>
              </a:solidFill>
              <a:latin typeface="Arial"/>
              <a:ea typeface="Arial"/>
              <a:cs typeface="Arial"/>
              <a:sym typeface="Arial"/>
            </a:endParaRPr>
          </a:p>
        </p:txBody>
      </p:sp>
      <p:cxnSp>
        <p:nvCxnSpPr>
          <p:cNvPr id="268" name="Google Shape;268;g267aa26f3a0_0_167"/>
          <p:cNvCxnSpPr/>
          <p:nvPr/>
        </p:nvCxnSpPr>
        <p:spPr>
          <a:xfrm>
            <a:off x="7682775" y="3675125"/>
            <a:ext cx="1066800" cy="600"/>
          </a:xfrm>
          <a:prstGeom prst="curvedConnector3">
            <a:avLst>
              <a:gd fmla="val 0" name="adj1"/>
            </a:avLst>
          </a:prstGeom>
          <a:noFill/>
          <a:ln cap="flat" cmpd="sng" w="28575">
            <a:solidFill>
              <a:srgbClr val="009287"/>
            </a:solidFill>
            <a:prstDash val="solid"/>
            <a:round/>
            <a:headEnd len="med" w="med" type="triangle"/>
            <a:tailEnd len="sm" w="sm" type="none"/>
          </a:ln>
        </p:spPr>
      </p:cxnSp>
      <p:sp>
        <p:nvSpPr>
          <p:cNvPr id="269" name="Google Shape;269;g267aa26f3a0_0_167"/>
          <p:cNvSpPr txBox="1"/>
          <p:nvPr/>
        </p:nvSpPr>
        <p:spPr>
          <a:xfrm>
            <a:off x="1822475" y="5038275"/>
            <a:ext cx="9957000" cy="1108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000"/>
              <a:buFont typeface="Arial"/>
              <a:buNone/>
            </a:pPr>
            <a:r>
              <a:rPr b="0" i="0" lang="es-ES" sz="3000" u="none" cap="none" strike="noStrike">
                <a:solidFill>
                  <a:schemeClr val="dk1"/>
                </a:solidFill>
                <a:latin typeface="Patrick Hand"/>
                <a:ea typeface="Patrick Hand"/>
                <a:cs typeface="Patrick Hand"/>
                <a:sym typeface="Patrick Hand"/>
              </a:rPr>
              <a:t>Comienzo desde el 20 y cuento 5 hacia atrás hasta llegar al resultado, en este caso 15.</a:t>
            </a:r>
            <a:endParaRPr b="0" i="0" sz="1400" u="none" cap="none" strike="noStrike">
              <a:solidFill>
                <a:srgbClr val="000000"/>
              </a:solidFill>
              <a:latin typeface="Arial"/>
              <a:ea typeface="Arial"/>
              <a:cs typeface="Arial"/>
              <a:sym typeface="Arial"/>
            </a:endParaRPr>
          </a:p>
        </p:txBody>
      </p:sp>
      <p:cxnSp>
        <p:nvCxnSpPr>
          <p:cNvPr id="270" name="Google Shape;270;g267aa26f3a0_0_167"/>
          <p:cNvCxnSpPr/>
          <p:nvPr/>
        </p:nvCxnSpPr>
        <p:spPr>
          <a:xfrm>
            <a:off x="6768375" y="3675125"/>
            <a:ext cx="1066800" cy="600"/>
          </a:xfrm>
          <a:prstGeom prst="curvedConnector3">
            <a:avLst>
              <a:gd fmla="val 0" name="adj1"/>
            </a:avLst>
          </a:prstGeom>
          <a:noFill/>
          <a:ln cap="flat" cmpd="sng" w="28575">
            <a:solidFill>
              <a:srgbClr val="009287"/>
            </a:solidFill>
            <a:prstDash val="solid"/>
            <a:round/>
            <a:headEnd len="med" w="med" type="triangle"/>
            <a:tailEnd len="sm" w="sm" type="none"/>
          </a:ln>
        </p:spPr>
      </p:cxnSp>
      <p:cxnSp>
        <p:nvCxnSpPr>
          <p:cNvPr id="271" name="Google Shape;271;g267aa26f3a0_0_167"/>
          <p:cNvCxnSpPr/>
          <p:nvPr/>
        </p:nvCxnSpPr>
        <p:spPr>
          <a:xfrm>
            <a:off x="5853975" y="3751325"/>
            <a:ext cx="1066800" cy="600"/>
          </a:xfrm>
          <a:prstGeom prst="curvedConnector3">
            <a:avLst>
              <a:gd fmla="val 0" name="adj1"/>
            </a:avLst>
          </a:prstGeom>
          <a:noFill/>
          <a:ln cap="flat" cmpd="sng" w="28575">
            <a:solidFill>
              <a:srgbClr val="009287"/>
            </a:solidFill>
            <a:prstDash val="solid"/>
            <a:round/>
            <a:headEnd len="med" w="med" type="triangle"/>
            <a:tailEnd len="sm" w="sm" type="none"/>
          </a:ln>
        </p:spPr>
      </p:cxnSp>
      <p:cxnSp>
        <p:nvCxnSpPr>
          <p:cNvPr id="272" name="Google Shape;272;g267aa26f3a0_0_167"/>
          <p:cNvCxnSpPr/>
          <p:nvPr/>
        </p:nvCxnSpPr>
        <p:spPr>
          <a:xfrm>
            <a:off x="4939575" y="3750650"/>
            <a:ext cx="1066800" cy="600"/>
          </a:xfrm>
          <a:prstGeom prst="curvedConnector3">
            <a:avLst>
              <a:gd fmla="val 0" name="adj1"/>
            </a:avLst>
          </a:prstGeom>
          <a:noFill/>
          <a:ln cap="flat" cmpd="sng" w="28575">
            <a:solidFill>
              <a:srgbClr val="009287"/>
            </a:solidFill>
            <a:prstDash val="solid"/>
            <a:round/>
            <a:headEnd len="med" w="med" type="triangle"/>
            <a:tailEnd len="sm" w="sm" type="none"/>
          </a:ln>
        </p:spPr>
      </p:cxnSp>
      <p:cxnSp>
        <p:nvCxnSpPr>
          <p:cNvPr id="273" name="Google Shape;273;g267aa26f3a0_0_167"/>
          <p:cNvCxnSpPr/>
          <p:nvPr/>
        </p:nvCxnSpPr>
        <p:spPr>
          <a:xfrm>
            <a:off x="4025175" y="3741888"/>
            <a:ext cx="1066800" cy="600"/>
          </a:xfrm>
          <a:prstGeom prst="curvedConnector3">
            <a:avLst>
              <a:gd fmla="val 0" name="adj1"/>
            </a:avLst>
          </a:prstGeom>
          <a:noFill/>
          <a:ln cap="flat" cmpd="sng" w="28575">
            <a:solidFill>
              <a:srgbClr val="009287"/>
            </a:solidFill>
            <a:prstDash val="solid"/>
            <a:round/>
            <a:headEnd len="med" w="med" type="triangle"/>
            <a:tailEnd len="sm" w="sm" type="none"/>
          </a:ln>
        </p:spPr>
      </p:cxnSp>
      <p:pic>
        <p:nvPicPr>
          <p:cNvPr id="274" name="Google Shape;274;g267aa26f3a0_0_167"/>
          <p:cNvPicPr preferRelativeResize="0"/>
          <p:nvPr/>
        </p:nvPicPr>
        <p:blipFill>
          <a:blip r:embed="rId4">
            <a:alphaModFix/>
          </a:blip>
          <a:stretch>
            <a:fillRect/>
          </a:stretch>
        </p:blipFill>
        <p:spPr>
          <a:xfrm>
            <a:off x="11102325" y="513387"/>
            <a:ext cx="975700" cy="10291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pic>
        <p:nvPicPr>
          <p:cNvPr descr="Forma&#10;&#10;Descripción generada automáticamente con confianza media" id="279" name="Google Shape;279;g267aa26f3a0_0_21"/>
          <p:cNvPicPr preferRelativeResize="0"/>
          <p:nvPr>
            <p:ph idx="1" type="body"/>
          </p:nvPr>
        </p:nvPicPr>
        <p:blipFill rotWithShape="1">
          <a:blip r:embed="rId3">
            <a:alphaModFix/>
          </a:blip>
          <a:srcRect b="0" l="0" r="0" t="0"/>
          <a:stretch/>
        </p:blipFill>
        <p:spPr>
          <a:xfrm>
            <a:off x="-22882" y="-17375"/>
            <a:ext cx="12192000" cy="6858000"/>
          </a:xfrm>
          <a:prstGeom prst="rect">
            <a:avLst/>
          </a:prstGeom>
          <a:noFill/>
          <a:ln>
            <a:noFill/>
          </a:ln>
        </p:spPr>
      </p:pic>
      <p:sp>
        <p:nvSpPr>
          <p:cNvPr id="280" name="Google Shape;280;g267aa26f3a0_0_21"/>
          <p:cNvSpPr txBox="1"/>
          <p:nvPr/>
        </p:nvSpPr>
        <p:spPr>
          <a:xfrm>
            <a:off x="-22875" y="251525"/>
            <a:ext cx="11388600" cy="677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200"/>
              <a:buFont typeface="Arial"/>
              <a:buNone/>
            </a:pPr>
            <a:r>
              <a:rPr b="1" i="0" lang="es-ES" sz="3200" u="none" cap="none" strike="noStrike">
                <a:solidFill>
                  <a:schemeClr val="dk1"/>
                </a:solidFill>
                <a:latin typeface="Patrick Hand"/>
                <a:ea typeface="Patrick Hand"/>
                <a:cs typeface="Patrick Hand"/>
                <a:sym typeface="Patrick Hand"/>
              </a:rPr>
              <a:t>Resolvamos las siguientes restas:</a:t>
            </a:r>
            <a:endParaRPr b="0" i="0" sz="3400" u="none" cap="none" strike="noStrike">
              <a:solidFill>
                <a:schemeClr val="dk1"/>
              </a:solidFill>
              <a:latin typeface="Patrick Hand"/>
              <a:ea typeface="Patrick Hand"/>
              <a:cs typeface="Patrick Hand"/>
              <a:sym typeface="Patrick Hand"/>
            </a:endParaRPr>
          </a:p>
        </p:txBody>
      </p:sp>
      <p:cxnSp>
        <p:nvCxnSpPr>
          <p:cNvPr id="281" name="Google Shape;281;g267aa26f3a0_0_21"/>
          <p:cNvCxnSpPr/>
          <p:nvPr/>
        </p:nvCxnSpPr>
        <p:spPr>
          <a:xfrm>
            <a:off x="-3532" y="4267200"/>
            <a:ext cx="12192000" cy="0"/>
          </a:xfrm>
          <a:prstGeom prst="straightConnector1">
            <a:avLst/>
          </a:prstGeom>
          <a:noFill/>
          <a:ln cap="flat" cmpd="sng" w="28575">
            <a:solidFill>
              <a:srgbClr val="009287"/>
            </a:solidFill>
            <a:prstDash val="solid"/>
            <a:round/>
            <a:headEnd len="med" w="med" type="stealth"/>
            <a:tailEnd len="med" w="med" type="stealth"/>
          </a:ln>
        </p:spPr>
      </p:cxnSp>
      <p:cxnSp>
        <p:nvCxnSpPr>
          <p:cNvPr id="282" name="Google Shape;282;g267aa26f3a0_0_21"/>
          <p:cNvCxnSpPr/>
          <p:nvPr/>
        </p:nvCxnSpPr>
        <p:spPr>
          <a:xfrm>
            <a:off x="977175" y="4081625"/>
            <a:ext cx="0" cy="355500"/>
          </a:xfrm>
          <a:prstGeom prst="straightConnector1">
            <a:avLst/>
          </a:prstGeom>
          <a:noFill/>
          <a:ln cap="flat" cmpd="sng" w="28575">
            <a:solidFill>
              <a:srgbClr val="009287"/>
            </a:solidFill>
            <a:prstDash val="solid"/>
            <a:round/>
            <a:headEnd len="med" w="med" type="stealth"/>
            <a:tailEnd len="med" w="med" type="stealth"/>
          </a:ln>
        </p:spPr>
      </p:cxnSp>
      <p:cxnSp>
        <p:nvCxnSpPr>
          <p:cNvPr id="283" name="Google Shape;283;g267aa26f3a0_0_21"/>
          <p:cNvCxnSpPr/>
          <p:nvPr/>
        </p:nvCxnSpPr>
        <p:spPr>
          <a:xfrm>
            <a:off x="2043975" y="4081625"/>
            <a:ext cx="0" cy="355500"/>
          </a:xfrm>
          <a:prstGeom prst="straightConnector1">
            <a:avLst/>
          </a:prstGeom>
          <a:noFill/>
          <a:ln cap="flat" cmpd="sng" w="28575">
            <a:solidFill>
              <a:srgbClr val="009287"/>
            </a:solidFill>
            <a:prstDash val="solid"/>
            <a:round/>
            <a:headEnd len="med" w="med" type="stealth"/>
            <a:tailEnd len="med" w="med" type="stealth"/>
          </a:ln>
        </p:spPr>
      </p:cxnSp>
      <p:cxnSp>
        <p:nvCxnSpPr>
          <p:cNvPr id="284" name="Google Shape;284;g267aa26f3a0_0_21"/>
          <p:cNvCxnSpPr/>
          <p:nvPr/>
        </p:nvCxnSpPr>
        <p:spPr>
          <a:xfrm>
            <a:off x="3110775" y="4081625"/>
            <a:ext cx="0" cy="355500"/>
          </a:xfrm>
          <a:prstGeom prst="straightConnector1">
            <a:avLst/>
          </a:prstGeom>
          <a:noFill/>
          <a:ln cap="flat" cmpd="sng" w="28575">
            <a:solidFill>
              <a:srgbClr val="009287"/>
            </a:solidFill>
            <a:prstDash val="solid"/>
            <a:round/>
            <a:headEnd len="med" w="med" type="stealth"/>
            <a:tailEnd len="med" w="med" type="stealth"/>
          </a:ln>
        </p:spPr>
      </p:cxnSp>
      <p:cxnSp>
        <p:nvCxnSpPr>
          <p:cNvPr id="285" name="Google Shape;285;g267aa26f3a0_0_21"/>
          <p:cNvCxnSpPr/>
          <p:nvPr/>
        </p:nvCxnSpPr>
        <p:spPr>
          <a:xfrm>
            <a:off x="4101375" y="4081625"/>
            <a:ext cx="0" cy="355500"/>
          </a:xfrm>
          <a:prstGeom prst="straightConnector1">
            <a:avLst/>
          </a:prstGeom>
          <a:noFill/>
          <a:ln cap="flat" cmpd="sng" w="28575">
            <a:solidFill>
              <a:srgbClr val="009287"/>
            </a:solidFill>
            <a:prstDash val="solid"/>
            <a:round/>
            <a:headEnd len="med" w="med" type="stealth"/>
            <a:tailEnd len="med" w="med" type="stealth"/>
          </a:ln>
        </p:spPr>
      </p:cxnSp>
      <p:cxnSp>
        <p:nvCxnSpPr>
          <p:cNvPr id="286" name="Google Shape;286;g267aa26f3a0_0_21"/>
          <p:cNvCxnSpPr/>
          <p:nvPr/>
        </p:nvCxnSpPr>
        <p:spPr>
          <a:xfrm>
            <a:off x="5015775" y="4081625"/>
            <a:ext cx="0" cy="355500"/>
          </a:xfrm>
          <a:prstGeom prst="straightConnector1">
            <a:avLst/>
          </a:prstGeom>
          <a:noFill/>
          <a:ln cap="flat" cmpd="sng" w="28575">
            <a:solidFill>
              <a:srgbClr val="009287"/>
            </a:solidFill>
            <a:prstDash val="solid"/>
            <a:round/>
            <a:headEnd len="med" w="med" type="stealth"/>
            <a:tailEnd len="med" w="med" type="stealth"/>
          </a:ln>
        </p:spPr>
      </p:cxnSp>
      <p:cxnSp>
        <p:nvCxnSpPr>
          <p:cNvPr id="287" name="Google Shape;287;g267aa26f3a0_0_21"/>
          <p:cNvCxnSpPr/>
          <p:nvPr/>
        </p:nvCxnSpPr>
        <p:spPr>
          <a:xfrm>
            <a:off x="5930175" y="4081625"/>
            <a:ext cx="0" cy="355500"/>
          </a:xfrm>
          <a:prstGeom prst="straightConnector1">
            <a:avLst/>
          </a:prstGeom>
          <a:noFill/>
          <a:ln cap="flat" cmpd="sng" w="28575">
            <a:solidFill>
              <a:srgbClr val="009287"/>
            </a:solidFill>
            <a:prstDash val="solid"/>
            <a:round/>
            <a:headEnd len="med" w="med" type="stealth"/>
            <a:tailEnd len="med" w="med" type="stealth"/>
          </a:ln>
        </p:spPr>
      </p:cxnSp>
      <p:cxnSp>
        <p:nvCxnSpPr>
          <p:cNvPr id="288" name="Google Shape;288;g267aa26f3a0_0_21"/>
          <p:cNvCxnSpPr/>
          <p:nvPr/>
        </p:nvCxnSpPr>
        <p:spPr>
          <a:xfrm>
            <a:off x="6844575" y="4081625"/>
            <a:ext cx="0" cy="355500"/>
          </a:xfrm>
          <a:prstGeom prst="straightConnector1">
            <a:avLst/>
          </a:prstGeom>
          <a:noFill/>
          <a:ln cap="flat" cmpd="sng" w="28575">
            <a:solidFill>
              <a:srgbClr val="009287"/>
            </a:solidFill>
            <a:prstDash val="solid"/>
            <a:round/>
            <a:headEnd len="med" w="med" type="stealth"/>
            <a:tailEnd len="med" w="med" type="stealth"/>
          </a:ln>
        </p:spPr>
      </p:cxnSp>
      <p:cxnSp>
        <p:nvCxnSpPr>
          <p:cNvPr id="289" name="Google Shape;289;g267aa26f3a0_0_21"/>
          <p:cNvCxnSpPr/>
          <p:nvPr/>
        </p:nvCxnSpPr>
        <p:spPr>
          <a:xfrm>
            <a:off x="7758975" y="4081625"/>
            <a:ext cx="0" cy="355500"/>
          </a:xfrm>
          <a:prstGeom prst="straightConnector1">
            <a:avLst/>
          </a:prstGeom>
          <a:noFill/>
          <a:ln cap="flat" cmpd="sng" w="28575">
            <a:solidFill>
              <a:srgbClr val="009287"/>
            </a:solidFill>
            <a:prstDash val="solid"/>
            <a:round/>
            <a:headEnd len="med" w="med" type="stealth"/>
            <a:tailEnd len="med" w="med" type="stealth"/>
          </a:ln>
        </p:spPr>
      </p:cxnSp>
      <p:cxnSp>
        <p:nvCxnSpPr>
          <p:cNvPr id="290" name="Google Shape;290;g267aa26f3a0_0_21"/>
          <p:cNvCxnSpPr/>
          <p:nvPr/>
        </p:nvCxnSpPr>
        <p:spPr>
          <a:xfrm>
            <a:off x="8673375" y="4081625"/>
            <a:ext cx="0" cy="355500"/>
          </a:xfrm>
          <a:prstGeom prst="straightConnector1">
            <a:avLst/>
          </a:prstGeom>
          <a:noFill/>
          <a:ln cap="flat" cmpd="sng" w="28575">
            <a:solidFill>
              <a:srgbClr val="009287"/>
            </a:solidFill>
            <a:prstDash val="solid"/>
            <a:round/>
            <a:headEnd len="med" w="med" type="stealth"/>
            <a:tailEnd len="med" w="med" type="stealth"/>
          </a:ln>
        </p:spPr>
      </p:cxnSp>
      <p:cxnSp>
        <p:nvCxnSpPr>
          <p:cNvPr id="291" name="Google Shape;291;g267aa26f3a0_0_21"/>
          <p:cNvCxnSpPr/>
          <p:nvPr/>
        </p:nvCxnSpPr>
        <p:spPr>
          <a:xfrm>
            <a:off x="9663975" y="4081625"/>
            <a:ext cx="0" cy="355500"/>
          </a:xfrm>
          <a:prstGeom prst="straightConnector1">
            <a:avLst/>
          </a:prstGeom>
          <a:noFill/>
          <a:ln cap="flat" cmpd="sng" w="28575">
            <a:solidFill>
              <a:srgbClr val="009287"/>
            </a:solidFill>
            <a:prstDash val="solid"/>
            <a:round/>
            <a:headEnd len="med" w="med" type="stealth"/>
            <a:tailEnd len="med" w="med" type="stealth"/>
          </a:ln>
        </p:spPr>
      </p:cxnSp>
      <p:cxnSp>
        <p:nvCxnSpPr>
          <p:cNvPr id="292" name="Google Shape;292;g267aa26f3a0_0_21"/>
          <p:cNvCxnSpPr/>
          <p:nvPr/>
        </p:nvCxnSpPr>
        <p:spPr>
          <a:xfrm>
            <a:off x="10730775" y="4081625"/>
            <a:ext cx="0" cy="355500"/>
          </a:xfrm>
          <a:prstGeom prst="straightConnector1">
            <a:avLst/>
          </a:prstGeom>
          <a:noFill/>
          <a:ln cap="flat" cmpd="sng" w="28575">
            <a:solidFill>
              <a:srgbClr val="009287"/>
            </a:solidFill>
            <a:prstDash val="solid"/>
            <a:round/>
            <a:headEnd len="med" w="med" type="stealth"/>
            <a:tailEnd len="med" w="med" type="stealth"/>
          </a:ln>
        </p:spPr>
      </p:cxnSp>
      <p:sp>
        <p:nvSpPr>
          <p:cNvPr id="293" name="Google Shape;293;g267aa26f3a0_0_21"/>
          <p:cNvSpPr txBox="1"/>
          <p:nvPr/>
        </p:nvSpPr>
        <p:spPr>
          <a:xfrm>
            <a:off x="721650" y="4437125"/>
            <a:ext cx="743100" cy="708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chemeClr val="dk1"/>
                </a:solidFill>
                <a:latin typeface="Patrick Hand"/>
                <a:ea typeface="Patrick Hand"/>
                <a:cs typeface="Patrick Hand"/>
                <a:sym typeface="Patrick Hand"/>
              </a:rPr>
              <a:t>10</a:t>
            </a:r>
            <a:endParaRPr b="0" i="0" sz="1400" u="none" cap="none" strike="noStrike">
              <a:solidFill>
                <a:srgbClr val="000000"/>
              </a:solidFill>
              <a:latin typeface="Arial"/>
              <a:ea typeface="Arial"/>
              <a:cs typeface="Arial"/>
              <a:sym typeface="Arial"/>
            </a:endParaRPr>
          </a:p>
        </p:txBody>
      </p:sp>
      <p:sp>
        <p:nvSpPr>
          <p:cNvPr id="294" name="Google Shape;294;g267aa26f3a0_0_21"/>
          <p:cNvSpPr txBox="1"/>
          <p:nvPr/>
        </p:nvSpPr>
        <p:spPr>
          <a:xfrm>
            <a:off x="1672425" y="4437125"/>
            <a:ext cx="743100" cy="708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chemeClr val="dk1"/>
                </a:solidFill>
                <a:latin typeface="Patrick Hand"/>
                <a:ea typeface="Patrick Hand"/>
                <a:cs typeface="Patrick Hand"/>
                <a:sym typeface="Patrick Hand"/>
              </a:rPr>
              <a:t>11</a:t>
            </a:r>
            <a:endParaRPr b="0" i="0" sz="1400" u="none" cap="none" strike="noStrike">
              <a:solidFill>
                <a:srgbClr val="000000"/>
              </a:solidFill>
              <a:latin typeface="Arial"/>
              <a:ea typeface="Arial"/>
              <a:cs typeface="Arial"/>
              <a:sym typeface="Arial"/>
            </a:endParaRPr>
          </a:p>
        </p:txBody>
      </p:sp>
      <p:sp>
        <p:nvSpPr>
          <p:cNvPr id="295" name="Google Shape;295;g267aa26f3a0_0_21"/>
          <p:cNvSpPr txBox="1"/>
          <p:nvPr/>
        </p:nvSpPr>
        <p:spPr>
          <a:xfrm>
            <a:off x="2739225" y="4437125"/>
            <a:ext cx="743100" cy="708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chemeClr val="dk1"/>
                </a:solidFill>
                <a:latin typeface="Patrick Hand"/>
                <a:ea typeface="Patrick Hand"/>
                <a:cs typeface="Patrick Hand"/>
                <a:sym typeface="Patrick Hand"/>
              </a:rPr>
              <a:t>12</a:t>
            </a:r>
            <a:endParaRPr b="0" i="0" sz="1400" u="none" cap="none" strike="noStrike">
              <a:solidFill>
                <a:srgbClr val="000000"/>
              </a:solidFill>
              <a:latin typeface="Arial"/>
              <a:ea typeface="Arial"/>
              <a:cs typeface="Arial"/>
              <a:sym typeface="Arial"/>
            </a:endParaRPr>
          </a:p>
        </p:txBody>
      </p:sp>
      <p:sp>
        <p:nvSpPr>
          <p:cNvPr id="296" name="Google Shape;296;g267aa26f3a0_0_21"/>
          <p:cNvSpPr txBox="1"/>
          <p:nvPr/>
        </p:nvSpPr>
        <p:spPr>
          <a:xfrm>
            <a:off x="3729825" y="4437125"/>
            <a:ext cx="743100" cy="708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chemeClr val="dk1"/>
                </a:solidFill>
                <a:latin typeface="Patrick Hand"/>
                <a:ea typeface="Patrick Hand"/>
                <a:cs typeface="Patrick Hand"/>
                <a:sym typeface="Patrick Hand"/>
              </a:rPr>
              <a:t>13</a:t>
            </a:r>
            <a:endParaRPr b="0" i="0" sz="1400" u="none" cap="none" strike="noStrike">
              <a:solidFill>
                <a:srgbClr val="000000"/>
              </a:solidFill>
              <a:latin typeface="Arial"/>
              <a:ea typeface="Arial"/>
              <a:cs typeface="Arial"/>
              <a:sym typeface="Arial"/>
            </a:endParaRPr>
          </a:p>
        </p:txBody>
      </p:sp>
      <p:sp>
        <p:nvSpPr>
          <p:cNvPr id="297" name="Google Shape;297;g267aa26f3a0_0_21"/>
          <p:cNvSpPr txBox="1"/>
          <p:nvPr/>
        </p:nvSpPr>
        <p:spPr>
          <a:xfrm>
            <a:off x="4720425" y="4437125"/>
            <a:ext cx="743100" cy="708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chemeClr val="dk1"/>
                </a:solidFill>
                <a:latin typeface="Patrick Hand"/>
                <a:ea typeface="Patrick Hand"/>
                <a:cs typeface="Patrick Hand"/>
                <a:sym typeface="Patrick Hand"/>
              </a:rPr>
              <a:t>14</a:t>
            </a:r>
            <a:endParaRPr b="0" i="0" sz="1400" u="none" cap="none" strike="noStrike">
              <a:solidFill>
                <a:srgbClr val="000000"/>
              </a:solidFill>
              <a:latin typeface="Arial"/>
              <a:ea typeface="Arial"/>
              <a:cs typeface="Arial"/>
              <a:sym typeface="Arial"/>
            </a:endParaRPr>
          </a:p>
        </p:txBody>
      </p:sp>
      <p:sp>
        <p:nvSpPr>
          <p:cNvPr id="298" name="Google Shape;298;g267aa26f3a0_0_21"/>
          <p:cNvSpPr txBox="1"/>
          <p:nvPr/>
        </p:nvSpPr>
        <p:spPr>
          <a:xfrm>
            <a:off x="5672925" y="4437125"/>
            <a:ext cx="743100" cy="708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chemeClr val="dk1"/>
                </a:solidFill>
                <a:latin typeface="Patrick Hand"/>
                <a:ea typeface="Patrick Hand"/>
                <a:cs typeface="Patrick Hand"/>
                <a:sym typeface="Patrick Hand"/>
              </a:rPr>
              <a:t>15</a:t>
            </a:r>
            <a:endParaRPr b="0" i="0" sz="1400" u="none" cap="none" strike="noStrike">
              <a:solidFill>
                <a:srgbClr val="000000"/>
              </a:solidFill>
              <a:latin typeface="Arial"/>
              <a:ea typeface="Arial"/>
              <a:cs typeface="Arial"/>
              <a:sym typeface="Arial"/>
            </a:endParaRPr>
          </a:p>
        </p:txBody>
      </p:sp>
      <p:sp>
        <p:nvSpPr>
          <p:cNvPr id="299" name="Google Shape;299;g267aa26f3a0_0_21"/>
          <p:cNvSpPr txBox="1"/>
          <p:nvPr/>
        </p:nvSpPr>
        <p:spPr>
          <a:xfrm>
            <a:off x="6473025" y="4437125"/>
            <a:ext cx="743100" cy="708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chemeClr val="dk1"/>
                </a:solidFill>
                <a:latin typeface="Patrick Hand"/>
                <a:ea typeface="Patrick Hand"/>
                <a:cs typeface="Patrick Hand"/>
                <a:sym typeface="Patrick Hand"/>
              </a:rPr>
              <a:t>16</a:t>
            </a:r>
            <a:endParaRPr b="0" i="0" sz="1400" u="none" cap="none" strike="noStrike">
              <a:solidFill>
                <a:srgbClr val="000000"/>
              </a:solidFill>
              <a:latin typeface="Arial"/>
              <a:ea typeface="Arial"/>
              <a:cs typeface="Arial"/>
              <a:sym typeface="Arial"/>
            </a:endParaRPr>
          </a:p>
        </p:txBody>
      </p:sp>
      <p:sp>
        <p:nvSpPr>
          <p:cNvPr id="300" name="Google Shape;300;g267aa26f3a0_0_21"/>
          <p:cNvSpPr txBox="1"/>
          <p:nvPr/>
        </p:nvSpPr>
        <p:spPr>
          <a:xfrm>
            <a:off x="7387425" y="4437125"/>
            <a:ext cx="743100" cy="708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chemeClr val="dk1"/>
                </a:solidFill>
                <a:latin typeface="Patrick Hand"/>
                <a:ea typeface="Patrick Hand"/>
                <a:cs typeface="Patrick Hand"/>
                <a:sym typeface="Patrick Hand"/>
              </a:rPr>
              <a:t>17</a:t>
            </a:r>
            <a:endParaRPr b="0" i="0" sz="1400" u="none" cap="none" strike="noStrike">
              <a:solidFill>
                <a:srgbClr val="000000"/>
              </a:solidFill>
              <a:latin typeface="Arial"/>
              <a:ea typeface="Arial"/>
              <a:cs typeface="Arial"/>
              <a:sym typeface="Arial"/>
            </a:endParaRPr>
          </a:p>
        </p:txBody>
      </p:sp>
      <p:sp>
        <p:nvSpPr>
          <p:cNvPr id="301" name="Google Shape;301;g267aa26f3a0_0_21"/>
          <p:cNvSpPr txBox="1"/>
          <p:nvPr/>
        </p:nvSpPr>
        <p:spPr>
          <a:xfrm>
            <a:off x="8339925" y="4437125"/>
            <a:ext cx="743100" cy="708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chemeClr val="dk1"/>
                </a:solidFill>
                <a:latin typeface="Patrick Hand"/>
                <a:ea typeface="Patrick Hand"/>
                <a:cs typeface="Patrick Hand"/>
                <a:sym typeface="Patrick Hand"/>
              </a:rPr>
              <a:t>18</a:t>
            </a:r>
            <a:endParaRPr b="0" i="0" sz="1400" u="none" cap="none" strike="noStrike">
              <a:solidFill>
                <a:srgbClr val="000000"/>
              </a:solidFill>
              <a:latin typeface="Arial"/>
              <a:ea typeface="Arial"/>
              <a:cs typeface="Arial"/>
              <a:sym typeface="Arial"/>
            </a:endParaRPr>
          </a:p>
        </p:txBody>
      </p:sp>
      <p:sp>
        <p:nvSpPr>
          <p:cNvPr id="302" name="Google Shape;302;g267aa26f3a0_0_21"/>
          <p:cNvSpPr txBox="1"/>
          <p:nvPr/>
        </p:nvSpPr>
        <p:spPr>
          <a:xfrm>
            <a:off x="9292425" y="4437125"/>
            <a:ext cx="743100" cy="708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chemeClr val="dk1"/>
                </a:solidFill>
                <a:latin typeface="Patrick Hand"/>
                <a:ea typeface="Patrick Hand"/>
                <a:cs typeface="Patrick Hand"/>
                <a:sym typeface="Patrick Hand"/>
              </a:rPr>
              <a:t>19</a:t>
            </a:r>
            <a:endParaRPr b="0" i="0" sz="1400" u="none" cap="none" strike="noStrike">
              <a:solidFill>
                <a:srgbClr val="000000"/>
              </a:solidFill>
              <a:latin typeface="Arial"/>
              <a:ea typeface="Arial"/>
              <a:cs typeface="Arial"/>
              <a:sym typeface="Arial"/>
            </a:endParaRPr>
          </a:p>
        </p:txBody>
      </p:sp>
      <p:sp>
        <p:nvSpPr>
          <p:cNvPr id="303" name="Google Shape;303;g267aa26f3a0_0_21"/>
          <p:cNvSpPr txBox="1"/>
          <p:nvPr/>
        </p:nvSpPr>
        <p:spPr>
          <a:xfrm>
            <a:off x="10359225" y="4437125"/>
            <a:ext cx="743100" cy="708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chemeClr val="dk1"/>
                </a:solidFill>
                <a:latin typeface="Patrick Hand"/>
                <a:ea typeface="Patrick Hand"/>
                <a:cs typeface="Patrick Hand"/>
                <a:sym typeface="Patrick Hand"/>
              </a:rPr>
              <a:t>20</a:t>
            </a:r>
            <a:endParaRPr b="0" i="0" sz="1400" u="none" cap="none" strike="noStrike">
              <a:solidFill>
                <a:srgbClr val="000000"/>
              </a:solidFill>
              <a:latin typeface="Arial"/>
              <a:ea typeface="Arial"/>
              <a:cs typeface="Arial"/>
              <a:sym typeface="Arial"/>
            </a:endParaRPr>
          </a:p>
        </p:txBody>
      </p:sp>
      <p:cxnSp>
        <p:nvCxnSpPr>
          <p:cNvPr id="304" name="Google Shape;304;g267aa26f3a0_0_21"/>
          <p:cNvCxnSpPr/>
          <p:nvPr/>
        </p:nvCxnSpPr>
        <p:spPr>
          <a:xfrm>
            <a:off x="4939575" y="4230838"/>
            <a:ext cx="1066800" cy="600"/>
          </a:xfrm>
          <a:prstGeom prst="curvedConnector3">
            <a:avLst>
              <a:gd fmla="val 0" name="adj1"/>
            </a:avLst>
          </a:prstGeom>
          <a:noFill/>
          <a:ln cap="flat" cmpd="sng" w="28575">
            <a:solidFill>
              <a:srgbClr val="009287"/>
            </a:solidFill>
            <a:prstDash val="solid"/>
            <a:round/>
            <a:headEnd len="med" w="med" type="triangle"/>
            <a:tailEnd len="sm" w="sm" type="none"/>
          </a:ln>
        </p:spPr>
      </p:cxnSp>
      <p:cxnSp>
        <p:nvCxnSpPr>
          <p:cNvPr id="305" name="Google Shape;305;g267aa26f3a0_0_21"/>
          <p:cNvCxnSpPr/>
          <p:nvPr/>
        </p:nvCxnSpPr>
        <p:spPr>
          <a:xfrm>
            <a:off x="5853975" y="4308075"/>
            <a:ext cx="1066800" cy="600"/>
          </a:xfrm>
          <a:prstGeom prst="curvedConnector3">
            <a:avLst>
              <a:gd fmla="val 0" name="adj1"/>
            </a:avLst>
          </a:prstGeom>
          <a:noFill/>
          <a:ln cap="flat" cmpd="sng" w="28575">
            <a:solidFill>
              <a:srgbClr val="009287"/>
            </a:solidFill>
            <a:prstDash val="solid"/>
            <a:round/>
            <a:headEnd len="med" w="med" type="triangle"/>
            <a:tailEnd len="sm" w="sm" type="none"/>
          </a:ln>
        </p:spPr>
      </p:cxnSp>
      <p:cxnSp>
        <p:nvCxnSpPr>
          <p:cNvPr id="306" name="Google Shape;306;g267aa26f3a0_0_21"/>
          <p:cNvCxnSpPr/>
          <p:nvPr/>
        </p:nvCxnSpPr>
        <p:spPr>
          <a:xfrm>
            <a:off x="6768375" y="4223113"/>
            <a:ext cx="1066800" cy="600"/>
          </a:xfrm>
          <a:prstGeom prst="curvedConnector3">
            <a:avLst>
              <a:gd fmla="val 0" name="adj1"/>
            </a:avLst>
          </a:prstGeom>
          <a:noFill/>
          <a:ln cap="flat" cmpd="sng" w="28575">
            <a:solidFill>
              <a:srgbClr val="009287"/>
            </a:solidFill>
            <a:prstDash val="solid"/>
            <a:round/>
            <a:headEnd len="med" w="med" type="triangle"/>
            <a:tailEnd len="sm" w="sm" type="none"/>
          </a:ln>
        </p:spPr>
      </p:cxnSp>
      <p:cxnSp>
        <p:nvCxnSpPr>
          <p:cNvPr id="307" name="Google Shape;307;g267aa26f3a0_0_21"/>
          <p:cNvCxnSpPr/>
          <p:nvPr/>
        </p:nvCxnSpPr>
        <p:spPr>
          <a:xfrm>
            <a:off x="3110775" y="1895300"/>
            <a:ext cx="1066800" cy="600"/>
          </a:xfrm>
          <a:prstGeom prst="curvedConnector3">
            <a:avLst>
              <a:gd fmla="val 0" name="adj1"/>
            </a:avLst>
          </a:prstGeom>
          <a:noFill/>
          <a:ln cap="flat" cmpd="sng" w="28575">
            <a:solidFill>
              <a:srgbClr val="009287"/>
            </a:solidFill>
            <a:prstDash val="solid"/>
            <a:round/>
            <a:headEnd len="med" w="med" type="triangle"/>
            <a:tailEnd len="sm" w="sm" type="none"/>
          </a:ln>
        </p:spPr>
      </p:cxnSp>
      <p:cxnSp>
        <p:nvCxnSpPr>
          <p:cNvPr id="308" name="Google Shape;308;g267aa26f3a0_0_21"/>
          <p:cNvCxnSpPr/>
          <p:nvPr/>
        </p:nvCxnSpPr>
        <p:spPr>
          <a:xfrm>
            <a:off x="-3532" y="1981200"/>
            <a:ext cx="12192000" cy="0"/>
          </a:xfrm>
          <a:prstGeom prst="straightConnector1">
            <a:avLst/>
          </a:prstGeom>
          <a:noFill/>
          <a:ln cap="flat" cmpd="sng" w="28575">
            <a:solidFill>
              <a:srgbClr val="009287"/>
            </a:solidFill>
            <a:prstDash val="solid"/>
            <a:round/>
            <a:headEnd len="med" w="med" type="stealth"/>
            <a:tailEnd len="med" w="med" type="stealth"/>
          </a:ln>
        </p:spPr>
      </p:cxnSp>
      <p:cxnSp>
        <p:nvCxnSpPr>
          <p:cNvPr id="309" name="Google Shape;309;g267aa26f3a0_0_21"/>
          <p:cNvCxnSpPr/>
          <p:nvPr/>
        </p:nvCxnSpPr>
        <p:spPr>
          <a:xfrm>
            <a:off x="2043975" y="1795625"/>
            <a:ext cx="0" cy="355500"/>
          </a:xfrm>
          <a:prstGeom prst="straightConnector1">
            <a:avLst/>
          </a:prstGeom>
          <a:noFill/>
          <a:ln cap="flat" cmpd="sng" w="28575">
            <a:solidFill>
              <a:srgbClr val="009287"/>
            </a:solidFill>
            <a:prstDash val="solid"/>
            <a:round/>
            <a:headEnd len="med" w="med" type="stealth"/>
            <a:tailEnd len="med" w="med" type="stealth"/>
          </a:ln>
        </p:spPr>
      </p:cxnSp>
      <p:cxnSp>
        <p:nvCxnSpPr>
          <p:cNvPr id="310" name="Google Shape;310;g267aa26f3a0_0_21"/>
          <p:cNvCxnSpPr/>
          <p:nvPr/>
        </p:nvCxnSpPr>
        <p:spPr>
          <a:xfrm>
            <a:off x="3110775" y="1795625"/>
            <a:ext cx="0" cy="355500"/>
          </a:xfrm>
          <a:prstGeom prst="straightConnector1">
            <a:avLst/>
          </a:prstGeom>
          <a:noFill/>
          <a:ln cap="flat" cmpd="sng" w="28575">
            <a:solidFill>
              <a:srgbClr val="009287"/>
            </a:solidFill>
            <a:prstDash val="solid"/>
            <a:round/>
            <a:headEnd len="med" w="med" type="stealth"/>
            <a:tailEnd len="med" w="med" type="stealth"/>
          </a:ln>
        </p:spPr>
      </p:cxnSp>
      <p:cxnSp>
        <p:nvCxnSpPr>
          <p:cNvPr id="311" name="Google Shape;311;g267aa26f3a0_0_21"/>
          <p:cNvCxnSpPr/>
          <p:nvPr/>
        </p:nvCxnSpPr>
        <p:spPr>
          <a:xfrm>
            <a:off x="4101375" y="1795625"/>
            <a:ext cx="0" cy="355500"/>
          </a:xfrm>
          <a:prstGeom prst="straightConnector1">
            <a:avLst/>
          </a:prstGeom>
          <a:noFill/>
          <a:ln cap="flat" cmpd="sng" w="28575">
            <a:solidFill>
              <a:srgbClr val="009287"/>
            </a:solidFill>
            <a:prstDash val="solid"/>
            <a:round/>
            <a:headEnd len="med" w="med" type="stealth"/>
            <a:tailEnd len="med" w="med" type="stealth"/>
          </a:ln>
        </p:spPr>
      </p:cxnSp>
      <p:cxnSp>
        <p:nvCxnSpPr>
          <p:cNvPr id="312" name="Google Shape;312;g267aa26f3a0_0_21"/>
          <p:cNvCxnSpPr/>
          <p:nvPr/>
        </p:nvCxnSpPr>
        <p:spPr>
          <a:xfrm>
            <a:off x="5015775" y="1795625"/>
            <a:ext cx="0" cy="355500"/>
          </a:xfrm>
          <a:prstGeom prst="straightConnector1">
            <a:avLst/>
          </a:prstGeom>
          <a:noFill/>
          <a:ln cap="flat" cmpd="sng" w="28575">
            <a:solidFill>
              <a:srgbClr val="009287"/>
            </a:solidFill>
            <a:prstDash val="solid"/>
            <a:round/>
            <a:headEnd len="med" w="med" type="stealth"/>
            <a:tailEnd len="med" w="med" type="stealth"/>
          </a:ln>
        </p:spPr>
      </p:cxnSp>
      <p:cxnSp>
        <p:nvCxnSpPr>
          <p:cNvPr id="313" name="Google Shape;313;g267aa26f3a0_0_21"/>
          <p:cNvCxnSpPr/>
          <p:nvPr/>
        </p:nvCxnSpPr>
        <p:spPr>
          <a:xfrm>
            <a:off x="5930175" y="1795625"/>
            <a:ext cx="0" cy="355500"/>
          </a:xfrm>
          <a:prstGeom prst="straightConnector1">
            <a:avLst/>
          </a:prstGeom>
          <a:noFill/>
          <a:ln cap="flat" cmpd="sng" w="28575">
            <a:solidFill>
              <a:srgbClr val="009287"/>
            </a:solidFill>
            <a:prstDash val="solid"/>
            <a:round/>
            <a:headEnd len="med" w="med" type="stealth"/>
            <a:tailEnd len="med" w="med" type="stealth"/>
          </a:ln>
        </p:spPr>
      </p:cxnSp>
      <p:cxnSp>
        <p:nvCxnSpPr>
          <p:cNvPr id="314" name="Google Shape;314;g267aa26f3a0_0_21"/>
          <p:cNvCxnSpPr/>
          <p:nvPr/>
        </p:nvCxnSpPr>
        <p:spPr>
          <a:xfrm>
            <a:off x="6844575" y="1795625"/>
            <a:ext cx="0" cy="355500"/>
          </a:xfrm>
          <a:prstGeom prst="straightConnector1">
            <a:avLst/>
          </a:prstGeom>
          <a:noFill/>
          <a:ln cap="flat" cmpd="sng" w="28575">
            <a:solidFill>
              <a:srgbClr val="009287"/>
            </a:solidFill>
            <a:prstDash val="solid"/>
            <a:round/>
            <a:headEnd len="med" w="med" type="stealth"/>
            <a:tailEnd len="med" w="med" type="stealth"/>
          </a:ln>
        </p:spPr>
      </p:cxnSp>
      <p:cxnSp>
        <p:nvCxnSpPr>
          <p:cNvPr id="315" name="Google Shape;315;g267aa26f3a0_0_21"/>
          <p:cNvCxnSpPr/>
          <p:nvPr/>
        </p:nvCxnSpPr>
        <p:spPr>
          <a:xfrm>
            <a:off x="7758975" y="1795625"/>
            <a:ext cx="0" cy="355500"/>
          </a:xfrm>
          <a:prstGeom prst="straightConnector1">
            <a:avLst/>
          </a:prstGeom>
          <a:noFill/>
          <a:ln cap="flat" cmpd="sng" w="28575">
            <a:solidFill>
              <a:srgbClr val="009287"/>
            </a:solidFill>
            <a:prstDash val="solid"/>
            <a:round/>
            <a:headEnd len="med" w="med" type="stealth"/>
            <a:tailEnd len="med" w="med" type="stealth"/>
          </a:ln>
        </p:spPr>
      </p:cxnSp>
      <p:cxnSp>
        <p:nvCxnSpPr>
          <p:cNvPr id="316" name="Google Shape;316;g267aa26f3a0_0_21"/>
          <p:cNvCxnSpPr/>
          <p:nvPr/>
        </p:nvCxnSpPr>
        <p:spPr>
          <a:xfrm>
            <a:off x="8673375" y="1795625"/>
            <a:ext cx="0" cy="355500"/>
          </a:xfrm>
          <a:prstGeom prst="straightConnector1">
            <a:avLst/>
          </a:prstGeom>
          <a:noFill/>
          <a:ln cap="flat" cmpd="sng" w="28575">
            <a:solidFill>
              <a:srgbClr val="009287"/>
            </a:solidFill>
            <a:prstDash val="solid"/>
            <a:round/>
            <a:headEnd len="med" w="med" type="stealth"/>
            <a:tailEnd len="med" w="med" type="stealth"/>
          </a:ln>
        </p:spPr>
      </p:cxnSp>
      <p:cxnSp>
        <p:nvCxnSpPr>
          <p:cNvPr id="317" name="Google Shape;317;g267aa26f3a0_0_21"/>
          <p:cNvCxnSpPr/>
          <p:nvPr/>
        </p:nvCxnSpPr>
        <p:spPr>
          <a:xfrm>
            <a:off x="9663975" y="1795625"/>
            <a:ext cx="0" cy="355500"/>
          </a:xfrm>
          <a:prstGeom prst="straightConnector1">
            <a:avLst/>
          </a:prstGeom>
          <a:noFill/>
          <a:ln cap="flat" cmpd="sng" w="28575">
            <a:solidFill>
              <a:srgbClr val="009287"/>
            </a:solidFill>
            <a:prstDash val="solid"/>
            <a:round/>
            <a:headEnd len="med" w="med" type="stealth"/>
            <a:tailEnd len="med" w="med" type="stealth"/>
          </a:ln>
        </p:spPr>
      </p:cxnSp>
      <p:cxnSp>
        <p:nvCxnSpPr>
          <p:cNvPr id="318" name="Google Shape;318;g267aa26f3a0_0_21"/>
          <p:cNvCxnSpPr/>
          <p:nvPr/>
        </p:nvCxnSpPr>
        <p:spPr>
          <a:xfrm>
            <a:off x="10730775" y="1795625"/>
            <a:ext cx="0" cy="355500"/>
          </a:xfrm>
          <a:prstGeom prst="straightConnector1">
            <a:avLst/>
          </a:prstGeom>
          <a:noFill/>
          <a:ln cap="flat" cmpd="sng" w="28575">
            <a:solidFill>
              <a:srgbClr val="009287"/>
            </a:solidFill>
            <a:prstDash val="solid"/>
            <a:round/>
            <a:headEnd len="med" w="med" type="stealth"/>
            <a:tailEnd len="med" w="med" type="stealth"/>
          </a:ln>
        </p:spPr>
      </p:cxnSp>
      <p:sp>
        <p:nvSpPr>
          <p:cNvPr id="319" name="Google Shape;319;g267aa26f3a0_0_21"/>
          <p:cNvSpPr txBox="1"/>
          <p:nvPr/>
        </p:nvSpPr>
        <p:spPr>
          <a:xfrm>
            <a:off x="721650" y="2151125"/>
            <a:ext cx="743100" cy="708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chemeClr val="dk1"/>
                </a:solidFill>
                <a:latin typeface="Patrick Hand"/>
                <a:ea typeface="Patrick Hand"/>
                <a:cs typeface="Patrick Hand"/>
                <a:sym typeface="Patrick Hand"/>
              </a:rPr>
              <a:t>14 </a:t>
            </a:r>
            <a:endParaRPr b="0" i="0" sz="1400" u="none" cap="none" strike="noStrike">
              <a:solidFill>
                <a:srgbClr val="000000"/>
              </a:solidFill>
              <a:latin typeface="Arial"/>
              <a:ea typeface="Arial"/>
              <a:cs typeface="Arial"/>
              <a:sym typeface="Arial"/>
            </a:endParaRPr>
          </a:p>
        </p:txBody>
      </p:sp>
      <p:sp>
        <p:nvSpPr>
          <p:cNvPr id="320" name="Google Shape;320;g267aa26f3a0_0_21"/>
          <p:cNvSpPr txBox="1"/>
          <p:nvPr/>
        </p:nvSpPr>
        <p:spPr>
          <a:xfrm>
            <a:off x="1672425" y="2151125"/>
            <a:ext cx="743100" cy="708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chemeClr val="dk1"/>
                </a:solidFill>
                <a:latin typeface="Patrick Hand"/>
                <a:ea typeface="Patrick Hand"/>
                <a:cs typeface="Patrick Hand"/>
                <a:sym typeface="Patrick Hand"/>
              </a:rPr>
              <a:t>15 </a:t>
            </a:r>
            <a:endParaRPr b="0" i="0" sz="1400" u="none" cap="none" strike="noStrike">
              <a:solidFill>
                <a:srgbClr val="000000"/>
              </a:solidFill>
              <a:latin typeface="Arial"/>
              <a:ea typeface="Arial"/>
              <a:cs typeface="Arial"/>
              <a:sym typeface="Arial"/>
            </a:endParaRPr>
          </a:p>
        </p:txBody>
      </p:sp>
      <p:sp>
        <p:nvSpPr>
          <p:cNvPr id="321" name="Google Shape;321;g267aa26f3a0_0_21"/>
          <p:cNvSpPr txBox="1"/>
          <p:nvPr/>
        </p:nvSpPr>
        <p:spPr>
          <a:xfrm>
            <a:off x="2739225" y="2151125"/>
            <a:ext cx="743100" cy="708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chemeClr val="dk1"/>
                </a:solidFill>
                <a:latin typeface="Patrick Hand"/>
                <a:ea typeface="Patrick Hand"/>
                <a:cs typeface="Patrick Hand"/>
                <a:sym typeface="Patrick Hand"/>
              </a:rPr>
              <a:t>16 </a:t>
            </a:r>
            <a:endParaRPr b="0" i="0" sz="1400" u="none" cap="none" strike="noStrike">
              <a:solidFill>
                <a:srgbClr val="000000"/>
              </a:solidFill>
              <a:latin typeface="Arial"/>
              <a:ea typeface="Arial"/>
              <a:cs typeface="Arial"/>
              <a:sym typeface="Arial"/>
            </a:endParaRPr>
          </a:p>
        </p:txBody>
      </p:sp>
      <p:sp>
        <p:nvSpPr>
          <p:cNvPr id="322" name="Google Shape;322;g267aa26f3a0_0_21"/>
          <p:cNvSpPr txBox="1"/>
          <p:nvPr/>
        </p:nvSpPr>
        <p:spPr>
          <a:xfrm>
            <a:off x="3729825" y="2151125"/>
            <a:ext cx="743100" cy="708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chemeClr val="dk1"/>
                </a:solidFill>
                <a:latin typeface="Patrick Hand"/>
                <a:ea typeface="Patrick Hand"/>
                <a:cs typeface="Patrick Hand"/>
                <a:sym typeface="Patrick Hand"/>
              </a:rPr>
              <a:t>17 </a:t>
            </a:r>
            <a:endParaRPr b="0" i="0" sz="1400" u="none" cap="none" strike="noStrike">
              <a:solidFill>
                <a:srgbClr val="000000"/>
              </a:solidFill>
              <a:latin typeface="Arial"/>
              <a:ea typeface="Arial"/>
              <a:cs typeface="Arial"/>
              <a:sym typeface="Arial"/>
            </a:endParaRPr>
          </a:p>
        </p:txBody>
      </p:sp>
      <p:sp>
        <p:nvSpPr>
          <p:cNvPr id="323" name="Google Shape;323;g267aa26f3a0_0_21"/>
          <p:cNvSpPr txBox="1"/>
          <p:nvPr/>
        </p:nvSpPr>
        <p:spPr>
          <a:xfrm>
            <a:off x="4720425" y="2151125"/>
            <a:ext cx="743100" cy="708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chemeClr val="dk1"/>
                </a:solidFill>
                <a:latin typeface="Patrick Hand"/>
                <a:ea typeface="Patrick Hand"/>
                <a:cs typeface="Patrick Hand"/>
                <a:sym typeface="Patrick Hand"/>
              </a:rPr>
              <a:t>18 </a:t>
            </a:r>
            <a:endParaRPr b="0" i="0" sz="1400" u="none" cap="none" strike="noStrike">
              <a:solidFill>
                <a:srgbClr val="000000"/>
              </a:solidFill>
              <a:latin typeface="Arial"/>
              <a:ea typeface="Arial"/>
              <a:cs typeface="Arial"/>
              <a:sym typeface="Arial"/>
            </a:endParaRPr>
          </a:p>
        </p:txBody>
      </p:sp>
      <p:sp>
        <p:nvSpPr>
          <p:cNvPr id="324" name="Google Shape;324;g267aa26f3a0_0_21"/>
          <p:cNvSpPr txBox="1"/>
          <p:nvPr/>
        </p:nvSpPr>
        <p:spPr>
          <a:xfrm>
            <a:off x="5672925" y="2151125"/>
            <a:ext cx="743100" cy="708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chemeClr val="dk1"/>
                </a:solidFill>
                <a:latin typeface="Patrick Hand"/>
                <a:ea typeface="Patrick Hand"/>
                <a:cs typeface="Patrick Hand"/>
                <a:sym typeface="Patrick Hand"/>
              </a:rPr>
              <a:t>19 </a:t>
            </a:r>
            <a:endParaRPr b="0" i="0" sz="1400" u="none" cap="none" strike="noStrike">
              <a:solidFill>
                <a:srgbClr val="000000"/>
              </a:solidFill>
              <a:latin typeface="Arial"/>
              <a:ea typeface="Arial"/>
              <a:cs typeface="Arial"/>
              <a:sym typeface="Arial"/>
            </a:endParaRPr>
          </a:p>
        </p:txBody>
      </p:sp>
      <p:sp>
        <p:nvSpPr>
          <p:cNvPr id="325" name="Google Shape;325;g267aa26f3a0_0_21"/>
          <p:cNvSpPr txBox="1"/>
          <p:nvPr/>
        </p:nvSpPr>
        <p:spPr>
          <a:xfrm>
            <a:off x="6473025" y="2151125"/>
            <a:ext cx="743100" cy="708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chemeClr val="dk1"/>
                </a:solidFill>
                <a:latin typeface="Patrick Hand"/>
                <a:ea typeface="Patrick Hand"/>
                <a:cs typeface="Patrick Hand"/>
                <a:sym typeface="Patrick Hand"/>
              </a:rPr>
              <a:t>20 </a:t>
            </a:r>
            <a:endParaRPr b="0" i="0" sz="1400" u="none" cap="none" strike="noStrike">
              <a:solidFill>
                <a:srgbClr val="000000"/>
              </a:solidFill>
              <a:latin typeface="Arial"/>
              <a:ea typeface="Arial"/>
              <a:cs typeface="Arial"/>
              <a:sym typeface="Arial"/>
            </a:endParaRPr>
          </a:p>
        </p:txBody>
      </p:sp>
      <p:sp>
        <p:nvSpPr>
          <p:cNvPr id="326" name="Google Shape;326;g267aa26f3a0_0_21"/>
          <p:cNvSpPr txBox="1"/>
          <p:nvPr/>
        </p:nvSpPr>
        <p:spPr>
          <a:xfrm>
            <a:off x="7387425" y="2151125"/>
            <a:ext cx="743100" cy="708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chemeClr val="dk1"/>
                </a:solidFill>
                <a:latin typeface="Patrick Hand"/>
                <a:ea typeface="Patrick Hand"/>
                <a:cs typeface="Patrick Hand"/>
                <a:sym typeface="Patrick Hand"/>
              </a:rPr>
              <a:t>21</a:t>
            </a:r>
            <a:endParaRPr b="0" i="0" sz="1400" u="none" cap="none" strike="noStrike">
              <a:solidFill>
                <a:srgbClr val="000000"/>
              </a:solidFill>
              <a:latin typeface="Arial"/>
              <a:ea typeface="Arial"/>
              <a:cs typeface="Arial"/>
              <a:sym typeface="Arial"/>
            </a:endParaRPr>
          </a:p>
        </p:txBody>
      </p:sp>
      <p:sp>
        <p:nvSpPr>
          <p:cNvPr id="327" name="Google Shape;327;g267aa26f3a0_0_21"/>
          <p:cNvSpPr txBox="1"/>
          <p:nvPr/>
        </p:nvSpPr>
        <p:spPr>
          <a:xfrm>
            <a:off x="8339925" y="2151125"/>
            <a:ext cx="743100" cy="708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chemeClr val="dk1"/>
                </a:solidFill>
                <a:latin typeface="Patrick Hand"/>
                <a:ea typeface="Patrick Hand"/>
                <a:cs typeface="Patrick Hand"/>
                <a:sym typeface="Patrick Hand"/>
              </a:rPr>
              <a:t>22</a:t>
            </a:r>
            <a:endParaRPr b="0" i="0" sz="1400" u="none" cap="none" strike="noStrike">
              <a:solidFill>
                <a:srgbClr val="000000"/>
              </a:solidFill>
              <a:latin typeface="Arial"/>
              <a:ea typeface="Arial"/>
              <a:cs typeface="Arial"/>
              <a:sym typeface="Arial"/>
            </a:endParaRPr>
          </a:p>
        </p:txBody>
      </p:sp>
      <p:sp>
        <p:nvSpPr>
          <p:cNvPr id="328" name="Google Shape;328;g267aa26f3a0_0_21"/>
          <p:cNvSpPr txBox="1"/>
          <p:nvPr/>
        </p:nvSpPr>
        <p:spPr>
          <a:xfrm>
            <a:off x="9292425" y="2151125"/>
            <a:ext cx="743100" cy="708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chemeClr val="dk1"/>
                </a:solidFill>
                <a:latin typeface="Patrick Hand"/>
                <a:ea typeface="Patrick Hand"/>
                <a:cs typeface="Patrick Hand"/>
                <a:sym typeface="Patrick Hand"/>
              </a:rPr>
              <a:t>23</a:t>
            </a:r>
            <a:endParaRPr b="0" i="0" sz="1400" u="none" cap="none" strike="noStrike">
              <a:solidFill>
                <a:srgbClr val="000000"/>
              </a:solidFill>
              <a:latin typeface="Arial"/>
              <a:ea typeface="Arial"/>
              <a:cs typeface="Arial"/>
              <a:sym typeface="Arial"/>
            </a:endParaRPr>
          </a:p>
        </p:txBody>
      </p:sp>
      <p:sp>
        <p:nvSpPr>
          <p:cNvPr id="329" name="Google Shape;329;g267aa26f3a0_0_21"/>
          <p:cNvSpPr txBox="1"/>
          <p:nvPr/>
        </p:nvSpPr>
        <p:spPr>
          <a:xfrm>
            <a:off x="10359225" y="2151125"/>
            <a:ext cx="743100" cy="708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chemeClr val="dk1"/>
                </a:solidFill>
                <a:latin typeface="Patrick Hand"/>
                <a:ea typeface="Patrick Hand"/>
                <a:cs typeface="Patrick Hand"/>
                <a:sym typeface="Patrick Hand"/>
              </a:rPr>
              <a:t>24</a:t>
            </a:r>
            <a:endParaRPr b="0" i="0" sz="1400" u="none" cap="none" strike="noStrike">
              <a:solidFill>
                <a:srgbClr val="000000"/>
              </a:solidFill>
              <a:latin typeface="Arial"/>
              <a:ea typeface="Arial"/>
              <a:cs typeface="Arial"/>
              <a:sym typeface="Arial"/>
            </a:endParaRPr>
          </a:p>
        </p:txBody>
      </p:sp>
      <p:cxnSp>
        <p:nvCxnSpPr>
          <p:cNvPr id="330" name="Google Shape;330;g267aa26f3a0_0_21"/>
          <p:cNvCxnSpPr/>
          <p:nvPr/>
        </p:nvCxnSpPr>
        <p:spPr>
          <a:xfrm>
            <a:off x="5815875" y="1900125"/>
            <a:ext cx="1066800" cy="600"/>
          </a:xfrm>
          <a:prstGeom prst="curvedConnector3">
            <a:avLst>
              <a:gd fmla="val 0" name="adj1"/>
            </a:avLst>
          </a:prstGeom>
          <a:noFill/>
          <a:ln cap="flat" cmpd="sng" w="28575">
            <a:solidFill>
              <a:srgbClr val="009287"/>
            </a:solidFill>
            <a:prstDash val="solid"/>
            <a:round/>
            <a:headEnd len="med" w="med" type="triangle"/>
            <a:tailEnd len="sm" w="sm" type="none"/>
          </a:ln>
        </p:spPr>
      </p:cxnSp>
      <p:cxnSp>
        <p:nvCxnSpPr>
          <p:cNvPr id="331" name="Google Shape;331;g267aa26f3a0_0_21"/>
          <p:cNvCxnSpPr/>
          <p:nvPr/>
        </p:nvCxnSpPr>
        <p:spPr>
          <a:xfrm>
            <a:off x="6768375" y="1900125"/>
            <a:ext cx="1066800" cy="600"/>
          </a:xfrm>
          <a:prstGeom prst="curvedConnector3">
            <a:avLst>
              <a:gd fmla="val 0" name="adj1"/>
            </a:avLst>
          </a:prstGeom>
          <a:noFill/>
          <a:ln cap="flat" cmpd="sng" w="28575">
            <a:solidFill>
              <a:srgbClr val="009287"/>
            </a:solidFill>
            <a:prstDash val="solid"/>
            <a:round/>
            <a:headEnd len="med" w="med" type="triangle"/>
            <a:tailEnd len="sm" w="sm" type="none"/>
          </a:ln>
        </p:spPr>
      </p:cxnSp>
      <p:cxnSp>
        <p:nvCxnSpPr>
          <p:cNvPr id="332" name="Google Shape;332;g267aa26f3a0_0_21"/>
          <p:cNvCxnSpPr/>
          <p:nvPr/>
        </p:nvCxnSpPr>
        <p:spPr>
          <a:xfrm>
            <a:off x="7682775" y="1900125"/>
            <a:ext cx="1066800" cy="600"/>
          </a:xfrm>
          <a:prstGeom prst="curvedConnector3">
            <a:avLst>
              <a:gd fmla="val 0" name="adj1"/>
            </a:avLst>
          </a:prstGeom>
          <a:noFill/>
          <a:ln cap="flat" cmpd="sng" w="28575">
            <a:solidFill>
              <a:srgbClr val="009287"/>
            </a:solidFill>
            <a:prstDash val="solid"/>
            <a:round/>
            <a:headEnd len="med" w="med" type="triangle"/>
            <a:tailEnd len="sm" w="sm" type="none"/>
          </a:ln>
        </p:spPr>
      </p:cxnSp>
      <p:cxnSp>
        <p:nvCxnSpPr>
          <p:cNvPr id="333" name="Google Shape;333;g267aa26f3a0_0_21"/>
          <p:cNvCxnSpPr/>
          <p:nvPr/>
        </p:nvCxnSpPr>
        <p:spPr>
          <a:xfrm>
            <a:off x="3987075" y="1895300"/>
            <a:ext cx="1066800" cy="600"/>
          </a:xfrm>
          <a:prstGeom prst="curvedConnector3">
            <a:avLst>
              <a:gd fmla="val 0" name="adj1"/>
            </a:avLst>
          </a:prstGeom>
          <a:noFill/>
          <a:ln cap="flat" cmpd="sng" w="28575">
            <a:solidFill>
              <a:srgbClr val="009287"/>
            </a:solidFill>
            <a:prstDash val="solid"/>
            <a:round/>
            <a:headEnd len="med" w="med" type="triangle"/>
            <a:tailEnd len="sm" w="sm" type="none"/>
          </a:ln>
        </p:spPr>
      </p:cxnSp>
      <p:sp>
        <p:nvSpPr>
          <p:cNvPr id="334" name="Google Shape;334;g267aa26f3a0_0_21"/>
          <p:cNvSpPr txBox="1"/>
          <p:nvPr/>
        </p:nvSpPr>
        <p:spPr>
          <a:xfrm>
            <a:off x="5520525" y="510525"/>
            <a:ext cx="3000000" cy="677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200"/>
              <a:buFont typeface="Arial"/>
              <a:buNone/>
            </a:pPr>
            <a:r>
              <a:rPr b="1" i="0" lang="es-ES" sz="3200" u="none" cap="none" strike="noStrike">
                <a:solidFill>
                  <a:schemeClr val="dk1"/>
                </a:solidFill>
                <a:latin typeface="Patrick Hand"/>
                <a:ea typeface="Patrick Hand"/>
                <a:cs typeface="Patrick Hand"/>
                <a:sym typeface="Patrick Hand"/>
              </a:rPr>
              <a:t>23 - 7 =</a:t>
            </a:r>
            <a:endParaRPr b="0" i="0" sz="1400" u="none" cap="none" strike="noStrike">
              <a:solidFill>
                <a:srgbClr val="000000"/>
              </a:solidFill>
              <a:latin typeface="Arial"/>
              <a:ea typeface="Arial"/>
              <a:cs typeface="Arial"/>
              <a:sym typeface="Arial"/>
            </a:endParaRPr>
          </a:p>
        </p:txBody>
      </p:sp>
      <p:sp>
        <p:nvSpPr>
          <p:cNvPr id="335" name="Google Shape;335;g267aa26f3a0_0_21"/>
          <p:cNvSpPr txBox="1"/>
          <p:nvPr/>
        </p:nvSpPr>
        <p:spPr>
          <a:xfrm>
            <a:off x="5463525" y="3040425"/>
            <a:ext cx="3000000" cy="677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200"/>
              <a:buFont typeface="Arial"/>
              <a:buNone/>
            </a:pPr>
            <a:r>
              <a:rPr b="1" i="0" lang="es-ES" sz="3200" u="none" cap="none" strike="noStrike">
                <a:solidFill>
                  <a:schemeClr val="dk1"/>
                </a:solidFill>
                <a:latin typeface="Patrick Hand"/>
                <a:ea typeface="Patrick Hand"/>
                <a:cs typeface="Patrick Hand"/>
                <a:sym typeface="Patrick Hand"/>
              </a:rPr>
              <a:t>20 - 6 =</a:t>
            </a:r>
            <a:endParaRPr b="0" i="0" sz="1400" u="none" cap="none" strike="noStrike">
              <a:solidFill>
                <a:srgbClr val="000000"/>
              </a:solidFill>
              <a:latin typeface="Arial"/>
              <a:ea typeface="Arial"/>
              <a:cs typeface="Arial"/>
              <a:sym typeface="Arial"/>
            </a:endParaRPr>
          </a:p>
        </p:txBody>
      </p:sp>
      <p:cxnSp>
        <p:nvCxnSpPr>
          <p:cNvPr id="336" name="Google Shape;336;g267aa26f3a0_0_21"/>
          <p:cNvCxnSpPr/>
          <p:nvPr/>
        </p:nvCxnSpPr>
        <p:spPr>
          <a:xfrm>
            <a:off x="4901475" y="1900125"/>
            <a:ext cx="1066800" cy="600"/>
          </a:xfrm>
          <a:prstGeom prst="curvedConnector3">
            <a:avLst>
              <a:gd fmla="val 0" name="adj1"/>
            </a:avLst>
          </a:prstGeom>
          <a:noFill/>
          <a:ln cap="flat" cmpd="sng" w="28575">
            <a:solidFill>
              <a:srgbClr val="009287"/>
            </a:solidFill>
            <a:prstDash val="solid"/>
            <a:round/>
            <a:headEnd len="med" w="med" type="triangle"/>
            <a:tailEnd len="sm" w="sm" type="none"/>
          </a:ln>
        </p:spPr>
      </p:cxnSp>
      <p:cxnSp>
        <p:nvCxnSpPr>
          <p:cNvPr id="337" name="Google Shape;337;g267aa26f3a0_0_21"/>
          <p:cNvCxnSpPr/>
          <p:nvPr/>
        </p:nvCxnSpPr>
        <p:spPr>
          <a:xfrm>
            <a:off x="8597175" y="1895300"/>
            <a:ext cx="1066800" cy="600"/>
          </a:xfrm>
          <a:prstGeom prst="curvedConnector3">
            <a:avLst>
              <a:gd fmla="val 0" name="adj1"/>
            </a:avLst>
          </a:prstGeom>
          <a:noFill/>
          <a:ln cap="flat" cmpd="sng" w="28575">
            <a:solidFill>
              <a:srgbClr val="009287"/>
            </a:solidFill>
            <a:prstDash val="solid"/>
            <a:round/>
            <a:headEnd len="med" w="med" type="triangle"/>
            <a:tailEnd len="sm" w="sm" type="none"/>
          </a:ln>
        </p:spPr>
      </p:cxnSp>
      <p:cxnSp>
        <p:nvCxnSpPr>
          <p:cNvPr id="338" name="Google Shape;338;g267aa26f3a0_0_21"/>
          <p:cNvCxnSpPr/>
          <p:nvPr/>
        </p:nvCxnSpPr>
        <p:spPr>
          <a:xfrm>
            <a:off x="7682775" y="4223113"/>
            <a:ext cx="1066800" cy="600"/>
          </a:xfrm>
          <a:prstGeom prst="curvedConnector3">
            <a:avLst>
              <a:gd fmla="val 0" name="adj1"/>
            </a:avLst>
          </a:prstGeom>
          <a:noFill/>
          <a:ln cap="flat" cmpd="sng" w="28575">
            <a:solidFill>
              <a:srgbClr val="009287"/>
            </a:solidFill>
            <a:prstDash val="solid"/>
            <a:round/>
            <a:headEnd len="med" w="med" type="triangle"/>
            <a:tailEnd len="sm" w="sm" type="none"/>
          </a:ln>
        </p:spPr>
      </p:cxnSp>
      <p:cxnSp>
        <p:nvCxnSpPr>
          <p:cNvPr id="339" name="Google Shape;339;g267aa26f3a0_0_21"/>
          <p:cNvCxnSpPr/>
          <p:nvPr/>
        </p:nvCxnSpPr>
        <p:spPr>
          <a:xfrm>
            <a:off x="8673375" y="4294375"/>
            <a:ext cx="1066800" cy="600"/>
          </a:xfrm>
          <a:prstGeom prst="curvedConnector3">
            <a:avLst>
              <a:gd fmla="val 0" name="adj1"/>
            </a:avLst>
          </a:prstGeom>
          <a:noFill/>
          <a:ln cap="flat" cmpd="sng" w="28575">
            <a:solidFill>
              <a:srgbClr val="009287"/>
            </a:solidFill>
            <a:prstDash val="solid"/>
            <a:round/>
            <a:headEnd len="med" w="med" type="triangle"/>
            <a:tailEnd len="sm" w="sm" type="none"/>
          </a:ln>
        </p:spPr>
      </p:cxnSp>
      <p:cxnSp>
        <p:nvCxnSpPr>
          <p:cNvPr id="340" name="Google Shape;340;g267aa26f3a0_0_21"/>
          <p:cNvCxnSpPr/>
          <p:nvPr/>
        </p:nvCxnSpPr>
        <p:spPr>
          <a:xfrm>
            <a:off x="9663975" y="4294375"/>
            <a:ext cx="1066800" cy="600"/>
          </a:xfrm>
          <a:prstGeom prst="curvedConnector3">
            <a:avLst>
              <a:gd fmla="val 0" name="adj1"/>
            </a:avLst>
          </a:prstGeom>
          <a:noFill/>
          <a:ln cap="flat" cmpd="sng" w="28575">
            <a:solidFill>
              <a:srgbClr val="009287"/>
            </a:solidFill>
            <a:prstDash val="solid"/>
            <a:round/>
            <a:headEnd len="med" w="med" type="triangle"/>
            <a:tailEnd len="sm" w="sm" type="none"/>
          </a:ln>
        </p:spPr>
      </p:cxnSp>
      <p:sp>
        <p:nvSpPr>
          <p:cNvPr id="341" name="Google Shape;341;g267aa26f3a0_0_21"/>
          <p:cNvSpPr txBox="1"/>
          <p:nvPr/>
        </p:nvSpPr>
        <p:spPr>
          <a:xfrm>
            <a:off x="7035525" y="469975"/>
            <a:ext cx="3000000" cy="708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400"/>
              <a:buFont typeface="Arial"/>
              <a:buNone/>
            </a:pPr>
            <a:r>
              <a:rPr b="1" i="0" lang="es-ES" sz="3400" u="none" cap="none" strike="noStrike">
                <a:solidFill>
                  <a:schemeClr val="dk1"/>
                </a:solidFill>
                <a:latin typeface="Patrick Hand"/>
                <a:ea typeface="Patrick Hand"/>
                <a:cs typeface="Patrick Hand"/>
                <a:sym typeface="Patrick Hand"/>
              </a:rPr>
              <a:t>16</a:t>
            </a:r>
            <a:endParaRPr b="0" i="0" sz="1600" u="none" cap="none" strike="noStrike">
              <a:solidFill>
                <a:srgbClr val="000000"/>
              </a:solidFill>
              <a:latin typeface="Arial"/>
              <a:ea typeface="Arial"/>
              <a:cs typeface="Arial"/>
              <a:sym typeface="Arial"/>
            </a:endParaRPr>
          </a:p>
        </p:txBody>
      </p:sp>
      <p:sp>
        <p:nvSpPr>
          <p:cNvPr id="342" name="Google Shape;342;g267aa26f3a0_0_21"/>
          <p:cNvSpPr txBox="1"/>
          <p:nvPr/>
        </p:nvSpPr>
        <p:spPr>
          <a:xfrm>
            <a:off x="7035525" y="3022600"/>
            <a:ext cx="959700" cy="723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500"/>
              <a:buFont typeface="Arial"/>
              <a:buNone/>
            </a:pPr>
            <a:r>
              <a:rPr b="1" i="0" lang="es-ES" sz="3500" u="none" cap="none" strike="noStrike">
                <a:solidFill>
                  <a:schemeClr val="dk1"/>
                </a:solidFill>
                <a:latin typeface="Patrick Hand"/>
                <a:ea typeface="Patrick Hand"/>
                <a:cs typeface="Patrick Hand"/>
                <a:sym typeface="Patrick Hand"/>
              </a:rPr>
              <a:t>14</a:t>
            </a:r>
            <a:endParaRPr b="0" i="0" sz="1700" u="none" cap="none" strike="noStrike">
              <a:solidFill>
                <a:srgbClr val="000000"/>
              </a:solidFill>
              <a:latin typeface="Arial"/>
              <a:ea typeface="Arial"/>
              <a:cs typeface="Arial"/>
              <a:sym typeface="Arial"/>
            </a:endParaRPr>
          </a:p>
        </p:txBody>
      </p:sp>
      <p:sp>
        <p:nvSpPr>
          <p:cNvPr id="343" name="Google Shape;343;g267aa26f3a0_0_21"/>
          <p:cNvSpPr/>
          <p:nvPr/>
        </p:nvSpPr>
        <p:spPr>
          <a:xfrm>
            <a:off x="5319225" y="479625"/>
            <a:ext cx="2676000" cy="708000"/>
          </a:xfrm>
          <a:prstGeom prst="roundRect">
            <a:avLst>
              <a:gd fmla="val 16667" name="adj"/>
            </a:avLst>
          </a:prstGeom>
          <a:noFill/>
          <a:ln cap="flat" cmpd="sng" w="28575">
            <a:solidFill>
              <a:srgbClr val="009287"/>
            </a:solidFill>
            <a:prstDash val="dot"/>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4" name="Google Shape;344;g267aa26f3a0_0_21"/>
          <p:cNvSpPr/>
          <p:nvPr/>
        </p:nvSpPr>
        <p:spPr>
          <a:xfrm>
            <a:off x="5463525" y="2956063"/>
            <a:ext cx="2676000" cy="708000"/>
          </a:xfrm>
          <a:prstGeom prst="roundRect">
            <a:avLst>
              <a:gd fmla="val 16667" name="adj"/>
            </a:avLst>
          </a:prstGeom>
          <a:noFill/>
          <a:ln cap="flat" cmpd="sng" w="28575">
            <a:solidFill>
              <a:srgbClr val="009287"/>
            </a:solidFill>
            <a:prstDash val="dot"/>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45" name="Google Shape;345;g267aa26f3a0_0_21"/>
          <p:cNvPicPr preferRelativeResize="0"/>
          <p:nvPr/>
        </p:nvPicPr>
        <p:blipFill>
          <a:blip r:embed="rId4">
            <a:alphaModFix/>
          </a:blip>
          <a:stretch>
            <a:fillRect/>
          </a:stretch>
        </p:blipFill>
        <p:spPr>
          <a:xfrm>
            <a:off x="11057200" y="5216937"/>
            <a:ext cx="975700" cy="10291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g267aa26f3a0_0_283"/>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t/>
            </a:r>
            <a:endParaRPr/>
          </a:p>
        </p:txBody>
      </p:sp>
      <p:sp>
        <p:nvSpPr>
          <p:cNvPr id="351" name="Google Shape;351;g267aa26f3a0_0_283"/>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1000"/>
              </a:spcBef>
              <a:spcAft>
                <a:spcPts val="0"/>
              </a:spcAft>
              <a:buSzPts val="1800"/>
              <a:buNone/>
            </a:pPr>
            <a:r>
              <a:t/>
            </a:r>
            <a:endParaRPr/>
          </a:p>
        </p:txBody>
      </p:sp>
      <p:pic>
        <p:nvPicPr>
          <p:cNvPr descr="Forma&#10;&#10;Descripción generada automáticamente con confianza media" id="352" name="Google Shape;352;g267aa26f3a0_0_283"/>
          <p:cNvPicPr preferRelativeResize="0"/>
          <p:nvPr>
            <p:ph idx="1" type="body"/>
          </p:nvPr>
        </p:nvPicPr>
        <p:blipFill rotWithShape="1">
          <a:blip r:embed="rId3">
            <a:alphaModFix/>
          </a:blip>
          <a:srcRect b="0" l="0" r="0" t="0"/>
          <a:stretch/>
        </p:blipFill>
        <p:spPr>
          <a:xfrm>
            <a:off x="-3532" y="0"/>
            <a:ext cx="12192000" cy="6858000"/>
          </a:xfrm>
          <a:prstGeom prst="rect">
            <a:avLst/>
          </a:prstGeom>
          <a:noFill/>
          <a:ln>
            <a:noFill/>
          </a:ln>
        </p:spPr>
      </p:pic>
      <p:sp>
        <p:nvSpPr>
          <p:cNvPr id="353" name="Google Shape;353;g267aa26f3a0_0_283"/>
          <p:cNvSpPr txBox="1"/>
          <p:nvPr/>
        </p:nvSpPr>
        <p:spPr>
          <a:xfrm>
            <a:off x="454275" y="1197375"/>
            <a:ext cx="11534100" cy="1677600"/>
          </a:xfrm>
          <a:prstGeom prst="rect">
            <a:avLst/>
          </a:prstGeom>
          <a:noFill/>
          <a:ln>
            <a:noFill/>
          </a:ln>
        </p:spPr>
        <p:txBody>
          <a:bodyPr anchorCtr="0" anchor="t" bIns="91425" lIns="91425" spcFirstLastPara="1" rIns="91425" wrap="square" tIns="91425">
            <a:spAutoFit/>
          </a:bodyPr>
          <a:lstStyle/>
          <a:p>
            <a:pPr indent="-419100" lvl="0" marL="457200" marR="0" rtl="0" algn="l">
              <a:lnSpc>
                <a:spcPct val="115000"/>
              </a:lnSpc>
              <a:spcBef>
                <a:spcPts val="0"/>
              </a:spcBef>
              <a:spcAft>
                <a:spcPts val="0"/>
              </a:spcAft>
              <a:buClr>
                <a:srgbClr val="202124"/>
              </a:buClr>
              <a:buSzPts val="3000"/>
              <a:buFont typeface="Patrick Hand"/>
              <a:buChar char="★"/>
            </a:pPr>
            <a:r>
              <a:rPr b="0" i="0" lang="es-ES" sz="3000" u="none" cap="none" strike="noStrike">
                <a:solidFill>
                  <a:srgbClr val="202124"/>
                </a:solidFill>
                <a:latin typeface="Patrick Hand"/>
                <a:ea typeface="Patrick Hand"/>
                <a:cs typeface="Patrick Hand"/>
                <a:sym typeface="Patrick Hand"/>
              </a:rPr>
              <a:t>Si sumamos la diferencia (el resultado) más el sustraendo, nos da el minuendo.</a:t>
            </a:r>
            <a:endParaRPr b="0" i="0" sz="30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300"/>
              </a:spcBef>
              <a:spcAft>
                <a:spcPts val="0"/>
              </a:spcAft>
              <a:buClr>
                <a:srgbClr val="000000"/>
              </a:buClr>
              <a:buSzPts val="3000"/>
              <a:buFont typeface="Arial"/>
              <a:buNone/>
            </a:pPr>
            <a:r>
              <a:t/>
            </a:r>
            <a:endParaRPr b="0" i="0" sz="30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3000"/>
              <a:buFont typeface="Arial"/>
              <a:buNone/>
            </a:pPr>
            <a:r>
              <a:rPr b="0" i="0" lang="es-ES" sz="3000" u="none" cap="none" strike="noStrike">
                <a:solidFill>
                  <a:schemeClr val="dk1"/>
                </a:solidFill>
                <a:latin typeface="Patrick Hand"/>
                <a:ea typeface="Patrick Hand"/>
                <a:cs typeface="Patrick Hand"/>
                <a:sym typeface="Patrick Hand"/>
              </a:rPr>
              <a:t>					Ejemplo:      12 - 3 = 9 → 9 + 3 = 12   </a:t>
            </a:r>
            <a:endParaRPr b="0" i="0" sz="3000" u="none" cap="none" strike="noStrike">
              <a:solidFill>
                <a:schemeClr val="dk1"/>
              </a:solidFill>
              <a:latin typeface="Patrick Hand"/>
              <a:ea typeface="Patrick Hand"/>
              <a:cs typeface="Patrick Hand"/>
              <a:sym typeface="Patrick Hand"/>
            </a:endParaRPr>
          </a:p>
        </p:txBody>
      </p:sp>
      <p:sp>
        <p:nvSpPr>
          <p:cNvPr id="354" name="Google Shape;354;g267aa26f3a0_0_283"/>
          <p:cNvSpPr txBox="1"/>
          <p:nvPr/>
        </p:nvSpPr>
        <p:spPr>
          <a:xfrm>
            <a:off x="454275" y="3291725"/>
            <a:ext cx="11276400" cy="2031900"/>
          </a:xfrm>
          <a:prstGeom prst="rect">
            <a:avLst/>
          </a:prstGeom>
          <a:noFill/>
          <a:ln>
            <a:noFill/>
          </a:ln>
        </p:spPr>
        <p:txBody>
          <a:bodyPr anchorCtr="0" anchor="t" bIns="91425" lIns="91425" spcFirstLastPara="1" rIns="91425" wrap="square" tIns="91425">
            <a:spAutoFit/>
          </a:bodyPr>
          <a:lstStyle/>
          <a:p>
            <a:pPr indent="-419100" lvl="0" marL="457200" marR="0" rtl="0" algn="l">
              <a:lnSpc>
                <a:spcPct val="100000"/>
              </a:lnSpc>
              <a:spcBef>
                <a:spcPts val="0"/>
              </a:spcBef>
              <a:spcAft>
                <a:spcPts val="0"/>
              </a:spcAft>
              <a:buClr>
                <a:schemeClr val="dk1"/>
              </a:buClr>
              <a:buSzPts val="3000"/>
              <a:buFont typeface="Patrick Hand"/>
              <a:buChar char="★"/>
            </a:pPr>
            <a:r>
              <a:rPr b="0" i="0" lang="es-ES" sz="3000" u="none" cap="none" strike="noStrike">
                <a:solidFill>
                  <a:schemeClr val="dk1"/>
                </a:solidFill>
                <a:latin typeface="Patrick Hand"/>
                <a:ea typeface="Patrick Hand"/>
                <a:cs typeface="Patrick Hand"/>
                <a:sym typeface="Patrick Hand"/>
              </a:rPr>
              <a:t>Elemento neutro: </a:t>
            </a:r>
            <a:endParaRPr b="0" i="0" sz="30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3000"/>
              <a:buFont typeface="Arial"/>
              <a:buNone/>
            </a:pPr>
            <a:r>
              <a:rPr b="0" i="0" lang="es-ES" sz="3000" u="none" cap="none" strike="noStrike">
                <a:solidFill>
                  <a:schemeClr val="dk1"/>
                </a:solidFill>
                <a:latin typeface="Patrick Hand"/>
                <a:ea typeface="Patrick Hand"/>
                <a:cs typeface="Patrick Hand"/>
                <a:sym typeface="Patrick Hand"/>
              </a:rPr>
              <a:t>Cuando a un n° le resto cero no estoy quitando nada. El n° distinto a 0 queda igual </a:t>
            </a:r>
            <a:endParaRPr b="0" i="0" sz="30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3000"/>
              <a:buFont typeface="Arial"/>
              <a:buNone/>
            </a:pPr>
            <a:r>
              <a:rPr b="0" i="0" lang="es-ES" sz="3000" u="none" cap="none" strike="noStrike">
                <a:solidFill>
                  <a:schemeClr val="dk1"/>
                </a:solidFill>
                <a:latin typeface="Patrick Hand"/>
                <a:ea typeface="Patrick Hand"/>
                <a:cs typeface="Patrick Hand"/>
                <a:sym typeface="Patrick Hand"/>
              </a:rPr>
              <a:t>					</a:t>
            </a:r>
            <a:endParaRPr b="0" i="0" sz="30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3000"/>
              <a:buFont typeface="Arial"/>
              <a:buNone/>
            </a:pPr>
            <a:r>
              <a:rPr b="0" i="0" lang="es-ES" sz="3000" u="none" cap="none" strike="noStrike">
                <a:solidFill>
                  <a:schemeClr val="dk1"/>
                </a:solidFill>
                <a:latin typeface="Patrick Hand"/>
                <a:ea typeface="Patrick Hand"/>
                <a:cs typeface="Patrick Hand"/>
                <a:sym typeface="Patrick Hand"/>
              </a:rPr>
              <a:t>					Ejemplo:        12 -  0 = 12              23  -  0 =  23</a:t>
            </a:r>
            <a:endParaRPr b="0" i="0" sz="3000" u="none" cap="none" strike="noStrike">
              <a:solidFill>
                <a:schemeClr val="dk1"/>
              </a:solidFill>
              <a:latin typeface="Patrick Hand"/>
              <a:ea typeface="Patrick Hand"/>
              <a:cs typeface="Patrick Hand"/>
              <a:sym typeface="Patrick Hand"/>
            </a:endParaRPr>
          </a:p>
        </p:txBody>
      </p:sp>
      <p:sp>
        <p:nvSpPr>
          <p:cNvPr id="355" name="Google Shape;355;g267aa26f3a0_0_283"/>
          <p:cNvSpPr txBox="1"/>
          <p:nvPr/>
        </p:nvSpPr>
        <p:spPr>
          <a:xfrm>
            <a:off x="230975" y="365125"/>
            <a:ext cx="5259000" cy="661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100"/>
              <a:buFont typeface="Arial"/>
              <a:buNone/>
            </a:pPr>
            <a:r>
              <a:rPr b="1" i="0" lang="es-ES" sz="3100" u="none" cap="none" strike="noStrike">
                <a:solidFill>
                  <a:schemeClr val="dk1"/>
                </a:solidFill>
                <a:latin typeface="Patrick Hand"/>
                <a:ea typeface="Patrick Hand"/>
                <a:cs typeface="Patrick Hand"/>
                <a:sym typeface="Patrick Hand"/>
              </a:rPr>
              <a:t>Propiedades de la resta:</a:t>
            </a:r>
            <a:endParaRPr b="0" i="0" sz="3400" u="none" cap="none" strike="noStrike">
              <a:solidFill>
                <a:srgbClr val="000000"/>
              </a:solidFill>
              <a:latin typeface="Arial"/>
              <a:ea typeface="Arial"/>
              <a:cs typeface="Arial"/>
              <a:sym typeface="Arial"/>
            </a:endParaRPr>
          </a:p>
        </p:txBody>
      </p:sp>
      <p:pic>
        <p:nvPicPr>
          <p:cNvPr id="356" name="Google Shape;356;g267aa26f3a0_0_283"/>
          <p:cNvPicPr preferRelativeResize="0"/>
          <p:nvPr/>
        </p:nvPicPr>
        <p:blipFill>
          <a:blip r:embed="rId4">
            <a:alphaModFix/>
          </a:blip>
          <a:stretch>
            <a:fillRect/>
          </a:stretch>
        </p:blipFill>
        <p:spPr>
          <a:xfrm>
            <a:off x="11057200" y="5216937"/>
            <a:ext cx="975700" cy="10291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g2aeda735e30_0_88"/>
          <p:cNvSpPr txBox="1"/>
          <p:nvPr/>
        </p:nvSpPr>
        <p:spPr>
          <a:xfrm>
            <a:off x="1046979" y="488799"/>
            <a:ext cx="10098000" cy="784800"/>
          </a:xfrm>
          <a:prstGeom prst="rect">
            <a:avLst/>
          </a:prstGeom>
          <a:noFill/>
          <a:ln>
            <a:noFill/>
          </a:ln>
        </p:spPr>
        <p:txBody>
          <a:bodyPr anchorCtr="0" anchor="t" bIns="60925" lIns="121900" spcFirstLastPara="1" rIns="121900" wrap="square" tIns="60925">
            <a:spAutoFit/>
          </a:bodyPr>
          <a:lstStyle/>
          <a:p>
            <a:pPr indent="0" lvl="0" marL="0" marR="0" rtl="0" algn="ctr">
              <a:lnSpc>
                <a:spcPct val="100000"/>
              </a:lnSpc>
              <a:spcBef>
                <a:spcPts val="0"/>
              </a:spcBef>
              <a:spcAft>
                <a:spcPts val="0"/>
              </a:spcAft>
              <a:buClr>
                <a:srgbClr val="000000"/>
              </a:buClr>
              <a:buSzPts val="4300"/>
              <a:buFont typeface="Arial"/>
              <a:buNone/>
            </a:pPr>
            <a:r>
              <a:rPr b="0" i="0" lang="es-ES" sz="4300" u="none" cap="none" strike="noStrike">
                <a:solidFill>
                  <a:schemeClr val="lt1"/>
                </a:solidFill>
                <a:highlight>
                  <a:srgbClr val="009287"/>
                </a:highlight>
                <a:latin typeface="Patrick Hand"/>
                <a:ea typeface="Patrick Hand"/>
                <a:cs typeface="Patrick Hand"/>
                <a:sym typeface="Patrick Hand"/>
              </a:rPr>
              <a:t>¡Ahora es tu turno!</a:t>
            </a:r>
            <a:endParaRPr b="0" i="0" sz="4300" u="none" cap="none" strike="noStrike">
              <a:solidFill>
                <a:schemeClr val="lt1"/>
              </a:solidFill>
              <a:highlight>
                <a:srgbClr val="009287"/>
              </a:highlight>
              <a:latin typeface="Arial"/>
              <a:ea typeface="Arial"/>
              <a:cs typeface="Arial"/>
              <a:sym typeface="Arial"/>
            </a:endParaRPr>
          </a:p>
        </p:txBody>
      </p:sp>
      <p:sp>
        <p:nvSpPr>
          <p:cNvPr id="362" name="Google Shape;362;g2aeda735e30_0_88"/>
          <p:cNvSpPr txBox="1"/>
          <p:nvPr/>
        </p:nvSpPr>
        <p:spPr>
          <a:xfrm>
            <a:off x="800291" y="3802997"/>
            <a:ext cx="10591200" cy="615600"/>
          </a:xfrm>
          <a:prstGeom prst="rect">
            <a:avLst/>
          </a:prstGeom>
          <a:noFill/>
          <a:ln>
            <a:noFill/>
          </a:ln>
        </p:spPr>
        <p:txBody>
          <a:bodyPr anchorCtr="0" anchor="t" bIns="60925" lIns="121900" spcFirstLastPara="1" rIns="121900" wrap="square" tIns="60925">
            <a:spAutoFit/>
          </a:bodyPr>
          <a:lstStyle/>
          <a:p>
            <a:pPr indent="0" lvl="0" marL="0" marR="0" rtl="0" algn="ctr">
              <a:lnSpc>
                <a:spcPct val="100000"/>
              </a:lnSpc>
              <a:spcBef>
                <a:spcPts val="0"/>
              </a:spcBef>
              <a:spcAft>
                <a:spcPts val="0"/>
              </a:spcAft>
              <a:buNone/>
            </a:pPr>
            <a:r>
              <a:rPr b="0" i="0" lang="es-ES" sz="3200" u="none" cap="none" strike="noStrike">
                <a:solidFill>
                  <a:schemeClr val="dk1"/>
                </a:solidFill>
                <a:latin typeface="Patrick Hand"/>
                <a:ea typeface="Patrick Hand"/>
                <a:cs typeface="Patrick Hand"/>
                <a:sym typeface="Patrick Hand"/>
              </a:rPr>
              <a:t>2) ¿Cuál es el resultado de esta </a:t>
            </a:r>
            <a:r>
              <a:rPr lang="es-ES" sz="3200">
                <a:solidFill>
                  <a:schemeClr val="dk1"/>
                </a:solidFill>
                <a:latin typeface="Patrick Hand"/>
                <a:ea typeface="Patrick Hand"/>
                <a:cs typeface="Patrick Hand"/>
                <a:sym typeface="Patrick Hand"/>
              </a:rPr>
              <a:t>resta</a:t>
            </a:r>
            <a:r>
              <a:rPr b="0" i="0" lang="es-ES" sz="3200" u="none" cap="none" strike="noStrike">
                <a:solidFill>
                  <a:schemeClr val="dk1"/>
                </a:solidFill>
                <a:latin typeface="Patrick Hand"/>
                <a:ea typeface="Patrick Hand"/>
                <a:cs typeface="Patrick Hand"/>
                <a:sym typeface="Patrick Hand"/>
              </a:rPr>
              <a:t>?</a:t>
            </a:r>
            <a:endParaRPr sz="1900"/>
          </a:p>
        </p:txBody>
      </p:sp>
      <p:cxnSp>
        <p:nvCxnSpPr>
          <p:cNvPr id="363" name="Google Shape;363;g2aeda735e30_0_88"/>
          <p:cNvCxnSpPr/>
          <p:nvPr/>
        </p:nvCxnSpPr>
        <p:spPr>
          <a:xfrm>
            <a:off x="24548" y="5105971"/>
            <a:ext cx="12192000" cy="0"/>
          </a:xfrm>
          <a:prstGeom prst="straightConnector1">
            <a:avLst/>
          </a:prstGeom>
          <a:noFill/>
          <a:ln cap="flat" cmpd="sng" w="38100">
            <a:solidFill>
              <a:srgbClr val="009F98"/>
            </a:solidFill>
            <a:prstDash val="solid"/>
            <a:round/>
            <a:headEnd len="med" w="med" type="stealth"/>
            <a:tailEnd len="med" w="med" type="stealth"/>
          </a:ln>
        </p:spPr>
      </p:cxnSp>
      <p:sp>
        <p:nvSpPr>
          <p:cNvPr id="364" name="Google Shape;364;g2aeda735e30_0_88"/>
          <p:cNvSpPr/>
          <p:nvPr/>
        </p:nvSpPr>
        <p:spPr>
          <a:xfrm>
            <a:off x="6105657" y="4987936"/>
            <a:ext cx="60900" cy="257100"/>
          </a:xfrm>
          <a:prstGeom prst="rect">
            <a:avLst/>
          </a:prstGeom>
          <a:solidFill>
            <a:srgbClr val="FAB235"/>
          </a:solidFill>
          <a:ln cap="flat" cmpd="sng" w="25400">
            <a:solidFill>
              <a:srgbClr val="FAB235"/>
            </a:solidFill>
            <a:prstDash val="solid"/>
            <a:round/>
            <a:headEnd len="sm" w="sm" type="none"/>
            <a:tailEnd len="sm" w="sm" type="none"/>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None/>
            </a:pPr>
            <a:r>
              <a:t/>
            </a:r>
            <a:endParaRPr b="0" i="0" sz="1900" u="none" cap="none" strike="noStrike">
              <a:solidFill>
                <a:schemeClr val="lt1"/>
              </a:solidFill>
              <a:latin typeface="Arial"/>
              <a:ea typeface="Arial"/>
              <a:cs typeface="Arial"/>
              <a:sym typeface="Arial"/>
            </a:endParaRPr>
          </a:p>
        </p:txBody>
      </p:sp>
      <p:sp>
        <p:nvSpPr>
          <p:cNvPr id="365" name="Google Shape;365;g2aeda735e30_0_88"/>
          <p:cNvSpPr/>
          <p:nvPr/>
        </p:nvSpPr>
        <p:spPr>
          <a:xfrm>
            <a:off x="4843427" y="4987936"/>
            <a:ext cx="60900" cy="257100"/>
          </a:xfrm>
          <a:prstGeom prst="rect">
            <a:avLst/>
          </a:prstGeom>
          <a:solidFill>
            <a:srgbClr val="FAB235"/>
          </a:solidFill>
          <a:ln cap="flat" cmpd="sng" w="25400">
            <a:solidFill>
              <a:srgbClr val="FAB235"/>
            </a:solidFill>
            <a:prstDash val="solid"/>
            <a:round/>
            <a:headEnd len="sm" w="sm" type="none"/>
            <a:tailEnd len="sm" w="sm" type="none"/>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None/>
            </a:pPr>
            <a:r>
              <a:t/>
            </a:r>
            <a:endParaRPr b="0" i="0" sz="1900" u="none" cap="none" strike="noStrike">
              <a:solidFill>
                <a:schemeClr val="lt1"/>
              </a:solidFill>
              <a:latin typeface="Arial"/>
              <a:ea typeface="Arial"/>
              <a:cs typeface="Arial"/>
              <a:sym typeface="Arial"/>
            </a:endParaRPr>
          </a:p>
        </p:txBody>
      </p:sp>
      <p:sp>
        <p:nvSpPr>
          <p:cNvPr id="366" name="Google Shape;366;g2aeda735e30_0_88"/>
          <p:cNvSpPr/>
          <p:nvPr/>
        </p:nvSpPr>
        <p:spPr>
          <a:xfrm>
            <a:off x="8630119" y="4987936"/>
            <a:ext cx="60900" cy="257100"/>
          </a:xfrm>
          <a:prstGeom prst="rect">
            <a:avLst/>
          </a:prstGeom>
          <a:solidFill>
            <a:srgbClr val="FAB235"/>
          </a:solidFill>
          <a:ln cap="flat" cmpd="sng" w="25400">
            <a:solidFill>
              <a:srgbClr val="FAB235"/>
            </a:solidFill>
            <a:prstDash val="solid"/>
            <a:round/>
            <a:headEnd len="sm" w="sm" type="none"/>
            <a:tailEnd len="sm" w="sm" type="none"/>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None/>
            </a:pPr>
            <a:r>
              <a:t/>
            </a:r>
            <a:endParaRPr b="0" i="0" sz="1900" u="none" cap="none" strike="noStrike">
              <a:solidFill>
                <a:schemeClr val="lt1"/>
              </a:solidFill>
              <a:latin typeface="Arial"/>
              <a:ea typeface="Arial"/>
              <a:cs typeface="Arial"/>
              <a:sym typeface="Arial"/>
            </a:endParaRPr>
          </a:p>
        </p:txBody>
      </p:sp>
      <p:sp>
        <p:nvSpPr>
          <p:cNvPr id="367" name="Google Shape;367;g2aeda735e30_0_88"/>
          <p:cNvSpPr/>
          <p:nvPr/>
        </p:nvSpPr>
        <p:spPr>
          <a:xfrm>
            <a:off x="7367888" y="4987936"/>
            <a:ext cx="60900" cy="257100"/>
          </a:xfrm>
          <a:prstGeom prst="rect">
            <a:avLst/>
          </a:prstGeom>
          <a:solidFill>
            <a:srgbClr val="FAB235"/>
          </a:solidFill>
          <a:ln cap="flat" cmpd="sng" w="25400">
            <a:solidFill>
              <a:srgbClr val="FAB235"/>
            </a:solidFill>
            <a:prstDash val="solid"/>
            <a:round/>
            <a:headEnd len="sm" w="sm" type="none"/>
            <a:tailEnd len="sm" w="sm" type="none"/>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None/>
            </a:pPr>
            <a:r>
              <a:t/>
            </a:r>
            <a:endParaRPr b="0" i="0" sz="1900" u="none" cap="none" strike="noStrike">
              <a:solidFill>
                <a:schemeClr val="lt1"/>
              </a:solidFill>
              <a:latin typeface="Arial"/>
              <a:ea typeface="Arial"/>
              <a:cs typeface="Arial"/>
              <a:sym typeface="Arial"/>
            </a:endParaRPr>
          </a:p>
        </p:txBody>
      </p:sp>
      <p:sp>
        <p:nvSpPr>
          <p:cNvPr id="368" name="Google Shape;368;g2aeda735e30_0_88"/>
          <p:cNvSpPr/>
          <p:nvPr/>
        </p:nvSpPr>
        <p:spPr>
          <a:xfrm>
            <a:off x="2318965" y="4987936"/>
            <a:ext cx="60900" cy="257100"/>
          </a:xfrm>
          <a:prstGeom prst="rect">
            <a:avLst/>
          </a:prstGeom>
          <a:solidFill>
            <a:srgbClr val="FAB235"/>
          </a:solidFill>
          <a:ln cap="flat" cmpd="sng" w="25400">
            <a:solidFill>
              <a:srgbClr val="FAB235"/>
            </a:solidFill>
            <a:prstDash val="solid"/>
            <a:round/>
            <a:headEnd len="sm" w="sm" type="none"/>
            <a:tailEnd len="sm" w="sm" type="none"/>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None/>
            </a:pPr>
            <a:r>
              <a:t/>
            </a:r>
            <a:endParaRPr b="0" i="0" sz="1900" u="none" cap="none" strike="noStrike">
              <a:solidFill>
                <a:schemeClr val="lt1"/>
              </a:solidFill>
              <a:latin typeface="Arial"/>
              <a:ea typeface="Arial"/>
              <a:cs typeface="Arial"/>
              <a:sym typeface="Arial"/>
            </a:endParaRPr>
          </a:p>
        </p:txBody>
      </p:sp>
      <p:sp>
        <p:nvSpPr>
          <p:cNvPr id="369" name="Google Shape;369;g2aeda735e30_0_88"/>
          <p:cNvSpPr/>
          <p:nvPr/>
        </p:nvSpPr>
        <p:spPr>
          <a:xfrm>
            <a:off x="1056735" y="4987936"/>
            <a:ext cx="60900" cy="257100"/>
          </a:xfrm>
          <a:prstGeom prst="rect">
            <a:avLst/>
          </a:prstGeom>
          <a:solidFill>
            <a:srgbClr val="FAB235"/>
          </a:solidFill>
          <a:ln cap="flat" cmpd="sng" w="25400">
            <a:solidFill>
              <a:srgbClr val="FAB235"/>
            </a:solidFill>
            <a:prstDash val="solid"/>
            <a:round/>
            <a:headEnd len="sm" w="sm" type="none"/>
            <a:tailEnd len="sm" w="sm" type="none"/>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None/>
            </a:pPr>
            <a:r>
              <a:t/>
            </a:r>
            <a:endParaRPr b="0" i="0" sz="1900" u="none" cap="none" strike="noStrike">
              <a:solidFill>
                <a:schemeClr val="lt1"/>
              </a:solidFill>
              <a:latin typeface="Arial"/>
              <a:ea typeface="Arial"/>
              <a:cs typeface="Arial"/>
              <a:sym typeface="Arial"/>
            </a:endParaRPr>
          </a:p>
        </p:txBody>
      </p:sp>
      <p:sp>
        <p:nvSpPr>
          <p:cNvPr id="370" name="Google Shape;370;g2aeda735e30_0_88"/>
          <p:cNvSpPr/>
          <p:nvPr/>
        </p:nvSpPr>
        <p:spPr>
          <a:xfrm>
            <a:off x="3581196" y="4987936"/>
            <a:ext cx="60900" cy="257100"/>
          </a:xfrm>
          <a:prstGeom prst="rect">
            <a:avLst/>
          </a:prstGeom>
          <a:solidFill>
            <a:srgbClr val="FAB235"/>
          </a:solidFill>
          <a:ln cap="flat" cmpd="sng" w="25400">
            <a:solidFill>
              <a:srgbClr val="FAB235"/>
            </a:solidFill>
            <a:prstDash val="solid"/>
            <a:round/>
            <a:headEnd len="sm" w="sm" type="none"/>
            <a:tailEnd len="sm" w="sm" type="none"/>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None/>
            </a:pPr>
            <a:r>
              <a:t/>
            </a:r>
            <a:endParaRPr b="0" i="0" sz="1900" u="none" cap="none" strike="noStrike">
              <a:solidFill>
                <a:schemeClr val="lt1"/>
              </a:solidFill>
              <a:latin typeface="Arial"/>
              <a:ea typeface="Arial"/>
              <a:cs typeface="Arial"/>
              <a:sym typeface="Arial"/>
            </a:endParaRPr>
          </a:p>
        </p:txBody>
      </p:sp>
      <p:sp>
        <p:nvSpPr>
          <p:cNvPr id="371" name="Google Shape;371;g2aeda735e30_0_88"/>
          <p:cNvSpPr/>
          <p:nvPr/>
        </p:nvSpPr>
        <p:spPr>
          <a:xfrm>
            <a:off x="9892349" y="4987936"/>
            <a:ext cx="60900" cy="257100"/>
          </a:xfrm>
          <a:prstGeom prst="rect">
            <a:avLst/>
          </a:prstGeom>
          <a:solidFill>
            <a:srgbClr val="FAB235"/>
          </a:solidFill>
          <a:ln cap="flat" cmpd="sng" w="25400">
            <a:solidFill>
              <a:srgbClr val="FAB235"/>
            </a:solidFill>
            <a:prstDash val="solid"/>
            <a:round/>
            <a:headEnd len="sm" w="sm" type="none"/>
            <a:tailEnd len="sm" w="sm" type="none"/>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None/>
            </a:pPr>
            <a:r>
              <a:t/>
            </a:r>
            <a:endParaRPr b="0" i="0" sz="1900" u="none" cap="none" strike="noStrike">
              <a:solidFill>
                <a:schemeClr val="lt1"/>
              </a:solidFill>
              <a:latin typeface="Arial"/>
              <a:ea typeface="Arial"/>
              <a:cs typeface="Arial"/>
              <a:sym typeface="Arial"/>
            </a:endParaRPr>
          </a:p>
        </p:txBody>
      </p:sp>
      <p:sp>
        <p:nvSpPr>
          <p:cNvPr id="372" name="Google Shape;372;g2aeda735e30_0_88"/>
          <p:cNvSpPr/>
          <p:nvPr/>
        </p:nvSpPr>
        <p:spPr>
          <a:xfrm>
            <a:off x="11154580" y="4987936"/>
            <a:ext cx="60900" cy="257100"/>
          </a:xfrm>
          <a:prstGeom prst="rect">
            <a:avLst/>
          </a:prstGeom>
          <a:solidFill>
            <a:srgbClr val="FAB235"/>
          </a:solidFill>
          <a:ln cap="flat" cmpd="sng" w="25400">
            <a:solidFill>
              <a:srgbClr val="FAB235"/>
            </a:solidFill>
            <a:prstDash val="solid"/>
            <a:round/>
            <a:headEnd len="sm" w="sm" type="none"/>
            <a:tailEnd len="sm" w="sm" type="none"/>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None/>
            </a:pPr>
            <a:r>
              <a:t/>
            </a:r>
            <a:endParaRPr b="0" i="0" sz="1900" u="none" cap="none" strike="noStrike">
              <a:solidFill>
                <a:schemeClr val="lt1"/>
              </a:solidFill>
              <a:latin typeface="Arial"/>
              <a:ea typeface="Arial"/>
              <a:cs typeface="Arial"/>
              <a:sym typeface="Arial"/>
            </a:endParaRPr>
          </a:p>
        </p:txBody>
      </p:sp>
      <p:sp>
        <p:nvSpPr>
          <p:cNvPr id="373" name="Google Shape;373;g2aeda735e30_0_88"/>
          <p:cNvSpPr txBox="1"/>
          <p:nvPr/>
        </p:nvSpPr>
        <p:spPr>
          <a:xfrm>
            <a:off x="9635752" y="5116577"/>
            <a:ext cx="573900" cy="615600"/>
          </a:xfrm>
          <a:prstGeom prst="rect">
            <a:avLst/>
          </a:prstGeom>
          <a:noFill/>
          <a:ln>
            <a:noFill/>
          </a:ln>
        </p:spPr>
        <p:txBody>
          <a:bodyPr anchorCtr="0" anchor="t" bIns="60925" lIns="121900" spcFirstLastPara="1" rIns="121900" wrap="square" tIns="60925">
            <a:spAutoFit/>
          </a:bodyPr>
          <a:lstStyle/>
          <a:p>
            <a:pPr indent="0" lvl="0" marL="0" marR="0" rtl="0" algn="ctr">
              <a:lnSpc>
                <a:spcPct val="100000"/>
              </a:lnSpc>
              <a:spcBef>
                <a:spcPts val="0"/>
              </a:spcBef>
              <a:spcAft>
                <a:spcPts val="0"/>
              </a:spcAft>
              <a:buNone/>
            </a:pPr>
            <a:r>
              <a:rPr lang="es-ES" sz="3200">
                <a:solidFill>
                  <a:schemeClr val="dk1"/>
                </a:solidFill>
                <a:latin typeface="Patrick Hand"/>
                <a:ea typeface="Patrick Hand"/>
                <a:cs typeface="Patrick Hand"/>
                <a:sym typeface="Patrick Hand"/>
              </a:rPr>
              <a:t>9</a:t>
            </a:r>
            <a:endParaRPr b="1" i="0" sz="3200" u="none" cap="none" strike="noStrike">
              <a:solidFill>
                <a:srgbClr val="FAB235"/>
              </a:solidFill>
              <a:highlight>
                <a:srgbClr val="009F98"/>
              </a:highlight>
              <a:latin typeface="Patrick Hand"/>
              <a:ea typeface="Patrick Hand"/>
              <a:cs typeface="Patrick Hand"/>
              <a:sym typeface="Patrick Hand"/>
            </a:endParaRPr>
          </a:p>
        </p:txBody>
      </p:sp>
      <p:sp>
        <p:nvSpPr>
          <p:cNvPr id="374" name="Google Shape;374;g2aeda735e30_0_88"/>
          <p:cNvSpPr/>
          <p:nvPr/>
        </p:nvSpPr>
        <p:spPr>
          <a:xfrm>
            <a:off x="4715057" y="4831727"/>
            <a:ext cx="317700" cy="317700"/>
          </a:xfrm>
          <a:prstGeom prst="ellipse">
            <a:avLst/>
          </a:prstGeom>
          <a:solidFill>
            <a:srgbClr val="FF0000"/>
          </a:solidFill>
          <a:ln cap="flat" cmpd="sng" w="38100">
            <a:solidFill>
              <a:schemeClr val="dk1"/>
            </a:solidFill>
            <a:prstDash val="solid"/>
            <a:round/>
            <a:headEnd len="sm" w="sm" type="none"/>
            <a:tailEnd len="sm" w="sm" type="none"/>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None/>
            </a:pPr>
            <a:r>
              <a:t/>
            </a:r>
            <a:endParaRPr b="0" i="0" sz="1900" u="none" cap="none" strike="noStrike">
              <a:solidFill>
                <a:schemeClr val="lt1"/>
              </a:solidFill>
              <a:latin typeface="Arial"/>
              <a:ea typeface="Arial"/>
              <a:cs typeface="Arial"/>
              <a:sym typeface="Arial"/>
            </a:endParaRPr>
          </a:p>
        </p:txBody>
      </p:sp>
      <p:sp>
        <p:nvSpPr>
          <p:cNvPr id="375" name="Google Shape;375;g2aeda735e30_0_88"/>
          <p:cNvSpPr/>
          <p:nvPr/>
        </p:nvSpPr>
        <p:spPr>
          <a:xfrm>
            <a:off x="9764128" y="4823933"/>
            <a:ext cx="317700" cy="317700"/>
          </a:xfrm>
          <a:prstGeom prst="ellipse">
            <a:avLst/>
          </a:prstGeom>
          <a:solidFill>
            <a:srgbClr val="00B050"/>
          </a:solidFill>
          <a:ln cap="flat" cmpd="sng" w="38100">
            <a:solidFill>
              <a:schemeClr val="dk1"/>
            </a:solidFill>
            <a:prstDash val="solid"/>
            <a:round/>
            <a:headEnd len="sm" w="sm" type="none"/>
            <a:tailEnd len="sm" w="sm" type="none"/>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None/>
            </a:pPr>
            <a:r>
              <a:t/>
            </a:r>
            <a:endParaRPr b="0" i="0" sz="1900" u="none" cap="none" strike="noStrike">
              <a:solidFill>
                <a:schemeClr val="lt1"/>
              </a:solidFill>
              <a:latin typeface="Arial"/>
              <a:ea typeface="Arial"/>
              <a:cs typeface="Arial"/>
              <a:sym typeface="Arial"/>
            </a:endParaRPr>
          </a:p>
        </p:txBody>
      </p:sp>
      <p:sp>
        <p:nvSpPr>
          <p:cNvPr id="376" name="Google Shape;376;g2aeda735e30_0_88"/>
          <p:cNvSpPr/>
          <p:nvPr/>
        </p:nvSpPr>
        <p:spPr>
          <a:xfrm flipH="1">
            <a:off x="8442525" y="4533919"/>
            <a:ext cx="1504800" cy="449100"/>
          </a:xfrm>
          <a:prstGeom prst="curvedDownArrow">
            <a:avLst>
              <a:gd fmla="val 25000" name="adj1"/>
              <a:gd fmla="val 91835" name="adj2"/>
              <a:gd fmla="val 25000" name="adj3"/>
            </a:avLst>
          </a:prstGeom>
          <a:solidFill>
            <a:srgbClr val="FAB235"/>
          </a:solidFill>
          <a:ln cap="flat" cmpd="sng" w="25400">
            <a:solidFill>
              <a:schemeClr val="dk1"/>
            </a:solidFill>
            <a:prstDash val="solid"/>
            <a:round/>
            <a:headEnd len="sm" w="sm" type="none"/>
            <a:tailEnd len="sm" w="sm" type="none"/>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None/>
            </a:pPr>
            <a:r>
              <a:t/>
            </a:r>
            <a:endParaRPr b="0" i="0" sz="1900" u="none" cap="none" strike="noStrike">
              <a:solidFill>
                <a:schemeClr val="dk1"/>
              </a:solidFill>
              <a:latin typeface="Arial"/>
              <a:ea typeface="Arial"/>
              <a:cs typeface="Arial"/>
              <a:sym typeface="Arial"/>
            </a:endParaRPr>
          </a:p>
        </p:txBody>
      </p:sp>
      <p:sp>
        <p:nvSpPr>
          <p:cNvPr id="377" name="Google Shape;377;g2aeda735e30_0_88"/>
          <p:cNvSpPr/>
          <p:nvPr/>
        </p:nvSpPr>
        <p:spPr>
          <a:xfrm flipH="1">
            <a:off x="7178553" y="4533919"/>
            <a:ext cx="1504800" cy="449100"/>
          </a:xfrm>
          <a:prstGeom prst="curvedDownArrow">
            <a:avLst>
              <a:gd fmla="val 25000" name="adj1"/>
              <a:gd fmla="val 91835" name="adj2"/>
              <a:gd fmla="val 25000" name="adj3"/>
            </a:avLst>
          </a:prstGeom>
          <a:solidFill>
            <a:srgbClr val="FAB235"/>
          </a:solidFill>
          <a:ln cap="flat" cmpd="sng" w="25400">
            <a:solidFill>
              <a:schemeClr val="dk1"/>
            </a:solidFill>
            <a:prstDash val="solid"/>
            <a:round/>
            <a:headEnd len="sm" w="sm" type="none"/>
            <a:tailEnd len="sm" w="sm" type="none"/>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None/>
            </a:pPr>
            <a:r>
              <a:t/>
            </a:r>
            <a:endParaRPr b="0" i="0" sz="1900" u="none" cap="none" strike="noStrike">
              <a:solidFill>
                <a:schemeClr val="dk1"/>
              </a:solidFill>
              <a:latin typeface="Arial"/>
              <a:ea typeface="Arial"/>
              <a:cs typeface="Arial"/>
              <a:sym typeface="Arial"/>
            </a:endParaRPr>
          </a:p>
        </p:txBody>
      </p:sp>
      <p:sp>
        <p:nvSpPr>
          <p:cNvPr id="378" name="Google Shape;378;g2aeda735e30_0_88"/>
          <p:cNvSpPr/>
          <p:nvPr/>
        </p:nvSpPr>
        <p:spPr>
          <a:xfrm flipH="1">
            <a:off x="5889545" y="4533919"/>
            <a:ext cx="1504800" cy="449100"/>
          </a:xfrm>
          <a:prstGeom prst="curvedDownArrow">
            <a:avLst>
              <a:gd fmla="val 25000" name="adj1"/>
              <a:gd fmla="val 91835" name="adj2"/>
              <a:gd fmla="val 25000" name="adj3"/>
            </a:avLst>
          </a:prstGeom>
          <a:solidFill>
            <a:srgbClr val="FAB235"/>
          </a:solidFill>
          <a:ln cap="flat" cmpd="sng" w="25400">
            <a:solidFill>
              <a:schemeClr val="dk1"/>
            </a:solidFill>
            <a:prstDash val="solid"/>
            <a:round/>
            <a:headEnd len="sm" w="sm" type="none"/>
            <a:tailEnd len="sm" w="sm" type="none"/>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None/>
            </a:pPr>
            <a:r>
              <a:t/>
            </a:r>
            <a:endParaRPr b="0" i="0" sz="1900" u="none" cap="none" strike="noStrike">
              <a:solidFill>
                <a:schemeClr val="dk1"/>
              </a:solidFill>
              <a:latin typeface="Arial"/>
              <a:ea typeface="Arial"/>
              <a:cs typeface="Arial"/>
              <a:sym typeface="Arial"/>
            </a:endParaRPr>
          </a:p>
        </p:txBody>
      </p:sp>
      <p:sp>
        <p:nvSpPr>
          <p:cNvPr id="379" name="Google Shape;379;g2aeda735e30_0_88"/>
          <p:cNvSpPr/>
          <p:nvPr/>
        </p:nvSpPr>
        <p:spPr>
          <a:xfrm flipH="1">
            <a:off x="4663674" y="4533919"/>
            <a:ext cx="1504800" cy="449100"/>
          </a:xfrm>
          <a:prstGeom prst="curvedDownArrow">
            <a:avLst>
              <a:gd fmla="val 25000" name="adj1"/>
              <a:gd fmla="val 91835" name="adj2"/>
              <a:gd fmla="val 25000" name="adj3"/>
            </a:avLst>
          </a:prstGeom>
          <a:solidFill>
            <a:srgbClr val="FAB235"/>
          </a:solidFill>
          <a:ln cap="flat" cmpd="sng" w="25400">
            <a:solidFill>
              <a:schemeClr val="dk1"/>
            </a:solidFill>
            <a:prstDash val="solid"/>
            <a:round/>
            <a:headEnd len="sm" w="sm" type="none"/>
            <a:tailEnd len="sm" w="sm" type="none"/>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None/>
            </a:pPr>
            <a:r>
              <a:t/>
            </a:r>
            <a:endParaRPr b="0" i="0" sz="1900" u="none" cap="none" strike="noStrike">
              <a:solidFill>
                <a:schemeClr val="dk1"/>
              </a:solidFill>
              <a:latin typeface="Arial"/>
              <a:ea typeface="Arial"/>
              <a:cs typeface="Arial"/>
              <a:sym typeface="Arial"/>
            </a:endParaRPr>
          </a:p>
        </p:txBody>
      </p:sp>
      <p:sp>
        <p:nvSpPr>
          <p:cNvPr id="380" name="Google Shape;380;g2aeda735e30_0_88"/>
          <p:cNvSpPr txBox="1"/>
          <p:nvPr/>
        </p:nvSpPr>
        <p:spPr>
          <a:xfrm>
            <a:off x="3184331" y="1392537"/>
            <a:ext cx="10591200" cy="615600"/>
          </a:xfrm>
          <a:prstGeom prst="rect">
            <a:avLst/>
          </a:prstGeom>
          <a:noFill/>
          <a:ln>
            <a:noFill/>
          </a:ln>
        </p:spPr>
        <p:txBody>
          <a:bodyPr anchorCtr="0" anchor="t" bIns="60925" lIns="121900" spcFirstLastPara="1" rIns="121900" wrap="square" tIns="60925">
            <a:spAutoFit/>
          </a:bodyPr>
          <a:lstStyle/>
          <a:p>
            <a:pPr indent="0" lvl="0" marL="0" marR="0" rtl="0" algn="ctr">
              <a:lnSpc>
                <a:spcPct val="100000"/>
              </a:lnSpc>
              <a:spcBef>
                <a:spcPts val="0"/>
              </a:spcBef>
              <a:spcAft>
                <a:spcPts val="0"/>
              </a:spcAft>
              <a:buNone/>
            </a:pPr>
            <a:r>
              <a:rPr b="0" i="0" lang="es-ES" sz="3200" u="none" cap="none" strike="noStrike">
                <a:solidFill>
                  <a:schemeClr val="dk1"/>
                </a:solidFill>
                <a:latin typeface="Patrick Hand"/>
                <a:ea typeface="Patrick Hand"/>
                <a:cs typeface="Patrick Hand"/>
                <a:sym typeface="Patrick Hand"/>
              </a:rPr>
              <a:t>1) ¿Qué </a:t>
            </a:r>
            <a:r>
              <a:rPr lang="es-ES" sz="3200">
                <a:solidFill>
                  <a:schemeClr val="dk1"/>
                </a:solidFill>
                <a:latin typeface="Patrick Hand"/>
                <a:ea typeface="Patrick Hand"/>
                <a:cs typeface="Patrick Hand"/>
                <a:sym typeface="Patrick Hand"/>
              </a:rPr>
              <a:t>resta </a:t>
            </a:r>
            <a:r>
              <a:rPr b="0" i="0" lang="es-ES" sz="3200" u="none" cap="none" strike="noStrike">
                <a:solidFill>
                  <a:schemeClr val="dk1"/>
                </a:solidFill>
                <a:latin typeface="Patrick Hand"/>
                <a:ea typeface="Patrick Hand"/>
                <a:cs typeface="Patrick Hand"/>
                <a:sym typeface="Patrick Hand"/>
              </a:rPr>
              <a:t>representa?</a:t>
            </a:r>
            <a:endParaRPr sz="1900"/>
          </a:p>
        </p:txBody>
      </p:sp>
      <p:sp>
        <p:nvSpPr>
          <p:cNvPr id="381" name="Google Shape;381;g2aeda735e30_0_88"/>
          <p:cNvSpPr/>
          <p:nvPr/>
        </p:nvSpPr>
        <p:spPr>
          <a:xfrm>
            <a:off x="9463154" y="2358172"/>
            <a:ext cx="557100" cy="557100"/>
          </a:xfrm>
          <a:prstGeom prst="smileyFace">
            <a:avLst>
              <a:gd fmla="val 4653" name="adj"/>
            </a:avLst>
          </a:prstGeom>
          <a:solidFill>
            <a:srgbClr val="009F98"/>
          </a:solidFill>
          <a:ln cap="flat" cmpd="sng" w="25400">
            <a:solidFill>
              <a:schemeClr val="dk1"/>
            </a:solidFill>
            <a:prstDash val="solid"/>
            <a:round/>
            <a:headEnd len="sm" w="sm" type="none"/>
            <a:tailEnd len="sm" w="sm" type="none"/>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None/>
            </a:pPr>
            <a:r>
              <a:t/>
            </a:r>
            <a:endParaRPr b="0" i="0" sz="1900" u="none" cap="none" strike="noStrike">
              <a:solidFill>
                <a:schemeClr val="lt1"/>
              </a:solidFill>
              <a:latin typeface="Arial"/>
              <a:ea typeface="Arial"/>
              <a:cs typeface="Arial"/>
              <a:sym typeface="Arial"/>
            </a:endParaRPr>
          </a:p>
        </p:txBody>
      </p:sp>
      <p:sp>
        <p:nvSpPr>
          <p:cNvPr id="382" name="Google Shape;382;g2aeda735e30_0_88"/>
          <p:cNvSpPr/>
          <p:nvPr/>
        </p:nvSpPr>
        <p:spPr>
          <a:xfrm>
            <a:off x="10040587" y="2358172"/>
            <a:ext cx="557100" cy="557100"/>
          </a:xfrm>
          <a:prstGeom prst="smileyFace">
            <a:avLst>
              <a:gd fmla="val 4653" name="adj"/>
            </a:avLst>
          </a:prstGeom>
          <a:solidFill>
            <a:srgbClr val="009F98"/>
          </a:solidFill>
          <a:ln cap="flat" cmpd="sng" w="25400">
            <a:solidFill>
              <a:schemeClr val="dk1"/>
            </a:solidFill>
            <a:prstDash val="solid"/>
            <a:round/>
            <a:headEnd len="sm" w="sm" type="none"/>
            <a:tailEnd len="sm" w="sm" type="none"/>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None/>
            </a:pPr>
            <a:r>
              <a:t/>
            </a:r>
            <a:endParaRPr b="0" i="0" sz="1900" u="none" cap="none" strike="noStrike">
              <a:solidFill>
                <a:schemeClr val="lt1"/>
              </a:solidFill>
              <a:latin typeface="Arial"/>
              <a:ea typeface="Arial"/>
              <a:cs typeface="Arial"/>
              <a:sym typeface="Arial"/>
            </a:endParaRPr>
          </a:p>
        </p:txBody>
      </p:sp>
      <p:sp>
        <p:nvSpPr>
          <p:cNvPr id="383" name="Google Shape;383;g2aeda735e30_0_88"/>
          <p:cNvSpPr/>
          <p:nvPr/>
        </p:nvSpPr>
        <p:spPr>
          <a:xfrm>
            <a:off x="9741841" y="2847700"/>
            <a:ext cx="557100" cy="557100"/>
          </a:xfrm>
          <a:prstGeom prst="smileyFace">
            <a:avLst>
              <a:gd fmla="val 4653" name="adj"/>
            </a:avLst>
          </a:prstGeom>
          <a:solidFill>
            <a:srgbClr val="009F98"/>
          </a:solidFill>
          <a:ln cap="flat" cmpd="sng" w="25400">
            <a:solidFill>
              <a:schemeClr val="dk1"/>
            </a:solidFill>
            <a:prstDash val="solid"/>
            <a:round/>
            <a:headEnd len="sm" w="sm" type="none"/>
            <a:tailEnd len="sm" w="sm" type="none"/>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None/>
            </a:pPr>
            <a:r>
              <a:t/>
            </a:r>
            <a:endParaRPr b="0" i="0" sz="1900" u="none" cap="none" strike="noStrike">
              <a:solidFill>
                <a:schemeClr val="lt1"/>
              </a:solidFill>
              <a:latin typeface="Arial"/>
              <a:ea typeface="Arial"/>
              <a:cs typeface="Arial"/>
              <a:sym typeface="Arial"/>
            </a:endParaRPr>
          </a:p>
        </p:txBody>
      </p:sp>
      <p:sp>
        <p:nvSpPr>
          <p:cNvPr id="384" name="Google Shape;384;g2aeda735e30_0_88"/>
          <p:cNvSpPr/>
          <p:nvPr/>
        </p:nvSpPr>
        <p:spPr>
          <a:xfrm>
            <a:off x="10336838" y="2847700"/>
            <a:ext cx="557100" cy="557100"/>
          </a:xfrm>
          <a:prstGeom prst="smileyFace">
            <a:avLst>
              <a:gd fmla="val 4653" name="adj"/>
            </a:avLst>
          </a:prstGeom>
          <a:solidFill>
            <a:srgbClr val="009F98"/>
          </a:solidFill>
          <a:ln cap="flat" cmpd="sng" w="25400">
            <a:solidFill>
              <a:schemeClr val="dk1"/>
            </a:solidFill>
            <a:prstDash val="solid"/>
            <a:round/>
            <a:headEnd len="sm" w="sm" type="none"/>
            <a:tailEnd len="sm" w="sm" type="none"/>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None/>
            </a:pPr>
            <a:r>
              <a:t/>
            </a:r>
            <a:endParaRPr b="0" i="0" sz="1900" u="none" cap="none" strike="noStrike">
              <a:solidFill>
                <a:schemeClr val="lt1"/>
              </a:solidFill>
              <a:latin typeface="Arial"/>
              <a:ea typeface="Arial"/>
              <a:cs typeface="Arial"/>
              <a:sym typeface="Arial"/>
            </a:endParaRPr>
          </a:p>
        </p:txBody>
      </p:sp>
      <p:sp>
        <p:nvSpPr>
          <p:cNvPr id="385" name="Google Shape;385;g2aeda735e30_0_88"/>
          <p:cNvSpPr/>
          <p:nvPr/>
        </p:nvSpPr>
        <p:spPr>
          <a:xfrm>
            <a:off x="6356959" y="2358172"/>
            <a:ext cx="557100" cy="557100"/>
          </a:xfrm>
          <a:prstGeom prst="smileyFace">
            <a:avLst>
              <a:gd fmla="val 4653" name="adj"/>
            </a:avLst>
          </a:prstGeom>
          <a:solidFill>
            <a:srgbClr val="009F98"/>
          </a:solidFill>
          <a:ln cap="flat" cmpd="sng" w="25400">
            <a:solidFill>
              <a:schemeClr val="dk1"/>
            </a:solidFill>
            <a:prstDash val="solid"/>
            <a:round/>
            <a:headEnd len="sm" w="sm" type="none"/>
            <a:tailEnd len="sm" w="sm" type="none"/>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None/>
            </a:pPr>
            <a:r>
              <a:t/>
            </a:r>
            <a:endParaRPr b="0" i="0" sz="1900" u="none" cap="none" strike="noStrike">
              <a:solidFill>
                <a:schemeClr val="lt1"/>
              </a:solidFill>
              <a:latin typeface="Arial"/>
              <a:ea typeface="Arial"/>
              <a:cs typeface="Arial"/>
              <a:sym typeface="Arial"/>
            </a:endParaRPr>
          </a:p>
        </p:txBody>
      </p:sp>
      <p:sp>
        <p:nvSpPr>
          <p:cNvPr id="386" name="Google Shape;386;g2aeda735e30_0_88"/>
          <p:cNvSpPr/>
          <p:nvPr/>
        </p:nvSpPr>
        <p:spPr>
          <a:xfrm>
            <a:off x="6934393" y="2358172"/>
            <a:ext cx="557100" cy="557100"/>
          </a:xfrm>
          <a:prstGeom prst="smileyFace">
            <a:avLst>
              <a:gd fmla="val 4653" name="adj"/>
            </a:avLst>
          </a:prstGeom>
          <a:solidFill>
            <a:srgbClr val="009F98"/>
          </a:solidFill>
          <a:ln cap="flat" cmpd="sng" w="25400">
            <a:solidFill>
              <a:schemeClr val="dk1"/>
            </a:solidFill>
            <a:prstDash val="solid"/>
            <a:round/>
            <a:headEnd len="sm" w="sm" type="none"/>
            <a:tailEnd len="sm" w="sm" type="none"/>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None/>
            </a:pPr>
            <a:r>
              <a:t/>
            </a:r>
            <a:endParaRPr b="0" i="0" sz="1900" u="none" cap="none" strike="noStrike">
              <a:solidFill>
                <a:schemeClr val="lt1"/>
              </a:solidFill>
              <a:latin typeface="Arial"/>
              <a:ea typeface="Arial"/>
              <a:cs typeface="Arial"/>
              <a:sym typeface="Arial"/>
            </a:endParaRPr>
          </a:p>
        </p:txBody>
      </p:sp>
      <p:sp>
        <p:nvSpPr>
          <p:cNvPr id="387" name="Google Shape;387;g2aeda735e30_0_88"/>
          <p:cNvSpPr/>
          <p:nvPr/>
        </p:nvSpPr>
        <p:spPr>
          <a:xfrm>
            <a:off x="7491766" y="2358172"/>
            <a:ext cx="557100" cy="557100"/>
          </a:xfrm>
          <a:prstGeom prst="smileyFace">
            <a:avLst>
              <a:gd fmla="val 4653" name="adj"/>
            </a:avLst>
          </a:prstGeom>
          <a:solidFill>
            <a:srgbClr val="009F98"/>
          </a:solidFill>
          <a:ln cap="flat" cmpd="sng" w="25400">
            <a:solidFill>
              <a:schemeClr val="dk1"/>
            </a:solidFill>
            <a:prstDash val="solid"/>
            <a:round/>
            <a:headEnd len="sm" w="sm" type="none"/>
            <a:tailEnd len="sm" w="sm" type="none"/>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None/>
            </a:pPr>
            <a:r>
              <a:t/>
            </a:r>
            <a:endParaRPr b="0" i="0" sz="1900" u="none" cap="none" strike="noStrike">
              <a:solidFill>
                <a:schemeClr val="lt1"/>
              </a:solidFill>
              <a:latin typeface="Arial"/>
              <a:ea typeface="Arial"/>
              <a:cs typeface="Arial"/>
              <a:sym typeface="Arial"/>
            </a:endParaRPr>
          </a:p>
        </p:txBody>
      </p:sp>
      <p:sp>
        <p:nvSpPr>
          <p:cNvPr id="388" name="Google Shape;388;g2aeda735e30_0_88"/>
          <p:cNvSpPr/>
          <p:nvPr/>
        </p:nvSpPr>
        <p:spPr>
          <a:xfrm>
            <a:off x="6635646" y="2847700"/>
            <a:ext cx="557100" cy="557100"/>
          </a:xfrm>
          <a:prstGeom prst="smileyFace">
            <a:avLst>
              <a:gd fmla="val 4653" name="adj"/>
            </a:avLst>
          </a:prstGeom>
          <a:solidFill>
            <a:srgbClr val="009F98"/>
          </a:solidFill>
          <a:ln cap="flat" cmpd="sng" w="25400">
            <a:solidFill>
              <a:schemeClr val="dk1"/>
            </a:solidFill>
            <a:prstDash val="solid"/>
            <a:round/>
            <a:headEnd len="sm" w="sm" type="none"/>
            <a:tailEnd len="sm" w="sm" type="none"/>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None/>
            </a:pPr>
            <a:r>
              <a:t/>
            </a:r>
            <a:endParaRPr b="0" i="0" sz="1900" u="none" cap="none" strike="noStrike">
              <a:solidFill>
                <a:schemeClr val="lt1"/>
              </a:solidFill>
              <a:latin typeface="Arial"/>
              <a:ea typeface="Arial"/>
              <a:cs typeface="Arial"/>
              <a:sym typeface="Arial"/>
            </a:endParaRPr>
          </a:p>
        </p:txBody>
      </p:sp>
      <p:sp>
        <p:nvSpPr>
          <p:cNvPr id="389" name="Google Shape;389;g2aeda735e30_0_88"/>
          <p:cNvSpPr/>
          <p:nvPr/>
        </p:nvSpPr>
        <p:spPr>
          <a:xfrm>
            <a:off x="7230643" y="2847700"/>
            <a:ext cx="557100" cy="557100"/>
          </a:xfrm>
          <a:prstGeom prst="smileyFace">
            <a:avLst>
              <a:gd fmla="val 4653" name="adj"/>
            </a:avLst>
          </a:prstGeom>
          <a:solidFill>
            <a:srgbClr val="009F98"/>
          </a:solidFill>
          <a:ln cap="flat" cmpd="sng" w="25400">
            <a:solidFill>
              <a:schemeClr val="dk1"/>
            </a:solidFill>
            <a:prstDash val="solid"/>
            <a:round/>
            <a:headEnd len="sm" w="sm" type="none"/>
            <a:tailEnd len="sm" w="sm" type="none"/>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None/>
            </a:pPr>
            <a:r>
              <a:t/>
            </a:r>
            <a:endParaRPr b="0" i="0" sz="1900" u="none" cap="none" strike="noStrike">
              <a:solidFill>
                <a:schemeClr val="lt1"/>
              </a:solidFill>
              <a:latin typeface="Arial"/>
              <a:ea typeface="Arial"/>
              <a:cs typeface="Arial"/>
              <a:sym typeface="Arial"/>
            </a:endParaRPr>
          </a:p>
        </p:txBody>
      </p:sp>
      <p:sp>
        <p:nvSpPr>
          <p:cNvPr id="390" name="Google Shape;390;g2aeda735e30_0_88"/>
          <p:cNvSpPr/>
          <p:nvPr/>
        </p:nvSpPr>
        <p:spPr>
          <a:xfrm>
            <a:off x="8078697" y="2358172"/>
            <a:ext cx="557100" cy="557100"/>
          </a:xfrm>
          <a:prstGeom prst="smileyFace">
            <a:avLst>
              <a:gd fmla="val 4653" name="adj"/>
            </a:avLst>
          </a:prstGeom>
          <a:solidFill>
            <a:srgbClr val="009F98"/>
          </a:solidFill>
          <a:ln cap="flat" cmpd="sng" w="25400">
            <a:solidFill>
              <a:schemeClr val="dk1"/>
            </a:solidFill>
            <a:prstDash val="solid"/>
            <a:round/>
            <a:headEnd len="sm" w="sm" type="none"/>
            <a:tailEnd len="sm" w="sm" type="none"/>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None/>
            </a:pPr>
            <a:r>
              <a:t/>
            </a:r>
            <a:endParaRPr b="0" i="0" sz="1900" u="none" cap="none" strike="noStrike">
              <a:solidFill>
                <a:schemeClr val="lt1"/>
              </a:solidFill>
              <a:latin typeface="Arial"/>
              <a:ea typeface="Arial"/>
              <a:cs typeface="Arial"/>
              <a:sym typeface="Arial"/>
            </a:endParaRPr>
          </a:p>
        </p:txBody>
      </p:sp>
      <p:sp>
        <p:nvSpPr>
          <p:cNvPr id="391" name="Google Shape;391;g2aeda735e30_0_88"/>
          <p:cNvSpPr/>
          <p:nvPr/>
        </p:nvSpPr>
        <p:spPr>
          <a:xfrm>
            <a:off x="7800010" y="2847700"/>
            <a:ext cx="557100" cy="557100"/>
          </a:xfrm>
          <a:prstGeom prst="smileyFace">
            <a:avLst>
              <a:gd fmla="val 4653" name="adj"/>
            </a:avLst>
          </a:prstGeom>
          <a:solidFill>
            <a:srgbClr val="009F98"/>
          </a:solidFill>
          <a:ln cap="flat" cmpd="sng" w="25400">
            <a:solidFill>
              <a:schemeClr val="dk1"/>
            </a:solidFill>
            <a:prstDash val="solid"/>
            <a:round/>
            <a:headEnd len="sm" w="sm" type="none"/>
            <a:tailEnd len="sm" w="sm" type="none"/>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None/>
            </a:pPr>
            <a:r>
              <a:t/>
            </a:r>
            <a:endParaRPr b="0" i="0" sz="1900" u="none" cap="none" strike="noStrike">
              <a:solidFill>
                <a:schemeClr val="lt1"/>
              </a:solidFill>
              <a:latin typeface="Arial"/>
              <a:ea typeface="Arial"/>
              <a:cs typeface="Arial"/>
              <a:sym typeface="Arial"/>
            </a:endParaRPr>
          </a:p>
        </p:txBody>
      </p:sp>
      <p:sp>
        <p:nvSpPr>
          <p:cNvPr id="392" name="Google Shape;392;g2aeda735e30_0_88"/>
          <p:cNvSpPr txBox="1"/>
          <p:nvPr/>
        </p:nvSpPr>
        <p:spPr>
          <a:xfrm>
            <a:off x="8694706" y="2510833"/>
            <a:ext cx="709500" cy="615600"/>
          </a:xfrm>
          <a:prstGeom prst="rect">
            <a:avLst/>
          </a:prstGeom>
          <a:noFill/>
          <a:ln>
            <a:noFill/>
          </a:ln>
        </p:spPr>
        <p:txBody>
          <a:bodyPr anchorCtr="0" anchor="t" bIns="60925" lIns="121900" spcFirstLastPara="1" rIns="121900" wrap="square" tIns="60925">
            <a:spAutoFit/>
          </a:bodyPr>
          <a:lstStyle/>
          <a:p>
            <a:pPr indent="0" lvl="0" marL="0" marR="0" rtl="0" algn="ctr">
              <a:lnSpc>
                <a:spcPct val="100000"/>
              </a:lnSpc>
              <a:spcBef>
                <a:spcPts val="0"/>
              </a:spcBef>
              <a:spcAft>
                <a:spcPts val="0"/>
              </a:spcAft>
              <a:buNone/>
            </a:pPr>
            <a:r>
              <a:rPr b="0" i="0" lang="es-ES" sz="3200" u="none" cap="none" strike="noStrike">
                <a:solidFill>
                  <a:schemeClr val="dk1"/>
                </a:solidFill>
                <a:latin typeface="Patrick Hand"/>
                <a:ea typeface="Patrick Hand"/>
                <a:cs typeface="Patrick Hand"/>
                <a:sym typeface="Patrick Hand"/>
              </a:rPr>
              <a:t>=</a:t>
            </a:r>
            <a:endParaRPr sz="1900"/>
          </a:p>
        </p:txBody>
      </p:sp>
      <p:sp>
        <p:nvSpPr>
          <p:cNvPr id="393" name="Google Shape;393;g2aeda735e30_0_88"/>
          <p:cNvSpPr txBox="1"/>
          <p:nvPr/>
        </p:nvSpPr>
        <p:spPr>
          <a:xfrm>
            <a:off x="-481443" y="1392533"/>
            <a:ext cx="6096000" cy="708000"/>
          </a:xfrm>
          <a:prstGeom prst="rect">
            <a:avLst/>
          </a:prstGeom>
          <a:noFill/>
          <a:ln>
            <a:noFill/>
          </a:ln>
        </p:spPr>
        <p:txBody>
          <a:bodyPr anchorCtr="0" anchor="t" bIns="60925" lIns="121900" spcFirstLastPara="1" rIns="121900" wrap="square" tIns="60925">
            <a:spAutoFit/>
          </a:bodyPr>
          <a:lstStyle/>
          <a:p>
            <a:pPr indent="0" lvl="0" marL="0" marR="0" rtl="0" algn="ctr">
              <a:lnSpc>
                <a:spcPct val="100000"/>
              </a:lnSpc>
              <a:spcBef>
                <a:spcPts val="0"/>
              </a:spcBef>
              <a:spcAft>
                <a:spcPts val="0"/>
              </a:spcAft>
              <a:buNone/>
            </a:pPr>
            <a:r>
              <a:rPr b="1" i="0" lang="es-ES" sz="1900" u="none" cap="none" strike="noStrike">
                <a:solidFill>
                  <a:srgbClr val="000000"/>
                </a:solidFill>
                <a:latin typeface="Calibri"/>
                <a:ea typeface="Calibri"/>
                <a:cs typeface="Calibri"/>
                <a:sym typeface="Calibri"/>
              </a:rPr>
              <a:t>RESPONDER ACÁ:</a:t>
            </a:r>
            <a:endParaRPr sz="1900"/>
          </a:p>
          <a:p>
            <a:pPr indent="0" lvl="0" marL="0" marR="0" rtl="0" algn="ctr">
              <a:lnSpc>
                <a:spcPct val="100000"/>
              </a:lnSpc>
              <a:spcBef>
                <a:spcPts val="0"/>
              </a:spcBef>
              <a:spcAft>
                <a:spcPts val="0"/>
              </a:spcAft>
              <a:buNone/>
            </a:pPr>
            <a:r>
              <a:rPr b="1" lang="es-ES" sz="1900" u="sng">
                <a:solidFill>
                  <a:schemeClr val="hlink"/>
                </a:solidFill>
                <a:latin typeface="Calibri"/>
                <a:ea typeface="Calibri"/>
                <a:cs typeface="Calibri"/>
                <a:sym typeface="Calibri"/>
                <a:hlinkClick r:id="rId3"/>
              </a:rPr>
              <a:t>https://forms.gle/22uvaMUVxSgHd9bV9</a:t>
            </a:r>
            <a:r>
              <a:rPr b="1" lang="es-ES" sz="1900">
                <a:latin typeface="Calibri"/>
                <a:ea typeface="Calibri"/>
                <a:cs typeface="Calibri"/>
                <a:sym typeface="Calibri"/>
              </a:rPr>
              <a:t> </a:t>
            </a:r>
            <a:endParaRPr sz="1900"/>
          </a:p>
        </p:txBody>
      </p:sp>
      <p:cxnSp>
        <p:nvCxnSpPr>
          <p:cNvPr id="394" name="Google Shape;394;g2aeda735e30_0_88"/>
          <p:cNvCxnSpPr>
            <a:stCxn id="385" idx="3"/>
          </p:cNvCxnSpPr>
          <p:nvPr/>
        </p:nvCxnSpPr>
        <p:spPr>
          <a:xfrm flipH="1" rot="10800000">
            <a:off x="6438545" y="2439787"/>
            <a:ext cx="393900" cy="393900"/>
          </a:xfrm>
          <a:prstGeom prst="straightConnector1">
            <a:avLst/>
          </a:prstGeom>
          <a:noFill/>
          <a:ln cap="flat" cmpd="sng" w="38100">
            <a:solidFill>
              <a:srgbClr val="FF0000"/>
            </a:solidFill>
            <a:prstDash val="solid"/>
            <a:round/>
            <a:headEnd len="med" w="med" type="none"/>
            <a:tailEnd len="med" w="med" type="none"/>
          </a:ln>
        </p:spPr>
      </p:cxnSp>
      <p:cxnSp>
        <p:nvCxnSpPr>
          <p:cNvPr id="395" name="Google Shape;395;g2aeda735e30_0_88"/>
          <p:cNvCxnSpPr/>
          <p:nvPr/>
        </p:nvCxnSpPr>
        <p:spPr>
          <a:xfrm flipH="1" rot="10800000">
            <a:off x="6717259" y="2953372"/>
            <a:ext cx="393900" cy="393900"/>
          </a:xfrm>
          <a:prstGeom prst="straightConnector1">
            <a:avLst/>
          </a:prstGeom>
          <a:noFill/>
          <a:ln cap="flat" cmpd="sng" w="38100">
            <a:solidFill>
              <a:srgbClr val="FF0000"/>
            </a:solidFill>
            <a:prstDash val="solid"/>
            <a:round/>
            <a:headEnd len="med" w="med" type="none"/>
            <a:tailEnd len="med" w="med" type="none"/>
          </a:ln>
        </p:spPr>
      </p:cxnSp>
      <p:cxnSp>
        <p:nvCxnSpPr>
          <p:cNvPr id="396" name="Google Shape;396;g2aeda735e30_0_88"/>
          <p:cNvCxnSpPr/>
          <p:nvPr/>
        </p:nvCxnSpPr>
        <p:spPr>
          <a:xfrm flipH="1" rot="10800000">
            <a:off x="8172893" y="2439872"/>
            <a:ext cx="393900" cy="393900"/>
          </a:xfrm>
          <a:prstGeom prst="straightConnector1">
            <a:avLst/>
          </a:prstGeom>
          <a:noFill/>
          <a:ln cap="flat" cmpd="sng" w="38100">
            <a:solidFill>
              <a:srgbClr val="FF0000"/>
            </a:solidFill>
            <a:prstDash val="solid"/>
            <a:round/>
            <a:headEnd len="med" w="med" type="none"/>
            <a:tailEnd len="med" w="med" type="none"/>
          </a:ln>
        </p:spPr>
      </p:cxnSp>
      <p:pic>
        <p:nvPicPr>
          <p:cNvPr id="397" name="Google Shape;397;g2aeda735e30_0_88"/>
          <p:cNvPicPr preferRelativeResize="0"/>
          <p:nvPr/>
        </p:nvPicPr>
        <p:blipFill rotWithShape="1">
          <a:blip r:embed="rId4">
            <a:alphaModFix/>
          </a:blip>
          <a:srcRect b="8519" l="8519" r="8519" t="8519"/>
          <a:stretch/>
        </p:blipFill>
        <p:spPr>
          <a:xfrm>
            <a:off x="544000" y="2090133"/>
            <a:ext cx="2269266" cy="2269266"/>
          </a:xfrm>
          <a:prstGeom prst="rect">
            <a:avLst/>
          </a:prstGeom>
          <a:noFill/>
          <a:ln>
            <a:noFill/>
          </a:ln>
        </p:spPr>
      </p:pic>
      <p:pic>
        <p:nvPicPr>
          <p:cNvPr id="398" name="Google Shape;398;g2aeda735e30_0_88"/>
          <p:cNvPicPr preferRelativeResize="0"/>
          <p:nvPr/>
        </p:nvPicPr>
        <p:blipFill>
          <a:blip r:embed="rId5">
            <a:alphaModFix/>
          </a:blip>
          <a:stretch>
            <a:fillRect/>
          </a:stretch>
        </p:blipFill>
        <p:spPr>
          <a:xfrm>
            <a:off x="11038375" y="488812"/>
            <a:ext cx="975700" cy="102917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2023-06-14T18:49:54Z</dcterms:created>
  <dc:creator>Antonia  Hola</dc:creator>
</cp:coreProperties>
</file>