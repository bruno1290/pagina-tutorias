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Patrick Hand"/>
      <p:regular r:id="rId22"/>
    </p:embeddedFont>
    <p:embeddedFont>
      <p:font typeface="Poppins"/>
      <p:regular r:id="rId23"/>
      <p:bold r:id="rId24"/>
      <p:italic r:id="rId25"/>
      <p:boldItalic r:id="rId26"/>
    </p:embeddedFont>
    <p:embeddedFont>
      <p:font typeface="Poppins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hS8N8qxXoSlCMyNx7W+8ko1ZAy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55AC65-8D8A-439F-A6B9-848FC92AE536}">
  <a:tblStyle styleId="{F155AC65-8D8A-439F-A6B9-848FC92AE53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atrickHand-regular.fntdata"/><Relationship Id="rId21" Type="http://schemas.openxmlformats.org/officeDocument/2006/relationships/slide" Target="slides/slide15.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PoppinsLight-bold.fntdata"/><Relationship Id="rId27" Type="http://schemas.openxmlformats.org/officeDocument/2006/relationships/font" Target="fonts/Poppins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Light-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PoppinsLigh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d5b26d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d5b26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d5b26d8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d5b26d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d5b26d8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d5b26d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1a11442b9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1a11442b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3bcd063ad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3bcd063ad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ES"/>
              <a:t>¡RECUERDA! En las sesiones 2 y 4 de esta hoja de ruta encontrarás actividades para trabajar estos conceptos.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7441296518_1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27441296518_1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7490bc1dd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27490bc1dd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7490bc1ddc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27490bc1ddc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7441296518_1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27441296518_1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b51c657a7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g2b51c657a7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aee05cfbbe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463" name="Google Shape;463;g2aee05cfbbe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b51c657a72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g2b51c657a72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ee05cfbbe_0_15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ee05cfbbe_0_15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ee05cfbbe_0_159"/>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ee05cfbbe_0_159"/>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ee05cfbbe_0_159"/>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ee05cfbbe_0_16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ee05cfbbe_0_16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ee05cfbbe_0_16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ee05cfbbe_0_169"/>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ee05cfbbe_0_16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ee05cfbbe_0_17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ee05cfbbe_0_172"/>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ee05cfbbe_0_172"/>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ee05cfbbe_0_17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ee05cfbbe_0_17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ee05cfbbe_0_1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ee05cfbbe_0_18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ee05cfbbe_0_18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ee05cfbbe_0_18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ee05cfbbe_0_18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ee05cfbbe_0_18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ee05cfbbe_0_18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ee05cfbbe_0_18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ee05cfbbe_0_18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ee05cfbbe_0_18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ee05cfbbe_0_18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ee05cfbbe_0_19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ee05cfbbe_0_19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ee05cfbbe_0_19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ee05cfbbe_0_19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ee05cfbbe_0_1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ee05cfbbe_0_20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ee05cfbbe_0_15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ee05cfbbe_0_15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ee05cfbbe_0_15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hyperlink" Target="http://www.youtube.com/watch?v=x2_Iq1UDrSs" TargetMode="External"/><Relationship Id="rId5" Type="http://schemas.openxmlformats.org/officeDocument/2006/relationships/image" Target="../media/image16.jp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forms.gle/6LG5h3TqFJgRvXsE6" TargetMode="External"/><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19.png"/><Relationship Id="rId8"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hyperlink" Target="http://www.youtube.com/watch?v=N-WsPc82oFA" TargetMode="External"/><Relationship Id="rId5" Type="http://schemas.openxmlformats.org/officeDocument/2006/relationships/image" Target="../media/image20.jp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03875" y="564331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d5b26d8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d5b26d8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d5b26d8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Enseñar el procedimiento de resta con desagrupación en números de tres dígitos, siguiendo</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un enfoque paso a paso para comprender cómo y cuándo hacerlo.</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d5b26d8_0_0"/>
          <p:cNvSpPr txBox="1"/>
          <p:nvPr/>
        </p:nvSpPr>
        <p:spPr>
          <a:xfrm>
            <a:off x="1158250" y="3097300"/>
            <a:ext cx="4698900" cy="23157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Enseñar el procedimiento de resta con desagrupación para números de tres dígitos.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d5b26d8_0_0"/>
          <p:cNvSpPr txBox="1"/>
          <p:nvPr/>
        </p:nvSpPr>
        <p:spPr>
          <a:xfrm>
            <a:off x="6376050" y="3097175"/>
            <a:ext cx="4698900" cy="23157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Resta de tres dígitos.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Desagrupación en centenas y decenas.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d5b26d8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d5b26d8_0_0"/>
          <p:cNvPicPr preferRelativeResize="0"/>
          <p:nvPr/>
        </p:nvPicPr>
        <p:blipFill>
          <a:blip r:embed="rId3">
            <a:alphaModFix/>
          </a:blip>
          <a:stretch>
            <a:fillRect/>
          </a:stretch>
        </p:blipFill>
        <p:spPr>
          <a:xfrm>
            <a:off x="10950575"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d5b26d8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d5b26d8_0_10"/>
          <p:cNvSpPr txBox="1"/>
          <p:nvPr/>
        </p:nvSpPr>
        <p:spPr>
          <a:xfrm>
            <a:off x="938750" y="2131575"/>
            <a:ext cx="10402500" cy="10097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esta sesión avanzarán en la complejidad de las restas al utilizar números de tres dígitos, donde además deberán desagrupar.</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Deberás explicar que, al restar números de tres dígitos, es </a:t>
            </a:r>
            <a:r>
              <a:rPr b="1" lang="es-ES">
                <a:latin typeface="Poppins"/>
                <a:ea typeface="Poppins"/>
                <a:cs typeface="Poppins"/>
                <a:sym typeface="Poppins"/>
              </a:rPr>
              <a:t>posible que necesiten desagrupar en varias columnas</a:t>
            </a:r>
            <a:r>
              <a:rPr lang="es-ES">
                <a:latin typeface="Poppins"/>
                <a:ea typeface="Poppins"/>
                <a:cs typeface="Poppins"/>
                <a:sym typeface="Poppins"/>
              </a:rPr>
              <a:t>. Comienza </a:t>
            </a:r>
            <a:r>
              <a:rPr b="1" lang="es-ES">
                <a:latin typeface="Poppins"/>
                <a:ea typeface="Poppins"/>
                <a:cs typeface="Poppins"/>
                <a:sym typeface="Poppins"/>
              </a:rPr>
              <a:t>repasando el concepto de desagrupación</a:t>
            </a:r>
            <a:r>
              <a:rPr lang="es-ES">
                <a:latin typeface="Poppins"/>
                <a:ea typeface="Poppins"/>
                <a:cs typeface="Poppins"/>
                <a:sym typeface="Poppins"/>
              </a:rPr>
              <a:t> con ejemplos sencillos para reforzar esta idea antes de realizar el problema de la diapositiva 4.</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Luego trabajen juntos en el ejercicio guiado de la diapositiva 4, donde él observe cada paso del proceso: primero las unidades, luego las decenas y finalmente las centenas, desagrupando cuando sea necesario. Usa el problema proporcionado para ilustrar cómo y cuándo ocurre la desagrupación.</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Tras revisar junto a tu estudiante una cantidad de ejercicios que consideres adecuada según su nivel de aprendizaje, pídele que resuelva uno por sí solo, describiéndote en voz alta cómo aborda el problema. Recálcale que </a:t>
            </a:r>
            <a:r>
              <a:rPr b="1" lang="es-ES">
                <a:latin typeface="Poppins"/>
                <a:ea typeface="Poppins"/>
                <a:cs typeface="Poppins"/>
                <a:sym typeface="Poppins"/>
              </a:rPr>
              <a:t>no importa la cantidad de pasos que tome para resolverlo</a:t>
            </a:r>
            <a:r>
              <a:rPr lang="es-ES">
                <a:latin typeface="Poppins"/>
                <a:ea typeface="Poppins"/>
                <a:cs typeface="Poppins"/>
                <a:sym typeface="Poppins"/>
              </a:rPr>
              <a:t>, sino que </a:t>
            </a:r>
            <a:r>
              <a:rPr b="1" lang="es-ES">
                <a:latin typeface="Poppins"/>
                <a:ea typeface="Poppins"/>
                <a:cs typeface="Poppins"/>
                <a:sym typeface="Poppins"/>
              </a:rPr>
              <a:t>comprenda lo que hace.</a:t>
            </a:r>
            <a:endParaRPr b="1">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d5b26d8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d5b26d8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d5b26d8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d5b26d8_0_10"/>
          <p:cNvPicPr preferRelativeResize="0"/>
          <p:nvPr/>
        </p:nvPicPr>
        <p:blipFill>
          <a:blip r:embed="rId3">
            <a:alphaModFix/>
          </a:blip>
          <a:stretch>
            <a:fillRect/>
          </a:stretch>
        </p:blipFill>
        <p:spPr>
          <a:xfrm>
            <a:off x="10950575"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d5b26d8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d5b26d8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que invente un ejemplo de resta de tres dígitos y luego intente resolverlo, explicando cada paso del proceso a un familiar o amigo. Esto le ayudará a consolidar su comprensión y practicar el proceso en un contexto diferente.</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d5b26d8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haces si no puedes restar las unidades directamente?</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¿Cómo desagruparías una centena para ayudar en la resta de unidades?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¿Qué pasos sigues para realizar una resta de tres dígitos con desagrupación?</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d5b26d8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d5b26d8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d5b26d8_0_19"/>
          <p:cNvPicPr preferRelativeResize="0"/>
          <p:nvPr/>
        </p:nvPicPr>
        <p:blipFill>
          <a:blip r:embed="rId3">
            <a:alphaModFix/>
          </a:blip>
          <a:stretch>
            <a:fillRect/>
          </a:stretch>
        </p:blipFill>
        <p:spPr>
          <a:xfrm>
            <a:off x="10950575"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69" name="Google Shape;169;p2"/>
          <p:cNvPicPr preferRelativeResize="0"/>
          <p:nvPr/>
        </p:nvPicPr>
        <p:blipFill>
          <a:blip r:embed="rId4">
            <a:alphaModFix/>
          </a:blip>
          <a:stretch>
            <a:fillRect/>
          </a:stretch>
        </p:blipFill>
        <p:spPr>
          <a:xfrm>
            <a:off x="11039400" y="523468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31a11442b9_0_8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31a11442b9_0_8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31a11442b9_0_88"/>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77" name="Google Shape;177;g331a11442b9_0_88"/>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78" name="Google Shape;178;g331a11442b9_0_88"/>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79" name="Google Shape;179;g331a11442b9_0_88"/>
          <p:cNvPicPr preferRelativeResize="0"/>
          <p:nvPr/>
        </p:nvPicPr>
        <p:blipFill>
          <a:blip r:embed="rId8">
            <a:alphaModFix/>
          </a:blip>
          <a:stretch>
            <a:fillRect/>
          </a:stretch>
        </p:blipFill>
        <p:spPr>
          <a:xfrm>
            <a:off x="11039400" y="523468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3bcd063adf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85" name="Google Shape;185;g23bcd063adf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86" name="Google Shape;186;g23bcd063adf_0_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pic>
        <p:nvPicPr>
          <p:cNvPr id="187" name="Google Shape;187;g23bcd063adf_0_0"/>
          <p:cNvPicPr preferRelativeResize="0"/>
          <p:nvPr/>
        </p:nvPicPr>
        <p:blipFill rotWithShape="1">
          <a:blip r:embed="rId4">
            <a:alphaModFix/>
          </a:blip>
          <a:srcRect b="0" l="0" r="0" t="0"/>
          <a:stretch/>
        </p:blipFill>
        <p:spPr>
          <a:xfrm>
            <a:off x="5963975" y="2540650"/>
            <a:ext cx="510875" cy="3714575"/>
          </a:xfrm>
          <a:prstGeom prst="rect">
            <a:avLst/>
          </a:prstGeom>
          <a:noFill/>
          <a:ln>
            <a:noFill/>
          </a:ln>
        </p:spPr>
      </p:pic>
      <p:pic>
        <p:nvPicPr>
          <p:cNvPr id="188" name="Google Shape;188;g23bcd063adf_0_0"/>
          <p:cNvPicPr preferRelativeResize="0"/>
          <p:nvPr/>
        </p:nvPicPr>
        <p:blipFill rotWithShape="1">
          <a:blip r:embed="rId5">
            <a:alphaModFix/>
          </a:blip>
          <a:srcRect b="0" l="0" r="0" t="0"/>
          <a:stretch/>
        </p:blipFill>
        <p:spPr>
          <a:xfrm>
            <a:off x="8429075" y="3146550"/>
            <a:ext cx="1236075" cy="864200"/>
          </a:xfrm>
          <a:prstGeom prst="rect">
            <a:avLst/>
          </a:prstGeom>
          <a:noFill/>
          <a:ln>
            <a:noFill/>
          </a:ln>
        </p:spPr>
      </p:pic>
      <p:sp>
        <p:nvSpPr>
          <p:cNvPr id="189" name="Google Shape;189;g23bcd063adf_0_0"/>
          <p:cNvSpPr txBox="1"/>
          <p:nvPr/>
        </p:nvSpPr>
        <p:spPr>
          <a:xfrm>
            <a:off x="5429075" y="1604688"/>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decena</a:t>
            </a:r>
            <a:endParaRPr b="0" i="0" sz="2400" u="none" cap="none" strike="noStrike">
              <a:solidFill>
                <a:srgbClr val="000000"/>
              </a:solidFill>
              <a:latin typeface="Arial"/>
              <a:ea typeface="Arial"/>
              <a:cs typeface="Arial"/>
              <a:sym typeface="Arial"/>
            </a:endParaRPr>
          </a:p>
        </p:txBody>
      </p:sp>
      <p:sp>
        <p:nvSpPr>
          <p:cNvPr id="190" name="Google Shape;190;g23bcd063adf_0_0"/>
          <p:cNvSpPr txBox="1"/>
          <p:nvPr/>
        </p:nvSpPr>
        <p:spPr>
          <a:xfrm>
            <a:off x="8168375" y="160470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unidad</a:t>
            </a:r>
            <a:endParaRPr b="0" i="0" sz="2400" u="none" cap="none" strike="noStrike">
              <a:solidFill>
                <a:srgbClr val="000000"/>
              </a:solidFill>
              <a:latin typeface="Arial"/>
              <a:ea typeface="Arial"/>
              <a:cs typeface="Arial"/>
              <a:sym typeface="Arial"/>
            </a:endParaRPr>
          </a:p>
        </p:txBody>
      </p:sp>
      <p:sp>
        <p:nvSpPr>
          <p:cNvPr id="191" name="Google Shape;191;g23bcd063adf_0_0"/>
          <p:cNvSpPr txBox="1"/>
          <p:nvPr/>
        </p:nvSpPr>
        <p:spPr>
          <a:xfrm>
            <a:off x="1286325" y="319975"/>
            <a:ext cx="109023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Representación  de n° por medio de bloques multibase</a:t>
            </a:r>
            <a:endParaRPr b="0" i="0" sz="2400" u="none" cap="none" strike="noStrike">
              <a:solidFill>
                <a:srgbClr val="000000"/>
              </a:solidFill>
              <a:latin typeface="Arial"/>
              <a:ea typeface="Arial"/>
              <a:cs typeface="Arial"/>
              <a:sym typeface="Arial"/>
            </a:endParaRPr>
          </a:p>
        </p:txBody>
      </p:sp>
      <p:pic>
        <p:nvPicPr>
          <p:cNvPr id="192" name="Google Shape;192;g23bcd063adf_0_0"/>
          <p:cNvPicPr preferRelativeResize="0"/>
          <p:nvPr/>
        </p:nvPicPr>
        <p:blipFill rotWithShape="1">
          <a:blip r:embed="rId6">
            <a:alphaModFix/>
          </a:blip>
          <a:srcRect b="0" l="0" r="0" t="0"/>
          <a:stretch/>
        </p:blipFill>
        <p:spPr>
          <a:xfrm>
            <a:off x="1286319" y="2758914"/>
            <a:ext cx="3303099" cy="3278036"/>
          </a:xfrm>
          <a:prstGeom prst="rect">
            <a:avLst/>
          </a:prstGeom>
          <a:noFill/>
          <a:ln>
            <a:noFill/>
          </a:ln>
        </p:spPr>
      </p:pic>
      <p:sp>
        <p:nvSpPr>
          <p:cNvPr id="193" name="Google Shape;193;g23bcd063adf_0_0"/>
          <p:cNvSpPr txBox="1"/>
          <p:nvPr/>
        </p:nvSpPr>
        <p:spPr>
          <a:xfrm>
            <a:off x="1814900" y="1690813"/>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centena</a:t>
            </a:r>
            <a:endParaRPr b="0" i="0" sz="2400" u="none" cap="none" strike="noStrike">
              <a:solidFill>
                <a:srgbClr val="000000"/>
              </a:solidFill>
              <a:latin typeface="Arial"/>
              <a:ea typeface="Arial"/>
              <a:cs typeface="Arial"/>
              <a:sym typeface="Arial"/>
            </a:endParaRPr>
          </a:p>
        </p:txBody>
      </p:sp>
      <p:pic>
        <p:nvPicPr>
          <p:cNvPr id="194" name="Google Shape;194;g23bcd063adf_0_0"/>
          <p:cNvPicPr preferRelativeResize="0"/>
          <p:nvPr/>
        </p:nvPicPr>
        <p:blipFill>
          <a:blip r:embed="rId7">
            <a:alphaModFix/>
          </a:blip>
          <a:stretch>
            <a:fillRect/>
          </a:stretch>
        </p:blipFill>
        <p:spPr>
          <a:xfrm>
            <a:off x="11039400" y="523468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Forma&#10;&#10;Descripción generada automáticamente con confianza media" id="199" name="Google Shape;199;g27441296518_1_94"/>
          <p:cNvPicPr preferRelativeResize="0"/>
          <p:nvPr>
            <p:ph idx="1" type="body"/>
          </p:nvPr>
        </p:nvPicPr>
        <p:blipFill rotWithShape="1">
          <a:blip r:embed="rId3">
            <a:alphaModFix/>
          </a:blip>
          <a:srcRect b="0" l="0" r="0" t="0"/>
          <a:stretch/>
        </p:blipFill>
        <p:spPr>
          <a:xfrm>
            <a:off x="-607" y="-37950"/>
            <a:ext cx="12192000" cy="6858000"/>
          </a:xfrm>
          <a:prstGeom prst="rect">
            <a:avLst/>
          </a:prstGeom>
          <a:noFill/>
          <a:ln>
            <a:noFill/>
          </a:ln>
        </p:spPr>
      </p:pic>
      <p:graphicFrame>
        <p:nvGraphicFramePr>
          <p:cNvPr id="200" name="Google Shape;200;g27441296518_1_94"/>
          <p:cNvGraphicFramePr/>
          <p:nvPr/>
        </p:nvGraphicFramePr>
        <p:xfrm>
          <a:off x="187250" y="668725"/>
          <a:ext cx="3000000" cy="3000000"/>
        </p:xfrm>
        <a:graphic>
          <a:graphicData uri="http://schemas.openxmlformats.org/drawingml/2006/table">
            <a:tbl>
              <a:tblPr>
                <a:noFill/>
                <a:tableStyleId>{F155AC65-8D8A-439F-A6B9-848FC92AE536}</a:tableStyleId>
              </a:tblPr>
              <a:tblGrid>
                <a:gridCol w="1681225"/>
                <a:gridCol w="2782825"/>
                <a:gridCol w="2232025"/>
              </a:tblGrid>
              <a:tr h="4712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068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r h="1068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009287"/>
                      </a:solidFill>
                      <a:prstDash val="solid"/>
                      <a:round/>
                      <a:headEnd len="sm" w="sm" type="none"/>
                      <a:tailEnd len="sm" w="sm" type="none"/>
                    </a:lnL>
                    <a:lnR cap="flat" cmpd="sng" w="28575">
                      <a:solidFill>
                        <a:srgbClr val="009287"/>
                      </a:solidFill>
                      <a:prstDash val="solid"/>
                      <a:round/>
                      <a:headEnd len="sm" w="sm" type="none"/>
                      <a:tailEnd len="sm" w="sm" type="none"/>
                    </a:lnR>
                    <a:lnT cap="flat" cmpd="sng" w="28575">
                      <a:solidFill>
                        <a:srgbClr val="009287"/>
                      </a:solidFill>
                      <a:prstDash val="solid"/>
                      <a:round/>
                      <a:headEnd len="sm" w="sm" type="none"/>
                      <a:tailEnd len="sm" w="sm" type="none"/>
                    </a:lnT>
                    <a:lnB cap="flat" cmpd="sng" w="28575">
                      <a:solidFill>
                        <a:srgbClr val="009287"/>
                      </a:solidFill>
                      <a:prstDash val="solid"/>
                      <a:round/>
                      <a:headEnd len="sm" w="sm" type="none"/>
                      <a:tailEnd len="sm" w="sm" type="none"/>
                    </a:lnB>
                  </a:tcPr>
                </a:tc>
              </a:tr>
            </a:tbl>
          </a:graphicData>
        </a:graphic>
      </p:graphicFrame>
      <p:pic>
        <p:nvPicPr>
          <p:cNvPr id="201" name="Google Shape;201;g27441296518_1_94"/>
          <p:cNvPicPr preferRelativeResize="0"/>
          <p:nvPr/>
        </p:nvPicPr>
        <p:blipFill rotWithShape="1">
          <a:blip r:embed="rId4">
            <a:alphaModFix/>
          </a:blip>
          <a:srcRect b="0" l="0" r="0" t="0"/>
          <a:stretch/>
        </p:blipFill>
        <p:spPr>
          <a:xfrm>
            <a:off x="3216851" y="1580965"/>
            <a:ext cx="220307" cy="1885691"/>
          </a:xfrm>
          <a:prstGeom prst="rect">
            <a:avLst/>
          </a:prstGeom>
          <a:noFill/>
          <a:ln>
            <a:noFill/>
          </a:ln>
        </p:spPr>
      </p:pic>
      <p:sp>
        <p:nvSpPr>
          <p:cNvPr id="202" name="Google Shape;202;g27441296518_1_94"/>
          <p:cNvSpPr txBox="1"/>
          <p:nvPr/>
        </p:nvSpPr>
        <p:spPr>
          <a:xfrm>
            <a:off x="8776250" y="1829825"/>
            <a:ext cx="2250600" cy="32631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2   3  4</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8  5</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4  9</a:t>
            </a:r>
            <a:endParaRPr b="0" i="0" sz="4000" u="none" cap="none" strike="noStrike">
              <a:solidFill>
                <a:schemeClr val="dk1"/>
              </a:solidFill>
              <a:latin typeface="Patrick Hand"/>
              <a:ea typeface="Patrick Hand"/>
              <a:cs typeface="Patrick Hand"/>
              <a:sym typeface="Patrick Hand"/>
            </a:endParaRPr>
          </a:p>
        </p:txBody>
      </p:sp>
      <p:sp>
        <p:nvSpPr>
          <p:cNvPr id="203" name="Google Shape;203;g27441296518_1_94"/>
          <p:cNvSpPr txBox="1"/>
          <p:nvPr/>
        </p:nvSpPr>
        <p:spPr>
          <a:xfrm>
            <a:off x="5356700" y="251125"/>
            <a:ext cx="7779900" cy="708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400" u="none" cap="none" strike="noStrike">
                <a:solidFill>
                  <a:schemeClr val="dk1"/>
                </a:solidFill>
                <a:latin typeface="Patrick Hand"/>
                <a:ea typeface="Patrick Hand"/>
                <a:cs typeface="Patrick Hand"/>
                <a:sym typeface="Patrick Hand"/>
              </a:rPr>
              <a:t>Resta de n° con tres dígitos </a:t>
            </a:r>
            <a:endParaRPr b="1" i="0" sz="1800" u="none" cap="none" strike="noStrike">
              <a:solidFill>
                <a:srgbClr val="000000"/>
              </a:solidFill>
              <a:latin typeface="Arial"/>
              <a:ea typeface="Arial"/>
              <a:cs typeface="Arial"/>
              <a:sym typeface="Arial"/>
            </a:endParaRPr>
          </a:p>
        </p:txBody>
      </p:sp>
      <p:pic>
        <p:nvPicPr>
          <p:cNvPr id="204" name="Google Shape;204;g27441296518_1_94"/>
          <p:cNvPicPr preferRelativeResize="0"/>
          <p:nvPr/>
        </p:nvPicPr>
        <p:blipFill rotWithShape="1">
          <a:blip r:embed="rId5">
            <a:alphaModFix/>
          </a:blip>
          <a:srcRect b="0" l="0" r="0" t="0"/>
          <a:stretch/>
        </p:blipFill>
        <p:spPr>
          <a:xfrm>
            <a:off x="4924413" y="2103189"/>
            <a:ext cx="461702" cy="352082"/>
          </a:xfrm>
          <a:prstGeom prst="rect">
            <a:avLst/>
          </a:prstGeom>
          <a:noFill/>
          <a:ln>
            <a:noFill/>
          </a:ln>
        </p:spPr>
      </p:pic>
      <p:pic>
        <p:nvPicPr>
          <p:cNvPr id="205" name="Google Shape;205;g27441296518_1_94"/>
          <p:cNvPicPr preferRelativeResize="0"/>
          <p:nvPr/>
        </p:nvPicPr>
        <p:blipFill rotWithShape="1">
          <a:blip r:embed="rId5">
            <a:alphaModFix/>
          </a:blip>
          <a:srcRect b="0" l="0" r="0" t="0"/>
          <a:stretch/>
        </p:blipFill>
        <p:spPr>
          <a:xfrm>
            <a:off x="5233897" y="2155988"/>
            <a:ext cx="461702" cy="352082"/>
          </a:xfrm>
          <a:prstGeom prst="rect">
            <a:avLst/>
          </a:prstGeom>
          <a:noFill/>
          <a:ln>
            <a:noFill/>
          </a:ln>
        </p:spPr>
      </p:pic>
      <p:pic>
        <p:nvPicPr>
          <p:cNvPr id="206" name="Google Shape;206;g27441296518_1_94"/>
          <p:cNvPicPr preferRelativeResize="0"/>
          <p:nvPr/>
        </p:nvPicPr>
        <p:blipFill rotWithShape="1">
          <a:blip r:embed="rId4">
            <a:alphaModFix/>
          </a:blip>
          <a:srcRect b="0" l="0" r="0" t="0"/>
          <a:stretch/>
        </p:blipFill>
        <p:spPr>
          <a:xfrm>
            <a:off x="3609433" y="1580965"/>
            <a:ext cx="220319" cy="1885788"/>
          </a:xfrm>
          <a:prstGeom prst="rect">
            <a:avLst/>
          </a:prstGeom>
          <a:noFill/>
          <a:ln>
            <a:noFill/>
          </a:ln>
        </p:spPr>
      </p:pic>
      <p:sp>
        <p:nvSpPr>
          <p:cNvPr id="207" name="Google Shape;207;g27441296518_1_94"/>
          <p:cNvSpPr txBox="1"/>
          <p:nvPr/>
        </p:nvSpPr>
        <p:spPr>
          <a:xfrm>
            <a:off x="629750" y="570900"/>
            <a:ext cx="73848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300" u="none" cap="none" strike="noStrike">
                <a:solidFill>
                  <a:schemeClr val="dk1"/>
                </a:solidFill>
                <a:latin typeface="Patrick Hand"/>
                <a:ea typeface="Patrick Hand"/>
                <a:cs typeface="Patrick Hand"/>
                <a:sym typeface="Patrick Hand"/>
              </a:rPr>
              <a:t> C                     D                       U</a:t>
            </a:r>
            <a:endParaRPr b="0" i="0" sz="700" u="none" cap="none" strike="noStrike">
              <a:solidFill>
                <a:srgbClr val="000000"/>
              </a:solidFill>
              <a:latin typeface="Arial"/>
              <a:ea typeface="Arial"/>
              <a:cs typeface="Arial"/>
              <a:sym typeface="Arial"/>
            </a:endParaRPr>
          </a:p>
        </p:txBody>
      </p:sp>
      <p:cxnSp>
        <p:nvCxnSpPr>
          <p:cNvPr id="208" name="Google Shape;208;g27441296518_1_94"/>
          <p:cNvCxnSpPr/>
          <p:nvPr/>
        </p:nvCxnSpPr>
        <p:spPr>
          <a:xfrm flipH="1">
            <a:off x="9355025" y="4393863"/>
            <a:ext cx="1456800" cy="17700"/>
          </a:xfrm>
          <a:prstGeom prst="straightConnector1">
            <a:avLst/>
          </a:prstGeom>
          <a:noFill/>
          <a:ln cap="flat" cmpd="sng" w="9525">
            <a:solidFill>
              <a:srgbClr val="009287"/>
            </a:solidFill>
            <a:prstDash val="solid"/>
            <a:round/>
            <a:headEnd len="sm" w="sm" type="none"/>
            <a:tailEnd len="sm" w="sm" type="none"/>
          </a:ln>
        </p:spPr>
      </p:cxnSp>
      <p:sp>
        <p:nvSpPr>
          <p:cNvPr id="209" name="Google Shape;209;g27441296518_1_94"/>
          <p:cNvSpPr txBox="1"/>
          <p:nvPr/>
        </p:nvSpPr>
        <p:spPr>
          <a:xfrm>
            <a:off x="9143600" y="1182663"/>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C  D   U</a:t>
            </a:r>
            <a:endParaRPr b="0" i="0" sz="1300" u="none" cap="none" strike="noStrike">
              <a:solidFill>
                <a:srgbClr val="000000"/>
              </a:solidFill>
              <a:latin typeface="Arial"/>
              <a:ea typeface="Arial"/>
              <a:cs typeface="Arial"/>
              <a:sym typeface="Arial"/>
            </a:endParaRPr>
          </a:p>
        </p:txBody>
      </p:sp>
      <p:sp>
        <p:nvSpPr>
          <p:cNvPr id="210" name="Google Shape;210;g27441296518_1_94"/>
          <p:cNvSpPr txBox="1"/>
          <p:nvPr/>
        </p:nvSpPr>
        <p:spPr>
          <a:xfrm>
            <a:off x="8401550" y="5346113"/>
            <a:ext cx="3000000" cy="631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900"/>
              <a:buFont typeface="Arial"/>
              <a:buNone/>
            </a:pPr>
            <a:r>
              <a:rPr b="0" i="0" lang="es-ES" sz="2900" u="none" cap="none" strike="noStrike">
                <a:solidFill>
                  <a:srgbClr val="000000"/>
                </a:solidFill>
                <a:latin typeface="Patrick Hand"/>
                <a:ea typeface="Patrick Hand"/>
                <a:cs typeface="Patrick Hand"/>
                <a:sym typeface="Patrick Hand"/>
              </a:rPr>
              <a:t>Simbólicamente</a:t>
            </a:r>
            <a:endParaRPr b="0" i="0" sz="1400" u="none" cap="none" strike="noStrike">
              <a:solidFill>
                <a:srgbClr val="000000"/>
              </a:solidFill>
              <a:latin typeface="Arial"/>
              <a:ea typeface="Arial"/>
              <a:cs typeface="Arial"/>
              <a:sym typeface="Arial"/>
            </a:endParaRPr>
          </a:p>
        </p:txBody>
      </p:sp>
      <p:pic>
        <p:nvPicPr>
          <p:cNvPr id="211" name="Google Shape;211;g27441296518_1_94"/>
          <p:cNvPicPr preferRelativeResize="0"/>
          <p:nvPr/>
        </p:nvPicPr>
        <p:blipFill rotWithShape="1">
          <a:blip r:embed="rId4">
            <a:alphaModFix/>
          </a:blip>
          <a:srcRect b="0" l="0" r="0" t="0"/>
          <a:stretch/>
        </p:blipFill>
        <p:spPr>
          <a:xfrm>
            <a:off x="3981931" y="1581023"/>
            <a:ext cx="220307" cy="1885691"/>
          </a:xfrm>
          <a:prstGeom prst="rect">
            <a:avLst/>
          </a:prstGeom>
          <a:noFill/>
          <a:ln>
            <a:noFill/>
          </a:ln>
        </p:spPr>
      </p:pic>
      <p:pic>
        <p:nvPicPr>
          <p:cNvPr id="212" name="Google Shape;212;g27441296518_1_94"/>
          <p:cNvPicPr preferRelativeResize="0"/>
          <p:nvPr/>
        </p:nvPicPr>
        <p:blipFill rotWithShape="1">
          <a:blip r:embed="rId5">
            <a:alphaModFix/>
          </a:blip>
          <a:srcRect b="0" l="0" r="0" t="0"/>
          <a:stretch/>
        </p:blipFill>
        <p:spPr>
          <a:xfrm>
            <a:off x="5310551" y="1830335"/>
            <a:ext cx="461702" cy="352082"/>
          </a:xfrm>
          <a:prstGeom prst="rect">
            <a:avLst/>
          </a:prstGeom>
          <a:noFill/>
          <a:ln>
            <a:noFill/>
          </a:ln>
        </p:spPr>
      </p:pic>
      <p:pic>
        <p:nvPicPr>
          <p:cNvPr id="213" name="Google Shape;213;g27441296518_1_94"/>
          <p:cNvPicPr preferRelativeResize="0"/>
          <p:nvPr/>
        </p:nvPicPr>
        <p:blipFill rotWithShape="1">
          <a:blip r:embed="rId5">
            <a:alphaModFix/>
          </a:blip>
          <a:srcRect b="0" l="0" r="0" t="0"/>
          <a:stretch/>
        </p:blipFill>
        <p:spPr>
          <a:xfrm>
            <a:off x="4943650" y="1750009"/>
            <a:ext cx="461702" cy="352082"/>
          </a:xfrm>
          <a:prstGeom prst="rect">
            <a:avLst/>
          </a:prstGeom>
          <a:noFill/>
          <a:ln>
            <a:noFill/>
          </a:ln>
        </p:spPr>
      </p:pic>
      <p:pic>
        <p:nvPicPr>
          <p:cNvPr id="214" name="Google Shape;214;g27441296518_1_94"/>
          <p:cNvPicPr preferRelativeResize="0"/>
          <p:nvPr/>
        </p:nvPicPr>
        <p:blipFill rotWithShape="1">
          <a:blip r:embed="rId5">
            <a:alphaModFix/>
          </a:blip>
          <a:srcRect b="0" l="0" r="0" t="0"/>
          <a:stretch/>
        </p:blipFill>
        <p:spPr>
          <a:xfrm>
            <a:off x="4699757" y="3954460"/>
            <a:ext cx="461702" cy="352082"/>
          </a:xfrm>
          <a:prstGeom prst="rect">
            <a:avLst/>
          </a:prstGeom>
          <a:noFill/>
          <a:ln>
            <a:noFill/>
          </a:ln>
        </p:spPr>
      </p:pic>
      <p:pic>
        <p:nvPicPr>
          <p:cNvPr id="215" name="Google Shape;215;g27441296518_1_94"/>
          <p:cNvPicPr preferRelativeResize="0"/>
          <p:nvPr/>
        </p:nvPicPr>
        <p:blipFill rotWithShape="1">
          <a:blip r:embed="rId5">
            <a:alphaModFix/>
          </a:blip>
          <a:srcRect b="0" l="0" r="0" t="0"/>
          <a:stretch/>
        </p:blipFill>
        <p:spPr>
          <a:xfrm>
            <a:off x="5004672" y="4008140"/>
            <a:ext cx="461702" cy="352082"/>
          </a:xfrm>
          <a:prstGeom prst="rect">
            <a:avLst/>
          </a:prstGeom>
          <a:noFill/>
          <a:ln>
            <a:noFill/>
          </a:ln>
        </p:spPr>
      </p:pic>
      <p:pic>
        <p:nvPicPr>
          <p:cNvPr id="216" name="Google Shape;216;g27441296518_1_94"/>
          <p:cNvPicPr preferRelativeResize="0"/>
          <p:nvPr/>
        </p:nvPicPr>
        <p:blipFill rotWithShape="1">
          <a:blip r:embed="rId5">
            <a:alphaModFix/>
          </a:blip>
          <a:srcRect b="0" l="0" r="0" t="0"/>
          <a:stretch/>
        </p:blipFill>
        <p:spPr>
          <a:xfrm>
            <a:off x="4699757" y="4332613"/>
            <a:ext cx="461702" cy="352082"/>
          </a:xfrm>
          <a:prstGeom prst="rect">
            <a:avLst/>
          </a:prstGeom>
          <a:noFill/>
          <a:ln>
            <a:noFill/>
          </a:ln>
        </p:spPr>
      </p:pic>
      <p:pic>
        <p:nvPicPr>
          <p:cNvPr id="217" name="Google Shape;217;g27441296518_1_94"/>
          <p:cNvPicPr preferRelativeResize="0"/>
          <p:nvPr/>
        </p:nvPicPr>
        <p:blipFill rotWithShape="1">
          <a:blip r:embed="rId5">
            <a:alphaModFix/>
          </a:blip>
          <a:srcRect b="0" l="0" r="0" t="0"/>
          <a:stretch/>
        </p:blipFill>
        <p:spPr>
          <a:xfrm>
            <a:off x="5009242" y="3725065"/>
            <a:ext cx="461702" cy="352082"/>
          </a:xfrm>
          <a:prstGeom prst="rect">
            <a:avLst/>
          </a:prstGeom>
          <a:noFill/>
          <a:ln>
            <a:noFill/>
          </a:ln>
        </p:spPr>
      </p:pic>
      <p:pic>
        <p:nvPicPr>
          <p:cNvPr id="218" name="Google Shape;218;g27441296518_1_94"/>
          <p:cNvPicPr preferRelativeResize="0"/>
          <p:nvPr/>
        </p:nvPicPr>
        <p:blipFill rotWithShape="1">
          <a:blip r:embed="rId5">
            <a:alphaModFix/>
          </a:blip>
          <a:srcRect b="0" l="0" r="0" t="0"/>
          <a:stretch/>
        </p:blipFill>
        <p:spPr>
          <a:xfrm>
            <a:off x="4718995" y="3677479"/>
            <a:ext cx="461702" cy="352082"/>
          </a:xfrm>
          <a:prstGeom prst="rect">
            <a:avLst/>
          </a:prstGeom>
          <a:noFill/>
          <a:ln>
            <a:noFill/>
          </a:ln>
        </p:spPr>
      </p:pic>
      <p:pic>
        <p:nvPicPr>
          <p:cNvPr id="219" name="Google Shape;219;g27441296518_1_94"/>
          <p:cNvPicPr preferRelativeResize="0"/>
          <p:nvPr/>
        </p:nvPicPr>
        <p:blipFill rotWithShape="1">
          <a:blip r:embed="rId5">
            <a:alphaModFix/>
          </a:blip>
          <a:srcRect b="0" l="0" r="0" t="0"/>
          <a:stretch/>
        </p:blipFill>
        <p:spPr>
          <a:xfrm>
            <a:off x="5356698" y="4401688"/>
            <a:ext cx="461702" cy="352082"/>
          </a:xfrm>
          <a:prstGeom prst="rect">
            <a:avLst/>
          </a:prstGeom>
          <a:noFill/>
          <a:ln>
            <a:noFill/>
          </a:ln>
        </p:spPr>
      </p:pic>
      <p:pic>
        <p:nvPicPr>
          <p:cNvPr id="220" name="Google Shape;220;g27441296518_1_94"/>
          <p:cNvPicPr preferRelativeResize="0"/>
          <p:nvPr/>
        </p:nvPicPr>
        <p:blipFill rotWithShape="1">
          <a:blip r:embed="rId5">
            <a:alphaModFix/>
          </a:blip>
          <a:srcRect b="0" l="0" r="0" t="0"/>
          <a:stretch/>
        </p:blipFill>
        <p:spPr>
          <a:xfrm>
            <a:off x="5004672" y="4698867"/>
            <a:ext cx="461702" cy="352082"/>
          </a:xfrm>
          <a:prstGeom prst="rect">
            <a:avLst/>
          </a:prstGeom>
          <a:noFill/>
          <a:ln>
            <a:noFill/>
          </a:ln>
        </p:spPr>
      </p:pic>
      <p:pic>
        <p:nvPicPr>
          <p:cNvPr id="221" name="Google Shape;221;g27441296518_1_94"/>
          <p:cNvPicPr preferRelativeResize="0"/>
          <p:nvPr/>
        </p:nvPicPr>
        <p:blipFill rotWithShape="1">
          <a:blip r:embed="rId5">
            <a:alphaModFix/>
          </a:blip>
          <a:srcRect b="0" l="0" r="0" t="0"/>
          <a:stretch/>
        </p:blipFill>
        <p:spPr>
          <a:xfrm>
            <a:off x="5671054" y="4545801"/>
            <a:ext cx="461702" cy="352082"/>
          </a:xfrm>
          <a:prstGeom prst="rect">
            <a:avLst/>
          </a:prstGeom>
          <a:noFill/>
          <a:ln>
            <a:noFill/>
          </a:ln>
        </p:spPr>
      </p:pic>
      <p:pic>
        <p:nvPicPr>
          <p:cNvPr id="222" name="Google Shape;222;g27441296518_1_94"/>
          <p:cNvPicPr preferRelativeResize="0"/>
          <p:nvPr/>
        </p:nvPicPr>
        <p:blipFill rotWithShape="1">
          <a:blip r:embed="rId5">
            <a:alphaModFix/>
          </a:blip>
          <a:srcRect b="0" l="0" r="0" t="0"/>
          <a:stretch/>
        </p:blipFill>
        <p:spPr>
          <a:xfrm>
            <a:off x="5006441" y="4373215"/>
            <a:ext cx="461702" cy="352082"/>
          </a:xfrm>
          <a:prstGeom prst="rect">
            <a:avLst/>
          </a:prstGeom>
          <a:noFill/>
          <a:ln>
            <a:noFill/>
          </a:ln>
        </p:spPr>
      </p:pic>
      <p:pic>
        <p:nvPicPr>
          <p:cNvPr id="223" name="Google Shape;223;g27441296518_1_94"/>
          <p:cNvPicPr preferRelativeResize="0"/>
          <p:nvPr/>
        </p:nvPicPr>
        <p:blipFill rotWithShape="1">
          <a:blip r:embed="rId5">
            <a:alphaModFix/>
          </a:blip>
          <a:srcRect b="0" l="0" r="0" t="0"/>
          <a:stretch/>
        </p:blipFill>
        <p:spPr>
          <a:xfrm>
            <a:off x="4718995" y="4747304"/>
            <a:ext cx="461702" cy="352082"/>
          </a:xfrm>
          <a:prstGeom prst="rect">
            <a:avLst/>
          </a:prstGeom>
          <a:noFill/>
          <a:ln>
            <a:noFill/>
          </a:ln>
        </p:spPr>
      </p:pic>
      <p:pic>
        <p:nvPicPr>
          <p:cNvPr id="224" name="Google Shape;224;g27441296518_1_94"/>
          <p:cNvPicPr preferRelativeResize="0"/>
          <p:nvPr/>
        </p:nvPicPr>
        <p:blipFill rotWithShape="1">
          <a:blip r:embed="rId5">
            <a:alphaModFix/>
          </a:blip>
          <a:srcRect b="0" l="0" r="0" t="0"/>
          <a:stretch/>
        </p:blipFill>
        <p:spPr>
          <a:xfrm>
            <a:off x="5356698" y="4026246"/>
            <a:ext cx="461702" cy="352082"/>
          </a:xfrm>
          <a:prstGeom prst="rect">
            <a:avLst/>
          </a:prstGeom>
          <a:noFill/>
          <a:ln>
            <a:noFill/>
          </a:ln>
        </p:spPr>
      </p:pic>
      <p:pic>
        <p:nvPicPr>
          <p:cNvPr id="225" name="Google Shape;225;g27441296518_1_94"/>
          <p:cNvPicPr preferRelativeResize="0"/>
          <p:nvPr/>
        </p:nvPicPr>
        <p:blipFill rotWithShape="1">
          <a:blip r:embed="rId5">
            <a:alphaModFix/>
          </a:blip>
          <a:srcRect b="0" l="0" r="0" t="0"/>
          <a:stretch/>
        </p:blipFill>
        <p:spPr>
          <a:xfrm>
            <a:off x="5688515" y="4134734"/>
            <a:ext cx="461702" cy="352082"/>
          </a:xfrm>
          <a:prstGeom prst="rect">
            <a:avLst/>
          </a:prstGeom>
          <a:noFill/>
          <a:ln>
            <a:noFill/>
          </a:ln>
        </p:spPr>
      </p:pic>
      <p:pic>
        <p:nvPicPr>
          <p:cNvPr id="226" name="Google Shape;226;g27441296518_1_94"/>
          <p:cNvPicPr preferRelativeResize="0"/>
          <p:nvPr/>
        </p:nvPicPr>
        <p:blipFill rotWithShape="1">
          <a:blip r:embed="rId5">
            <a:alphaModFix/>
          </a:blip>
          <a:srcRect b="0" l="0" r="0" t="0"/>
          <a:stretch/>
        </p:blipFill>
        <p:spPr>
          <a:xfrm>
            <a:off x="5671047" y="3723644"/>
            <a:ext cx="461702" cy="352082"/>
          </a:xfrm>
          <a:prstGeom prst="rect">
            <a:avLst/>
          </a:prstGeom>
          <a:noFill/>
          <a:ln>
            <a:noFill/>
          </a:ln>
        </p:spPr>
      </p:pic>
      <p:pic>
        <p:nvPicPr>
          <p:cNvPr id="227" name="Google Shape;227;g27441296518_1_94"/>
          <p:cNvPicPr preferRelativeResize="0"/>
          <p:nvPr/>
        </p:nvPicPr>
        <p:blipFill rotWithShape="1">
          <a:blip r:embed="rId5">
            <a:alphaModFix/>
          </a:blip>
          <a:srcRect b="0" l="0" r="0" t="0"/>
          <a:stretch/>
        </p:blipFill>
        <p:spPr>
          <a:xfrm>
            <a:off x="5375935" y="3673065"/>
            <a:ext cx="461702" cy="352082"/>
          </a:xfrm>
          <a:prstGeom prst="rect">
            <a:avLst/>
          </a:prstGeom>
          <a:noFill/>
          <a:ln>
            <a:noFill/>
          </a:ln>
        </p:spPr>
      </p:pic>
      <p:cxnSp>
        <p:nvCxnSpPr>
          <p:cNvPr id="228" name="Google Shape;228;g27441296518_1_94"/>
          <p:cNvCxnSpPr/>
          <p:nvPr/>
        </p:nvCxnSpPr>
        <p:spPr>
          <a:xfrm flipH="1" rot="10800000">
            <a:off x="4801038" y="3707101"/>
            <a:ext cx="279300" cy="246900"/>
          </a:xfrm>
          <a:prstGeom prst="straightConnector1">
            <a:avLst/>
          </a:prstGeom>
          <a:noFill/>
          <a:ln cap="flat" cmpd="sng" w="28575">
            <a:solidFill>
              <a:schemeClr val="dk1"/>
            </a:solidFill>
            <a:prstDash val="solid"/>
            <a:round/>
            <a:headEnd len="sm" w="sm" type="none"/>
            <a:tailEnd len="sm" w="sm" type="none"/>
          </a:ln>
        </p:spPr>
      </p:cxnSp>
      <p:cxnSp>
        <p:nvCxnSpPr>
          <p:cNvPr id="229" name="Google Shape;229;g27441296518_1_94"/>
          <p:cNvCxnSpPr/>
          <p:nvPr/>
        </p:nvCxnSpPr>
        <p:spPr>
          <a:xfrm flipH="1" rot="10800000">
            <a:off x="5034735" y="3733927"/>
            <a:ext cx="279300" cy="246900"/>
          </a:xfrm>
          <a:prstGeom prst="straightConnector1">
            <a:avLst/>
          </a:prstGeom>
          <a:noFill/>
          <a:ln cap="flat" cmpd="sng" w="28575">
            <a:solidFill>
              <a:schemeClr val="dk1"/>
            </a:solidFill>
            <a:prstDash val="solid"/>
            <a:round/>
            <a:headEnd len="sm" w="sm" type="none"/>
            <a:tailEnd len="sm" w="sm" type="none"/>
          </a:ln>
        </p:spPr>
      </p:cxnSp>
      <p:cxnSp>
        <p:nvCxnSpPr>
          <p:cNvPr id="230" name="Google Shape;230;g27441296518_1_94"/>
          <p:cNvCxnSpPr/>
          <p:nvPr/>
        </p:nvCxnSpPr>
        <p:spPr>
          <a:xfrm flipH="1" rot="10800000">
            <a:off x="5467020" y="3666794"/>
            <a:ext cx="279300" cy="246900"/>
          </a:xfrm>
          <a:prstGeom prst="straightConnector1">
            <a:avLst/>
          </a:prstGeom>
          <a:noFill/>
          <a:ln cap="flat" cmpd="sng" w="28575">
            <a:solidFill>
              <a:schemeClr val="dk1"/>
            </a:solidFill>
            <a:prstDash val="solid"/>
            <a:round/>
            <a:headEnd len="sm" w="sm" type="none"/>
            <a:tailEnd len="sm" w="sm" type="none"/>
          </a:ln>
        </p:spPr>
      </p:cxnSp>
      <p:cxnSp>
        <p:nvCxnSpPr>
          <p:cNvPr id="231" name="Google Shape;231;g27441296518_1_94"/>
          <p:cNvCxnSpPr/>
          <p:nvPr/>
        </p:nvCxnSpPr>
        <p:spPr>
          <a:xfrm flipH="1" rot="10800000">
            <a:off x="4701548" y="3981702"/>
            <a:ext cx="279300" cy="246900"/>
          </a:xfrm>
          <a:prstGeom prst="straightConnector1">
            <a:avLst/>
          </a:prstGeom>
          <a:noFill/>
          <a:ln cap="flat" cmpd="sng" w="28575">
            <a:solidFill>
              <a:schemeClr val="dk1"/>
            </a:solidFill>
            <a:prstDash val="solid"/>
            <a:round/>
            <a:headEnd len="sm" w="sm" type="none"/>
            <a:tailEnd len="sm" w="sm" type="none"/>
          </a:ln>
        </p:spPr>
      </p:cxnSp>
      <p:cxnSp>
        <p:nvCxnSpPr>
          <p:cNvPr id="232" name="Google Shape;232;g27441296518_1_94"/>
          <p:cNvCxnSpPr/>
          <p:nvPr/>
        </p:nvCxnSpPr>
        <p:spPr>
          <a:xfrm flipH="1" rot="10800000">
            <a:off x="5029109" y="4063567"/>
            <a:ext cx="279300" cy="246900"/>
          </a:xfrm>
          <a:prstGeom prst="straightConnector1">
            <a:avLst/>
          </a:prstGeom>
          <a:noFill/>
          <a:ln cap="flat" cmpd="sng" w="28575">
            <a:solidFill>
              <a:schemeClr val="dk1"/>
            </a:solidFill>
            <a:prstDash val="solid"/>
            <a:round/>
            <a:headEnd len="sm" w="sm" type="none"/>
            <a:tailEnd len="sm" w="sm" type="none"/>
          </a:ln>
        </p:spPr>
      </p:cxnSp>
      <p:cxnSp>
        <p:nvCxnSpPr>
          <p:cNvPr id="233" name="Google Shape;233;g27441296518_1_94"/>
          <p:cNvCxnSpPr/>
          <p:nvPr/>
        </p:nvCxnSpPr>
        <p:spPr>
          <a:xfrm>
            <a:off x="10231650" y="3191700"/>
            <a:ext cx="533100" cy="657300"/>
          </a:xfrm>
          <a:prstGeom prst="straightConnector1">
            <a:avLst/>
          </a:prstGeom>
          <a:noFill/>
          <a:ln cap="flat" cmpd="sng" w="28575">
            <a:solidFill>
              <a:srgbClr val="009287"/>
            </a:solidFill>
            <a:prstDash val="solid"/>
            <a:round/>
            <a:headEnd len="sm" w="sm" type="none"/>
            <a:tailEnd len="sm" w="sm" type="none"/>
          </a:ln>
        </p:spPr>
      </p:cxnSp>
      <p:sp>
        <p:nvSpPr>
          <p:cNvPr id="234" name="Google Shape;234;g27441296518_1_94"/>
          <p:cNvSpPr/>
          <p:nvPr/>
        </p:nvSpPr>
        <p:spPr>
          <a:xfrm>
            <a:off x="10263300" y="27286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14</a:t>
            </a:r>
            <a:endParaRPr b="0" i="0" sz="2700" u="none" cap="none" strike="noStrike">
              <a:solidFill>
                <a:srgbClr val="000000"/>
              </a:solidFill>
              <a:latin typeface="Patrick Hand"/>
              <a:ea typeface="Patrick Hand"/>
              <a:cs typeface="Patrick Hand"/>
              <a:sym typeface="Patrick Hand"/>
            </a:endParaRPr>
          </a:p>
        </p:txBody>
      </p:sp>
      <p:cxnSp>
        <p:nvCxnSpPr>
          <p:cNvPr id="235" name="Google Shape;235;g27441296518_1_94"/>
          <p:cNvCxnSpPr/>
          <p:nvPr/>
        </p:nvCxnSpPr>
        <p:spPr>
          <a:xfrm>
            <a:off x="9806400" y="3191700"/>
            <a:ext cx="533100" cy="657300"/>
          </a:xfrm>
          <a:prstGeom prst="straightConnector1">
            <a:avLst/>
          </a:prstGeom>
          <a:noFill/>
          <a:ln cap="flat" cmpd="sng" w="28575">
            <a:solidFill>
              <a:srgbClr val="009287"/>
            </a:solidFill>
            <a:prstDash val="solid"/>
            <a:round/>
            <a:headEnd len="sm" w="sm" type="none"/>
            <a:tailEnd len="sm" w="sm" type="none"/>
          </a:ln>
        </p:spPr>
      </p:cxnSp>
      <p:sp>
        <p:nvSpPr>
          <p:cNvPr id="236" name="Google Shape;236;g27441296518_1_94"/>
          <p:cNvSpPr/>
          <p:nvPr/>
        </p:nvSpPr>
        <p:spPr>
          <a:xfrm>
            <a:off x="9666650" y="27286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2</a:t>
            </a:r>
            <a:endParaRPr b="0" i="0" sz="2700" u="none" cap="none" strike="noStrike">
              <a:solidFill>
                <a:srgbClr val="000000"/>
              </a:solidFill>
              <a:latin typeface="Patrick Hand"/>
              <a:ea typeface="Patrick Hand"/>
              <a:cs typeface="Patrick Hand"/>
              <a:sym typeface="Patrick Hand"/>
            </a:endParaRPr>
          </a:p>
        </p:txBody>
      </p:sp>
      <p:pic>
        <p:nvPicPr>
          <p:cNvPr id="237" name="Google Shape;237;g27441296518_1_94"/>
          <p:cNvPicPr preferRelativeResize="0"/>
          <p:nvPr/>
        </p:nvPicPr>
        <p:blipFill rotWithShape="1">
          <a:blip r:embed="rId6">
            <a:alphaModFix/>
          </a:blip>
          <a:srcRect b="0" l="0" r="0" t="0"/>
          <a:stretch/>
        </p:blipFill>
        <p:spPr>
          <a:xfrm>
            <a:off x="629750" y="2381034"/>
            <a:ext cx="951501" cy="1111616"/>
          </a:xfrm>
          <a:prstGeom prst="rect">
            <a:avLst/>
          </a:prstGeom>
          <a:noFill/>
          <a:ln>
            <a:noFill/>
          </a:ln>
        </p:spPr>
      </p:pic>
      <p:pic>
        <p:nvPicPr>
          <p:cNvPr id="238" name="Google Shape;238;g27441296518_1_94"/>
          <p:cNvPicPr preferRelativeResize="0"/>
          <p:nvPr/>
        </p:nvPicPr>
        <p:blipFill rotWithShape="1">
          <a:blip r:embed="rId6">
            <a:alphaModFix/>
          </a:blip>
          <a:srcRect b="0" l="0" r="0" t="0"/>
          <a:stretch/>
        </p:blipFill>
        <p:spPr>
          <a:xfrm>
            <a:off x="656225" y="1197725"/>
            <a:ext cx="951501" cy="1111626"/>
          </a:xfrm>
          <a:prstGeom prst="rect">
            <a:avLst/>
          </a:prstGeom>
          <a:noFill/>
          <a:ln>
            <a:noFill/>
          </a:ln>
        </p:spPr>
      </p:pic>
      <p:sp>
        <p:nvSpPr>
          <p:cNvPr id="239" name="Google Shape;239;g27441296518_1_94"/>
          <p:cNvSpPr/>
          <p:nvPr/>
        </p:nvSpPr>
        <p:spPr>
          <a:xfrm>
            <a:off x="9666650" y="21171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12</a:t>
            </a:r>
            <a:endParaRPr b="0" i="0" sz="2700" u="none" cap="none" strike="noStrike">
              <a:solidFill>
                <a:srgbClr val="000000"/>
              </a:solidFill>
              <a:latin typeface="Patrick Hand"/>
              <a:ea typeface="Patrick Hand"/>
              <a:cs typeface="Patrick Hand"/>
              <a:sym typeface="Patrick Hand"/>
            </a:endParaRPr>
          </a:p>
        </p:txBody>
      </p:sp>
      <p:cxnSp>
        <p:nvCxnSpPr>
          <p:cNvPr id="240" name="Google Shape;240;g27441296518_1_94"/>
          <p:cNvCxnSpPr/>
          <p:nvPr/>
        </p:nvCxnSpPr>
        <p:spPr>
          <a:xfrm>
            <a:off x="9635000" y="2603538"/>
            <a:ext cx="533100" cy="657300"/>
          </a:xfrm>
          <a:prstGeom prst="straightConnector1">
            <a:avLst/>
          </a:prstGeom>
          <a:noFill/>
          <a:ln cap="flat" cmpd="sng" w="28575">
            <a:solidFill>
              <a:srgbClr val="009287"/>
            </a:solidFill>
            <a:prstDash val="solid"/>
            <a:round/>
            <a:headEnd len="sm" w="sm" type="none"/>
            <a:tailEnd len="sm" w="sm" type="none"/>
          </a:ln>
        </p:spPr>
      </p:cxnSp>
      <p:sp>
        <p:nvSpPr>
          <p:cNvPr id="241" name="Google Shape;241;g27441296518_1_94"/>
          <p:cNvSpPr/>
          <p:nvPr/>
        </p:nvSpPr>
        <p:spPr>
          <a:xfrm>
            <a:off x="9133250" y="27267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a:t>
            </a:r>
            <a:endParaRPr b="0" i="0" sz="2700" u="none" cap="none" strike="noStrike">
              <a:solidFill>
                <a:srgbClr val="000000"/>
              </a:solidFill>
              <a:latin typeface="Patrick Hand"/>
              <a:ea typeface="Patrick Hand"/>
              <a:cs typeface="Patrick Hand"/>
              <a:sym typeface="Patrick Hand"/>
            </a:endParaRPr>
          </a:p>
        </p:txBody>
      </p:sp>
      <p:cxnSp>
        <p:nvCxnSpPr>
          <p:cNvPr id="242" name="Google Shape;242;g27441296518_1_94"/>
          <p:cNvCxnSpPr/>
          <p:nvPr/>
        </p:nvCxnSpPr>
        <p:spPr>
          <a:xfrm>
            <a:off x="9269325" y="3191700"/>
            <a:ext cx="533100" cy="657300"/>
          </a:xfrm>
          <a:prstGeom prst="straightConnector1">
            <a:avLst/>
          </a:prstGeom>
          <a:noFill/>
          <a:ln cap="flat" cmpd="sng" w="28575">
            <a:solidFill>
              <a:srgbClr val="009287"/>
            </a:solidFill>
            <a:prstDash val="solid"/>
            <a:round/>
            <a:headEnd len="sm" w="sm" type="none"/>
            <a:tailEnd len="sm" w="sm" type="none"/>
          </a:ln>
        </p:spPr>
      </p:cxnSp>
      <p:pic>
        <p:nvPicPr>
          <p:cNvPr id="243" name="Google Shape;243;g27441296518_1_94"/>
          <p:cNvPicPr preferRelativeResize="0"/>
          <p:nvPr/>
        </p:nvPicPr>
        <p:blipFill rotWithShape="1">
          <a:blip r:embed="rId4">
            <a:alphaModFix/>
          </a:blip>
          <a:srcRect b="0" l="0" r="0" t="0"/>
          <a:stretch/>
        </p:blipFill>
        <p:spPr>
          <a:xfrm>
            <a:off x="2764460" y="3777276"/>
            <a:ext cx="129948" cy="1408212"/>
          </a:xfrm>
          <a:prstGeom prst="rect">
            <a:avLst/>
          </a:prstGeom>
          <a:noFill/>
          <a:ln>
            <a:noFill/>
          </a:ln>
        </p:spPr>
      </p:pic>
      <p:pic>
        <p:nvPicPr>
          <p:cNvPr id="244" name="Google Shape;244;g27441296518_1_94"/>
          <p:cNvPicPr preferRelativeResize="0"/>
          <p:nvPr/>
        </p:nvPicPr>
        <p:blipFill rotWithShape="1">
          <a:blip r:embed="rId4">
            <a:alphaModFix/>
          </a:blip>
          <a:srcRect b="0" l="0" r="0" t="0"/>
          <a:stretch/>
        </p:blipFill>
        <p:spPr>
          <a:xfrm>
            <a:off x="2947979" y="3777190"/>
            <a:ext cx="129956" cy="1408286"/>
          </a:xfrm>
          <a:prstGeom prst="rect">
            <a:avLst/>
          </a:prstGeom>
          <a:noFill/>
          <a:ln>
            <a:noFill/>
          </a:ln>
        </p:spPr>
      </p:pic>
      <p:pic>
        <p:nvPicPr>
          <p:cNvPr id="245" name="Google Shape;245;g27441296518_1_94"/>
          <p:cNvPicPr preferRelativeResize="0"/>
          <p:nvPr/>
        </p:nvPicPr>
        <p:blipFill rotWithShape="1">
          <a:blip r:embed="rId6">
            <a:alphaModFix/>
          </a:blip>
          <a:srcRect b="0" l="0" r="0" t="0"/>
          <a:stretch/>
        </p:blipFill>
        <p:spPr>
          <a:xfrm>
            <a:off x="430475" y="3719126"/>
            <a:ext cx="1155287" cy="1349701"/>
          </a:xfrm>
          <a:prstGeom prst="rect">
            <a:avLst/>
          </a:prstGeom>
          <a:noFill/>
          <a:ln>
            <a:noFill/>
          </a:ln>
        </p:spPr>
      </p:pic>
      <p:pic>
        <p:nvPicPr>
          <p:cNvPr id="246" name="Google Shape;246;g27441296518_1_94"/>
          <p:cNvPicPr preferRelativeResize="0"/>
          <p:nvPr/>
        </p:nvPicPr>
        <p:blipFill rotWithShape="1">
          <a:blip r:embed="rId4">
            <a:alphaModFix/>
          </a:blip>
          <a:srcRect b="0" l="0" r="0" t="0"/>
          <a:stretch/>
        </p:blipFill>
        <p:spPr>
          <a:xfrm>
            <a:off x="2429597" y="3799064"/>
            <a:ext cx="129948" cy="1408212"/>
          </a:xfrm>
          <a:prstGeom prst="rect">
            <a:avLst/>
          </a:prstGeom>
          <a:noFill/>
          <a:ln>
            <a:noFill/>
          </a:ln>
        </p:spPr>
      </p:pic>
      <p:pic>
        <p:nvPicPr>
          <p:cNvPr id="247" name="Google Shape;247;g27441296518_1_94"/>
          <p:cNvPicPr preferRelativeResize="0"/>
          <p:nvPr/>
        </p:nvPicPr>
        <p:blipFill rotWithShape="1">
          <a:blip r:embed="rId4">
            <a:alphaModFix/>
          </a:blip>
          <a:srcRect b="0" l="0" r="0" t="0"/>
          <a:stretch/>
        </p:blipFill>
        <p:spPr>
          <a:xfrm>
            <a:off x="2602041" y="3799052"/>
            <a:ext cx="129956" cy="1408286"/>
          </a:xfrm>
          <a:prstGeom prst="rect">
            <a:avLst/>
          </a:prstGeom>
          <a:noFill/>
          <a:ln>
            <a:noFill/>
          </a:ln>
        </p:spPr>
      </p:pic>
      <p:pic>
        <p:nvPicPr>
          <p:cNvPr id="248" name="Google Shape;248;g27441296518_1_94"/>
          <p:cNvPicPr preferRelativeResize="0"/>
          <p:nvPr/>
        </p:nvPicPr>
        <p:blipFill rotWithShape="1">
          <a:blip r:embed="rId4">
            <a:alphaModFix/>
          </a:blip>
          <a:srcRect b="0" l="0" r="0" t="0"/>
          <a:stretch/>
        </p:blipFill>
        <p:spPr>
          <a:xfrm>
            <a:off x="2201896" y="3759072"/>
            <a:ext cx="129948" cy="1408212"/>
          </a:xfrm>
          <a:prstGeom prst="rect">
            <a:avLst/>
          </a:prstGeom>
          <a:noFill/>
          <a:ln>
            <a:noFill/>
          </a:ln>
        </p:spPr>
      </p:pic>
      <p:pic>
        <p:nvPicPr>
          <p:cNvPr id="249" name="Google Shape;249;g27441296518_1_94"/>
          <p:cNvPicPr preferRelativeResize="0"/>
          <p:nvPr/>
        </p:nvPicPr>
        <p:blipFill rotWithShape="1">
          <a:blip r:embed="rId4">
            <a:alphaModFix/>
          </a:blip>
          <a:srcRect b="0" l="0" r="0" t="0"/>
          <a:stretch/>
        </p:blipFill>
        <p:spPr>
          <a:xfrm>
            <a:off x="4017247" y="3777181"/>
            <a:ext cx="129948" cy="1408212"/>
          </a:xfrm>
          <a:prstGeom prst="rect">
            <a:avLst/>
          </a:prstGeom>
          <a:noFill/>
          <a:ln>
            <a:noFill/>
          </a:ln>
        </p:spPr>
      </p:pic>
      <p:pic>
        <p:nvPicPr>
          <p:cNvPr id="250" name="Google Shape;250;g27441296518_1_94"/>
          <p:cNvPicPr preferRelativeResize="0"/>
          <p:nvPr/>
        </p:nvPicPr>
        <p:blipFill rotWithShape="1">
          <a:blip r:embed="rId4">
            <a:alphaModFix/>
          </a:blip>
          <a:srcRect b="0" l="0" r="0" t="0"/>
          <a:stretch/>
        </p:blipFill>
        <p:spPr>
          <a:xfrm>
            <a:off x="4200765" y="3777094"/>
            <a:ext cx="129956" cy="1408286"/>
          </a:xfrm>
          <a:prstGeom prst="rect">
            <a:avLst/>
          </a:prstGeom>
          <a:noFill/>
          <a:ln>
            <a:noFill/>
          </a:ln>
        </p:spPr>
      </p:pic>
      <p:pic>
        <p:nvPicPr>
          <p:cNvPr id="251" name="Google Shape;251;g27441296518_1_94"/>
          <p:cNvPicPr preferRelativeResize="0"/>
          <p:nvPr/>
        </p:nvPicPr>
        <p:blipFill rotWithShape="1">
          <a:blip r:embed="rId4">
            <a:alphaModFix/>
          </a:blip>
          <a:srcRect b="0" l="0" r="0" t="0"/>
          <a:stretch/>
        </p:blipFill>
        <p:spPr>
          <a:xfrm>
            <a:off x="3687858" y="3753918"/>
            <a:ext cx="129948" cy="1408212"/>
          </a:xfrm>
          <a:prstGeom prst="rect">
            <a:avLst/>
          </a:prstGeom>
          <a:noFill/>
          <a:ln>
            <a:noFill/>
          </a:ln>
        </p:spPr>
      </p:pic>
      <p:pic>
        <p:nvPicPr>
          <p:cNvPr id="252" name="Google Shape;252;g27441296518_1_94"/>
          <p:cNvPicPr preferRelativeResize="0"/>
          <p:nvPr/>
        </p:nvPicPr>
        <p:blipFill rotWithShape="1">
          <a:blip r:embed="rId4">
            <a:alphaModFix/>
          </a:blip>
          <a:srcRect b="0" l="0" r="0" t="0"/>
          <a:stretch/>
        </p:blipFill>
        <p:spPr>
          <a:xfrm>
            <a:off x="3860302" y="3753906"/>
            <a:ext cx="129956" cy="1408286"/>
          </a:xfrm>
          <a:prstGeom prst="rect">
            <a:avLst/>
          </a:prstGeom>
          <a:noFill/>
          <a:ln>
            <a:noFill/>
          </a:ln>
        </p:spPr>
      </p:pic>
      <p:pic>
        <p:nvPicPr>
          <p:cNvPr id="253" name="Google Shape;253;g27441296518_1_94"/>
          <p:cNvPicPr preferRelativeResize="0"/>
          <p:nvPr/>
        </p:nvPicPr>
        <p:blipFill rotWithShape="1">
          <a:blip r:embed="rId4">
            <a:alphaModFix/>
          </a:blip>
          <a:srcRect b="0" l="0" r="0" t="0"/>
          <a:stretch/>
        </p:blipFill>
        <p:spPr>
          <a:xfrm>
            <a:off x="3317920" y="3753989"/>
            <a:ext cx="129948" cy="1408212"/>
          </a:xfrm>
          <a:prstGeom prst="rect">
            <a:avLst/>
          </a:prstGeom>
          <a:noFill/>
          <a:ln>
            <a:noFill/>
          </a:ln>
        </p:spPr>
      </p:pic>
      <p:pic>
        <p:nvPicPr>
          <p:cNvPr id="254" name="Google Shape;254;g27441296518_1_94"/>
          <p:cNvPicPr preferRelativeResize="0"/>
          <p:nvPr/>
        </p:nvPicPr>
        <p:blipFill rotWithShape="1">
          <a:blip r:embed="rId4">
            <a:alphaModFix/>
          </a:blip>
          <a:srcRect b="0" l="0" r="0" t="0"/>
          <a:stretch/>
        </p:blipFill>
        <p:spPr>
          <a:xfrm>
            <a:off x="3502883" y="3753889"/>
            <a:ext cx="129948" cy="1408212"/>
          </a:xfrm>
          <a:prstGeom prst="rect">
            <a:avLst/>
          </a:prstGeom>
          <a:noFill/>
          <a:ln>
            <a:noFill/>
          </a:ln>
        </p:spPr>
      </p:pic>
      <p:pic>
        <p:nvPicPr>
          <p:cNvPr id="255" name="Google Shape;255;g27441296518_1_94"/>
          <p:cNvPicPr preferRelativeResize="0"/>
          <p:nvPr/>
        </p:nvPicPr>
        <p:blipFill rotWithShape="1">
          <a:blip r:embed="rId4">
            <a:alphaModFix/>
          </a:blip>
          <a:srcRect b="0" l="0" r="0" t="0"/>
          <a:stretch/>
        </p:blipFill>
        <p:spPr>
          <a:xfrm>
            <a:off x="3121883" y="3753889"/>
            <a:ext cx="129948" cy="1408212"/>
          </a:xfrm>
          <a:prstGeom prst="rect">
            <a:avLst/>
          </a:prstGeom>
          <a:noFill/>
          <a:ln>
            <a:noFill/>
          </a:ln>
        </p:spPr>
      </p:pic>
      <p:sp>
        <p:nvSpPr>
          <p:cNvPr id="256" name="Google Shape;256;g27441296518_1_94"/>
          <p:cNvSpPr/>
          <p:nvPr/>
        </p:nvSpPr>
        <p:spPr>
          <a:xfrm>
            <a:off x="604075" y="1119300"/>
            <a:ext cx="1155300" cy="1261800"/>
          </a:xfrm>
          <a:prstGeom prst="ellipse">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7" name="Google Shape;257;g27441296518_1_94"/>
          <p:cNvCxnSpPr>
            <a:stCxn id="256" idx="6"/>
          </p:cNvCxnSpPr>
          <p:nvPr/>
        </p:nvCxnSpPr>
        <p:spPr>
          <a:xfrm>
            <a:off x="1759375" y="1750200"/>
            <a:ext cx="603600" cy="44400"/>
          </a:xfrm>
          <a:prstGeom prst="straightConnector1">
            <a:avLst/>
          </a:prstGeom>
          <a:noFill/>
          <a:ln cap="flat" cmpd="sng" w="28575">
            <a:solidFill>
              <a:srgbClr val="009287"/>
            </a:solidFill>
            <a:prstDash val="solid"/>
            <a:round/>
            <a:headEnd len="sm" w="sm" type="none"/>
            <a:tailEnd len="med" w="med" type="triangle"/>
          </a:ln>
        </p:spPr>
      </p:cxnSp>
      <p:sp>
        <p:nvSpPr>
          <p:cNvPr id="258" name="Google Shape;258;g27441296518_1_94"/>
          <p:cNvSpPr/>
          <p:nvPr/>
        </p:nvSpPr>
        <p:spPr>
          <a:xfrm>
            <a:off x="3811525" y="1197725"/>
            <a:ext cx="533100" cy="2481900"/>
          </a:xfrm>
          <a:prstGeom prst="ellipse">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9" name="Google Shape;259;g27441296518_1_94"/>
          <p:cNvCxnSpPr/>
          <p:nvPr/>
        </p:nvCxnSpPr>
        <p:spPr>
          <a:xfrm>
            <a:off x="4350175" y="1902600"/>
            <a:ext cx="603600" cy="44400"/>
          </a:xfrm>
          <a:prstGeom prst="straightConnector1">
            <a:avLst/>
          </a:prstGeom>
          <a:noFill/>
          <a:ln cap="flat" cmpd="sng" w="28575">
            <a:solidFill>
              <a:srgbClr val="009287"/>
            </a:solidFill>
            <a:prstDash val="solid"/>
            <a:round/>
            <a:headEnd len="sm" w="sm" type="none"/>
            <a:tailEnd len="med" w="med" type="triangle"/>
          </a:ln>
        </p:spPr>
      </p:cxnSp>
      <p:cxnSp>
        <p:nvCxnSpPr>
          <p:cNvPr id="260" name="Google Shape;260;g27441296518_1_94"/>
          <p:cNvCxnSpPr/>
          <p:nvPr/>
        </p:nvCxnSpPr>
        <p:spPr>
          <a:xfrm flipH="1" rot="10800000">
            <a:off x="2203457" y="3982489"/>
            <a:ext cx="1440600" cy="918900"/>
          </a:xfrm>
          <a:prstGeom prst="straightConnector1">
            <a:avLst/>
          </a:prstGeom>
          <a:noFill/>
          <a:ln cap="flat" cmpd="sng" w="28575">
            <a:solidFill>
              <a:schemeClr val="dk1"/>
            </a:solidFill>
            <a:prstDash val="solid"/>
            <a:round/>
            <a:headEnd len="sm" w="sm" type="none"/>
            <a:tailEnd len="sm" w="sm" type="none"/>
          </a:ln>
        </p:spPr>
      </p:cxnSp>
      <p:sp>
        <p:nvSpPr>
          <p:cNvPr id="261" name="Google Shape;261;g27441296518_1_94"/>
          <p:cNvSpPr txBox="1"/>
          <p:nvPr/>
        </p:nvSpPr>
        <p:spPr>
          <a:xfrm>
            <a:off x="1293375" y="5449300"/>
            <a:ext cx="52638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rgbClr val="000000"/>
                </a:solidFill>
                <a:latin typeface="Patrick Hand"/>
                <a:ea typeface="Patrick Hand"/>
                <a:cs typeface="Patrick Hand"/>
                <a:sym typeface="Patrick Hand"/>
              </a:rPr>
              <a:t>Representación bloques multibase</a:t>
            </a:r>
            <a:endParaRPr b="0" i="0" sz="1400" u="none" cap="none" strike="noStrike">
              <a:solidFill>
                <a:srgbClr val="000000"/>
              </a:solidFill>
              <a:latin typeface="Arial"/>
              <a:ea typeface="Arial"/>
              <a:cs typeface="Arial"/>
              <a:sym typeface="Arial"/>
            </a:endParaRPr>
          </a:p>
        </p:txBody>
      </p:sp>
      <p:pic>
        <p:nvPicPr>
          <p:cNvPr id="262" name="Google Shape;262;g27441296518_1_94"/>
          <p:cNvPicPr preferRelativeResize="0"/>
          <p:nvPr/>
        </p:nvPicPr>
        <p:blipFill>
          <a:blip r:embed="rId7">
            <a:alphaModFix/>
          </a:blip>
          <a:stretch>
            <a:fillRect/>
          </a:stretch>
        </p:blipFill>
        <p:spPr>
          <a:xfrm>
            <a:off x="11039400" y="52346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Forma&#10;&#10;Descripción generada automáticamente con confianza media" id="267" name="Google Shape;267;g27490bc1ddc_0_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268" name="Google Shape;268;g27490bc1ddc_0_0"/>
          <p:cNvSpPr txBox="1"/>
          <p:nvPr/>
        </p:nvSpPr>
        <p:spPr>
          <a:xfrm>
            <a:off x="3570125" y="195075"/>
            <a:ext cx="83859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s-ES" sz="3400" u="none" cap="none" strike="noStrike">
                <a:solidFill>
                  <a:schemeClr val="dk1"/>
                </a:solidFill>
                <a:latin typeface="Patrick Hand"/>
                <a:ea typeface="Patrick Hand"/>
                <a:cs typeface="Patrick Hand"/>
                <a:sym typeface="Patrick Hand"/>
              </a:rPr>
              <a:t>Pasos para resolver una resta con desagrupación</a:t>
            </a:r>
            <a:endParaRPr b="1" i="0" sz="1800" u="none" cap="none" strike="noStrike">
              <a:solidFill>
                <a:srgbClr val="000000"/>
              </a:solidFill>
              <a:latin typeface="Arial"/>
              <a:ea typeface="Arial"/>
              <a:cs typeface="Arial"/>
              <a:sym typeface="Arial"/>
            </a:endParaRPr>
          </a:p>
        </p:txBody>
      </p:sp>
      <p:sp>
        <p:nvSpPr>
          <p:cNvPr id="269" name="Google Shape;269;g27490bc1ddc_0_0"/>
          <p:cNvSpPr txBox="1"/>
          <p:nvPr/>
        </p:nvSpPr>
        <p:spPr>
          <a:xfrm>
            <a:off x="4087625" y="1044875"/>
            <a:ext cx="81003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 En este caso 1 - 3. No puedo restarlo por lo tanto tendré que desagrupar una decena. </a:t>
            </a:r>
            <a:endParaRPr b="0" i="0" sz="2900" u="none" cap="none" strike="noStrike">
              <a:solidFill>
                <a:schemeClr val="dk1"/>
              </a:solidFill>
              <a:latin typeface="Patrick Hand"/>
              <a:ea typeface="Patrick Hand"/>
              <a:cs typeface="Patrick Hand"/>
              <a:sym typeface="Patrick Hand"/>
            </a:endParaRPr>
          </a:p>
        </p:txBody>
      </p:sp>
      <p:sp>
        <p:nvSpPr>
          <p:cNvPr id="270" name="Google Shape;270;g27490bc1ddc_0_0"/>
          <p:cNvSpPr txBox="1"/>
          <p:nvPr/>
        </p:nvSpPr>
        <p:spPr>
          <a:xfrm>
            <a:off x="4171025" y="2642225"/>
            <a:ext cx="8100300" cy="1523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Al desagrupar la decena, las unidades del </a:t>
            </a:r>
            <a:r>
              <a:rPr lang="es-ES" sz="2900">
                <a:solidFill>
                  <a:schemeClr val="dk1"/>
                </a:solidFill>
                <a:latin typeface="Patrick Hand"/>
                <a:ea typeface="Patrick Hand"/>
                <a:cs typeface="Patrick Hand"/>
                <a:sym typeface="Patrick Hand"/>
              </a:rPr>
              <a:t>minuendo </a:t>
            </a:r>
            <a:r>
              <a:rPr b="0" i="0" lang="es-ES" sz="2900" u="none" cap="none" strike="noStrike">
                <a:solidFill>
                  <a:schemeClr val="dk1"/>
                </a:solidFill>
                <a:latin typeface="Patrick Hand"/>
                <a:ea typeface="Patrick Hand"/>
                <a:cs typeface="Patrick Hand"/>
                <a:sym typeface="Patrick Hand"/>
              </a:rPr>
              <a:t>se transformaron en 11 ( 1 d + 1 u= 11 u) y las D en 1 (desagrupamos una)</a:t>
            </a:r>
            <a:endParaRPr b="0" i="0" sz="2900" u="none" cap="none" strike="noStrike">
              <a:solidFill>
                <a:schemeClr val="dk1"/>
              </a:solidFill>
              <a:latin typeface="Patrick Hand"/>
              <a:ea typeface="Patrick Hand"/>
              <a:cs typeface="Patrick Hand"/>
              <a:sym typeface="Patrick Hand"/>
            </a:endParaRPr>
          </a:p>
        </p:txBody>
      </p:sp>
      <p:sp>
        <p:nvSpPr>
          <p:cNvPr id="271" name="Google Shape;271;g27490bc1ddc_0_0"/>
          <p:cNvSpPr txBox="1"/>
          <p:nvPr/>
        </p:nvSpPr>
        <p:spPr>
          <a:xfrm>
            <a:off x="4167125" y="5165088"/>
            <a:ext cx="7788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unidades 11-3 = 8. Escribo 8 bajo las unidades.</a:t>
            </a:r>
            <a:endParaRPr b="0" i="0" sz="2900" u="none" cap="none" strike="noStrike">
              <a:solidFill>
                <a:schemeClr val="dk1"/>
              </a:solidFill>
              <a:latin typeface="Patrick Hand"/>
              <a:ea typeface="Patrick Hand"/>
              <a:cs typeface="Patrick Hand"/>
              <a:sym typeface="Patrick Hand"/>
            </a:endParaRPr>
          </a:p>
        </p:txBody>
      </p:sp>
      <p:sp>
        <p:nvSpPr>
          <p:cNvPr id="272" name="Google Shape;272;g27490bc1ddc_0_0"/>
          <p:cNvSpPr/>
          <p:nvPr/>
        </p:nvSpPr>
        <p:spPr>
          <a:xfrm>
            <a:off x="3478025" y="12725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73" name="Google Shape;273;g27490bc1ddc_0_0"/>
          <p:cNvSpPr/>
          <p:nvPr/>
        </p:nvSpPr>
        <p:spPr>
          <a:xfrm>
            <a:off x="3478025" y="26811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274" name="Google Shape;274;g27490bc1ddc_0_0"/>
          <p:cNvSpPr/>
          <p:nvPr/>
        </p:nvSpPr>
        <p:spPr>
          <a:xfrm>
            <a:off x="3478025" y="5213663"/>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cxnSp>
        <p:nvCxnSpPr>
          <p:cNvPr id="275" name="Google Shape;275;g27490bc1ddc_0_0"/>
          <p:cNvCxnSpPr/>
          <p:nvPr/>
        </p:nvCxnSpPr>
        <p:spPr>
          <a:xfrm>
            <a:off x="1423850" y="2801525"/>
            <a:ext cx="1401300" cy="6000"/>
          </a:xfrm>
          <a:prstGeom prst="straightConnector1">
            <a:avLst/>
          </a:prstGeom>
          <a:noFill/>
          <a:ln cap="flat" cmpd="sng" w="9525">
            <a:solidFill>
              <a:schemeClr val="dk1"/>
            </a:solidFill>
            <a:prstDash val="solid"/>
            <a:round/>
            <a:headEnd len="sm" w="sm" type="none"/>
            <a:tailEnd len="sm" w="sm" type="none"/>
          </a:ln>
        </p:spPr>
      </p:cxnSp>
      <p:sp>
        <p:nvSpPr>
          <p:cNvPr id="276" name="Google Shape;276;g27490bc1ddc_0_0"/>
          <p:cNvSpPr txBox="1"/>
          <p:nvPr/>
        </p:nvSpPr>
        <p:spPr>
          <a:xfrm>
            <a:off x="1001600" y="319225"/>
            <a:ext cx="2245800" cy="26475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3 2 1</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1 4  3</a:t>
            </a:r>
            <a:endParaRPr b="0" i="0" sz="4000" u="none" cap="none" strike="noStrike">
              <a:solidFill>
                <a:schemeClr val="dk1"/>
              </a:solidFill>
              <a:latin typeface="Patrick Hand"/>
              <a:ea typeface="Patrick Hand"/>
              <a:cs typeface="Patrick Hand"/>
              <a:sym typeface="Patrick Hand"/>
            </a:endParaRPr>
          </a:p>
        </p:txBody>
      </p:sp>
      <p:sp>
        <p:nvSpPr>
          <p:cNvPr id="277" name="Google Shape;277;g27490bc1ddc_0_0"/>
          <p:cNvSpPr/>
          <p:nvPr/>
        </p:nvSpPr>
        <p:spPr>
          <a:xfrm>
            <a:off x="1898300" y="12278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a:t>
            </a:r>
            <a:endParaRPr b="0" i="0" sz="2500" u="none" cap="none" strike="noStrike">
              <a:solidFill>
                <a:srgbClr val="000000"/>
              </a:solidFill>
              <a:latin typeface="Patrick Hand"/>
              <a:ea typeface="Patrick Hand"/>
              <a:cs typeface="Patrick Hand"/>
              <a:sym typeface="Patrick Hand"/>
            </a:endParaRPr>
          </a:p>
        </p:txBody>
      </p:sp>
      <p:sp>
        <p:nvSpPr>
          <p:cNvPr id="278" name="Google Shape;278;g27490bc1ddc_0_0"/>
          <p:cNvSpPr txBox="1"/>
          <p:nvPr/>
        </p:nvSpPr>
        <p:spPr>
          <a:xfrm>
            <a:off x="1157350" y="218175"/>
            <a:ext cx="22458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   C  D   U</a:t>
            </a:r>
            <a:endParaRPr b="0" i="0" sz="500" u="none" cap="none" strike="noStrike">
              <a:solidFill>
                <a:srgbClr val="000000"/>
              </a:solidFill>
              <a:latin typeface="Arial"/>
              <a:ea typeface="Arial"/>
              <a:cs typeface="Arial"/>
              <a:sym typeface="Arial"/>
            </a:endParaRPr>
          </a:p>
        </p:txBody>
      </p:sp>
      <p:cxnSp>
        <p:nvCxnSpPr>
          <p:cNvPr id="279" name="Google Shape;279;g27490bc1ddc_0_0"/>
          <p:cNvCxnSpPr/>
          <p:nvPr/>
        </p:nvCxnSpPr>
        <p:spPr>
          <a:xfrm>
            <a:off x="1893500" y="1602600"/>
            <a:ext cx="462000" cy="639600"/>
          </a:xfrm>
          <a:prstGeom prst="straightConnector1">
            <a:avLst/>
          </a:prstGeom>
          <a:noFill/>
          <a:ln cap="flat" cmpd="sng" w="28575">
            <a:solidFill>
              <a:srgbClr val="009287"/>
            </a:solidFill>
            <a:prstDash val="solid"/>
            <a:round/>
            <a:headEnd len="sm" w="sm" type="none"/>
            <a:tailEnd len="sm" w="sm" type="none"/>
          </a:ln>
        </p:spPr>
      </p:cxnSp>
      <p:sp>
        <p:nvSpPr>
          <p:cNvPr id="280" name="Google Shape;280;g27490bc1ddc_0_0"/>
          <p:cNvSpPr/>
          <p:nvPr/>
        </p:nvSpPr>
        <p:spPr>
          <a:xfrm>
            <a:off x="2363150" y="1221300"/>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cxnSp>
        <p:nvCxnSpPr>
          <p:cNvPr id="281" name="Google Shape;281;g27490bc1ddc_0_0"/>
          <p:cNvCxnSpPr/>
          <p:nvPr/>
        </p:nvCxnSpPr>
        <p:spPr>
          <a:xfrm>
            <a:off x="2259100" y="169082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82" name="Google Shape;282;g27490bc1ddc_0_0"/>
          <p:cNvCxnSpPr/>
          <p:nvPr/>
        </p:nvCxnSpPr>
        <p:spPr>
          <a:xfrm>
            <a:off x="1423850" y="5544725"/>
            <a:ext cx="1401300" cy="6000"/>
          </a:xfrm>
          <a:prstGeom prst="straightConnector1">
            <a:avLst/>
          </a:prstGeom>
          <a:noFill/>
          <a:ln cap="flat" cmpd="sng" w="9525">
            <a:solidFill>
              <a:schemeClr val="dk1"/>
            </a:solidFill>
            <a:prstDash val="solid"/>
            <a:round/>
            <a:headEnd len="sm" w="sm" type="none"/>
            <a:tailEnd len="sm" w="sm" type="none"/>
          </a:ln>
        </p:spPr>
      </p:cxnSp>
      <p:sp>
        <p:nvSpPr>
          <p:cNvPr id="283" name="Google Shape;283;g27490bc1ddc_0_0"/>
          <p:cNvSpPr txBox="1"/>
          <p:nvPr/>
        </p:nvSpPr>
        <p:spPr>
          <a:xfrm>
            <a:off x="1001600" y="3062425"/>
            <a:ext cx="2245800" cy="26475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3 2 1</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1 4  3</a:t>
            </a:r>
            <a:endParaRPr b="0" i="0" sz="4000" u="none" cap="none" strike="noStrike">
              <a:solidFill>
                <a:schemeClr val="dk1"/>
              </a:solidFill>
              <a:latin typeface="Patrick Hand"/>
              <a:ea typeface="Patrick Hand"/>
              <a:cs typeface="Patrick Hand"/>
              <a:sym typeface="Patrick Hand"/>
            </a:endParaRPr>
          </a:p>
        </p:txBody>
      </p:sp>
      <p:sp>
        <p:nvSpPr>
          <p:cNvPr id="284" name="Google Shape;284;g27490bc1ddc_0_0"/>
          <p:cNvSpPr txBox="1"/>
          <p:nvPr/>
        </p:nvSpPr>
        <p:spPr>
          <a:xfrm>
            <a:off x="1233550" y="3268550"/>
            <a:ext cx="22458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   C  D   U</a:t>
            </a:r>
            <a:endParaRPr b="0" i="0" sz="500" u="none" cap="none" strike="noStrike">
              <a:solidFill>
                <a:srgbClr val="000000"/>
              </a:solidFill>
              <a:latin typeface="Arial"/>
              <a:ea typeface="Arial"/>
              <a:cs typeface="Arial"/>
              <a:sym typeface="Arial"/>
            </a:endParaRPr>
          </a:p>
        </p:txBody>
      </p:sp>
      <p:sp>
        <p:nvSpPr>
          <p:cNvPr id="285" name="Google Shape;285;g27490bc1ddc_0_0"/>
          <p:cNvSpPr/>
          <p:nvPr/>
        </p:nvSpPr>
        <p:spPr>
          <a:xfrm>
            <a:off x="2363150" y="4040700"/>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286" name="Google Shape;286;g27490bc1ddc_0_0"/>
          <p:cNvSpPr/>
          <p:nvPr/>
        </p:nvSpPr>
        <p:spPr>
          <a:xfrm>
            <a:off x="1898300" y="40472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a:t>
            </a:r>
            <a:endParaRPr b="0" i="0" sz="2500" u="none" cap="none" strike="noStrike">
              <a:solidFill>
                <a:srgbClr val="000000"/>
              </a:solidFill>
              <a:latin typeface="Patrick Hand"/>
              <a:ea typeface="Patrick Hand"/>
              <a:cs typeface="Patrick Hand"/>
              <a:sym typeface="Patrick Hand"/>
            </a:endParaRPr>
          </a:p>
        </p:txBody>
      </p:sp>
      <p:sp>
        <p:nvSpPr>
          <p:cNvPr id="287" name="Google Shape;287;g27490bc1ddc_0_0"/>
          <p:cNvSpPr txBox="1"/>
          <p:nvPr/>
        </p:nvSpPr>
        <p:spPr>
          <a:xfrm>
            <a:off x="2284925" y="5477925"/>
            <a:ext cx="8229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cxnSp>
        <p:nvCxnSpPr>
          <p:cNvPr id="288" name="Google Shape;288;g27490bc1ddc_0_0"/>
          <p:cNvCxnSpPr/>
          <p:nvPr/>
        </p:nvCxnSpPr>
        <p:spPr>
          <a:xfrm>
            <a:off x="1898300" y="4417738"/>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89" name="Google Shape;289;g27490bc1ddc_0_0"/>
          <p:cNvCxnSpPr/>
          <p:nvPr/>
        </p:nvCxnSpPr>
        <p:spPr>
          <a:xfrm>
            <a:off x="2259100" y="4417738"/>
            <a:ext cx="462000" cy="639600"/>
          </a:xfrm>
          <a:prstGeom prst="straightConnector1">
            <a:avLst/>
          </a:prstGeom>
          <a:noFill/>
          <a:ln cap="flat" cmpd="sng" w="28575">
            <a:solidFill>
              <a:srgbClr val="009287"/>
            </a:solidFill>
            <a:prstDash val="solid"/>
            <a:round/>
            <a:headEnd len="sm" w="sm" type="none"/>
            <a:tailEnd len="sm" w="sm" type="none"/>
          </a:ln>
        </p:spPr>
      </p:cxnSp>
      <p:sp>
        <p:nvSpPr>
          <p:cNvPr id="290" name="Google Shape;290;g27490bc1ddc_0_0"/>
          <p:cNvSpPr/>
          <p:nvPr/>
        </p:nvSpPr>
        <p:spPr>
          <a:xfrm>
            <a:off x="1157350" y="355325"/>
            <a:ext cx="1863000" cy="2858700"/>
          </a:xfrm>
          <a:prstGeom prst="rect">
            <a:avLst/>
          </a:prstGeom>
          <a:no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1" name="Google Shape;291;g27490bc1ddc_0_0"/>
          <p:cNvSpPr/>
          <p:nvPr/>
        </p:nvSpPr>
        <p:spPr>
          <a:xfrm>
            <a:off x="1157350" y="3366850"/>
            <a:ext cx="1863000" cy="2858700"/>
          </a:xfrm>
          <a:prstGeom prst="rect">
            <a:avLst/>
          </a:prstGeom>
          <a:no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descr="Forma&#10;&#10;Descripción generada automáticamente con confianza media" id="296" name="Google Shape;296;g27490bc1ddc_0_31"/>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297" name="Google Shape;297;g27490bc1ddc_0_31"/>
          <p:cNvSpPr txBox="1"/>
          <p:nvPr/>
        </p:nvSpPr>
        <p:spPr>
          <a:xfrm>
            <a:off x="5258975" y="431525"/>
            <a:ext cx="46626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500" u="none" cap="none" strike="noStrike">
                <a:solidFill>
                  <a:schemeClr val="dk1"/>
                </a:solidFill>
                <a:latin typeface="Patrick Hand"/>
                <a:ea typeface="Patrick Hand"/>
                <a:cs typeface="Patrick Hand"/>
                <a:sym typeface="Patrick Hand"/>
              </a:rPr>
              <a:t>Resta con desagrupación</a:t>
            </a:r>
            <a:endParaRPr b="1" i="0" sz="1900" u="none" cap="none" strike="noStrike">
              <a:solidFill>
                <a:srgbClr val="000000"/>
              </a:solidFill>
              <a:latin typeface="Arial"/>
              <a:ea typeface="Arial"/>
              <a:cs typeface="Arial"/>
              <a:sym typeface="Arial"/>
            </a:endParaRPr>
          </a:p>
        </p:txBody>
      </p:sp>
      <p:cxnSp>
        <p:nvCxnSpPr>
          <p:cNvPr id="298" name="Google Shape;298;g27490bc1ddc_0_31"/>
          <p:cNvCxnSpPr/>
          <p:nvPr/>
        </p:nvCxnSpPr>
        <p:spPr>
          <a:xfrm>
            <a:off x="1517725" y="2783375"/>
            <a:ext cx="1401300" cy="6000"/>
          </a:xfrm>
          <a:prstGeom prst="straightConnector1">
            <a:avLst/>
          </a:prstGeom>
          <a:noFill/>
          <a:ln cap="flat" cmpd="sng" w="9525">
            <a:solidFill>
              <a:schemeClr val="dk1"/>
            </a:solidFill>
            <a:prstDash val="solid"/>
            <a:round/>
            <a:headEnd len="sm" w="sm" type="none"/>
            <a:tailEnd len="sm" w="sm" type="none"/>
          </a:ln>
        </p:spPr>
      </p:cxnSp>
      <p:sp>
        <p:nvSpPr>
          <p:cNvPr id="299" name="Google Shape;299;g27490bc1ddc_0_31"/>
          <p:cNvSpPr txBox="1"/>
          <p:nvPr/>
        </p:nvSpPr>
        <p:spPr>
          <a:xfrm>
            <a:off x="1082600" y="302875"/>
            <a:ext cx="2245800" cy="31863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39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 </a:t>
            </a:r>
            <a:endParaRPr b="0" i="0" sz="39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 3 2 1</a:t>
            </a:r>
            <a:endParaRPr b="0" i="0" sz="39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3900"/>
              <a:buFont typeface="Patrick Hand"/>
              <a:buChar char="-"/>
            </a:pPr>
            <a:r>
              <a:rPr b="0" i="0" lang="es-ES" sz="3900" u="none" cap="none" strike="noStrike">
                <a:solidFill>
                  <a:schemeClr val="dk1"/>
                </a:solidFill>
                <a:latin typeface="Patrick Hand"/>
                <a:ea typeface="Patrick Hand"/>
                <a:cs typeface="Patrick Hand"/>
                <a:sym typeface="Patrick Hand"/>
              </a:rPr>
              <a:t> 1 4  3</a:t>
            </a:r>
            <a:endParaRPr b="0" i="0" sz="3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900"/>
              <a:buFont typeface="Arial"/>
              <a:buNone/>
            </a:pPr>
            <a:r>
              <a:rPr b="0" i="0" lang="es-ES" sz="3900" u="none" cap="none" strike="noStrike">
                <a:solidFill>
                  <a:schemeClr val="dk1"/>
                </a:solidFill>
                <a:latin typeface="Patrick Hand"/>
                <a:ea typeface="Patrick Hand"/>
                <a:cs typeface="Patrick Hand"/>
                <a:sym typeface="Patrick Hand"/>
              </a:rPr>
              <a:t>           8</a:t>
            </a:r>
            <a:endParaRPr b="0" i="0" sz="3900" u="none" cap="none" strike="noStrike">
              <a:solidFill>
                <a:schemeClr val="dk1"/>
              </a:solidFill>
              <a:latin typeface="Patrick Hand"/>
              <a:ea typeface="Patrick Hand"/>
              <a:cs typeface="Patrick Hand"/>
              <a:sym typeface="Patrick Hand"/>
            </a:endParaRPr>
          </a:p>
        </p:txBody>
      </p:sp>
      <p:sp>
        <p:nvSpPr>
          <p:cNvPr id="300" name="Google Shape;300;g27490bc1ddc_0_31"/>
          <p:cNvSpPr txBox="1"/>
          <p:nvPr/>
        </p:nvSpPr>
        <p:spPr>
          <a:xfrm>
            <a:off x="4322450" y="1404275"/>
            <a:ext cx="79170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 1- 4. No se puede, por lo que debo desagrupar 1 C. Quedandome 11 en las D y 2 en las C.</a:t>
            </a:r>
            <a:endParaRPr b="0" i="0" sz="2900" u="none" cap="none" strike="noStrike">
              <a:solidFill>
                <a:schemeClr val="dk1"/>
              </a:solidFill>
              <a:latin typeface="Patrick Hand"/>
              <a:ea typeface="Patrick Hand"/>
              <a:cs typeface="Patrick Hand"/>
              <a:sym typeface="Patrick Hand"/>
            </a:endParaRPr>
          </a:p>
        </p:txBody>
      </p:sp>
      <p:sp>
        <p:nvSpPr>
          <p:cNvPr id="301" name="Google Shape;301;g27490bc1ddc_0_31"/>
          <p:cNvSpPr/>
          <p:nvPr/>
        </p:nvSpPr>
        <p:spPr>
          <a:xfrm>
            <a:off x="3478025" y="150900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4</a:t>
            </a:r>
            <a:endParaRPr b="0" i="0" sz="3000" u="none" cap="none" strike="noStrike">
              <a:solidFill>
                <a:srgbClr val="000000"/>
              </a:solidFill>
              <a:latin typeface="Patrick Hand"/>
              <a:ea typeface="Patrick Hand"/>
              <a:cs typeface="Patrick Hand"/>
              <a:sym typeface="Patrick Hand"/>
            </a:endParaRPr>
          </a:p>
        </p:txBody>
      </p:sp>
      <p:sp>
        <p:nvSpPr>
          <p:cNvPr id="302" name="Google Shape;302;g27490bc1ddc_0_31"/>
          <p:cNvSpPr/>
          <p:nvPr/>
        </p:nvSpPr>
        <p:spPr>
          <a:xfrm>
            <a:off x="1898300" y="1121088"/>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a:t>
            </a:r>
            <a:endParaRPr b="0" i="0" sz="2500" u="none" cap="none" strike="noStrike">
              <a:solidFill>
                <a:srgbClr val="000000"/>
              </a:solidFill>
              <a:latin typeface="Patrick Hand"/>
              <a:ea typeface="Patrick Hand"/>
              <a:cs typeface="Patrick Hand"/>
              <a:sym typeface="Patrick Hand"/>
            </a:endParaRPr>
          </a:p>
        </p:txBody>
      </p:sp>
      <p:sp>
        <p:nvSpPr>
          <p:cNvPr id="303" name="Google Shape;303;g27490bc1ddc_0_31"/>
          <p:cNvSpPr txBox="1"/>
          <p:nvPr/>
        </p:nvSpPr>
        <p:spPr>
          <a:xfrm>
            <a:off x="4386500" y="4063900"/>
            <a:ext cx="7788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decenas 11-4 = 7. Escribo 7 bajo las decenas.</a:t>
            </a:r>
            <a:endParaRPr b="0" i="0" sz="2900" u="none" cap="none" strike="noStrike">
              <a:solidFill>
                <a:schemeClr val="dk1"/>
              </a:solidFill>
              <a:latin typeface="Patrick Hand"/>
              <a:ea typeface="Patrick Hand"/>
              <a:cs typeface="Patrick Hand"/>
              <a:sym typeface="Patrick Hand"/>
            </a:endParaRPr>
          </a:p>
        </p:txBody>
      </p:sp>
      <p:sp>
        <p:nvSpPr>
          <p:cNvPr id="304" name="Google Shape;304;g27490bc1ddc_0_31"/>
          <p:cNvSpPr txBox="1"/>
          <p:nvPr/>
        </p:nvSpPr>
        <p:spPr>
          <a:xfrm>
            <a:off x="4322450" y="5058238"/>
            <a:ext cx="77889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centenas 2-1 = 1. Escribo 1 bajo las centenas.</a:t>
            </a:r>
            <a:endParaRPr b="0" i="0" sz="2900" u="none" cap="none" strike="noStrike">
              <a:solidFill>
                <a:schemeClr val="dk1"/>
              </a:solidFill>
              <a:latin typeface="Patrick Hand"/>
              <a:ea typeface="Patrick Hand"/>
              <a:cs typeface="Patrick Hand"/>
              <a:sym typeface="Patrick Hand"/>
            </a:endParaRPr>
          </a:p>
        </p:txBody>
      </p:sp>
      <p:sp>
        <p:nvSpPr>
          <p:cNvPr id="305" name="Google Shape;305;g27490bc1ddc_0_31"/>
          <p:cNvSpPr/>
          <p:nvPr/>
        </p:nvSpPr>
        <p:spPr>
          <a:xfrm>
            <a:off x="3478025" y="4132488"/>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5</a:t>
            </a:r>
            <a:endParaRPr b="0" i="0" sz="3000" u="none" cap="none" strike="noStrike">
              <a:solidFill>
                <a:srgbClr val="000000"/>
              </a:solidFill>
              <a:latin typeface="Patrick Hand"/>
              <a:ea typeface="Patrick Hand"/>
              <a:cs typeface="Patrick Hand"/>
              <a:sym typeface="Patrick Hand"/>
            </a:endParaRPr>
          </a:p>
        </p:txBody>
      </p:sp>
      <p:sp>
        <p:nvSpPr>
          <p:cNvPr id="306" name="Google Shape;306;g27490bc1ddc_0_31"/>
          <p:cNvSpPr/>
          <p:nvPr/>
        </p:nvSpPr>
        <p:spPr>
          <a:xfrm>
            <a:off x="3478025" y="515580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6</a:t>
            </a:r>
            <a:endParaRPr b="0" i="0" sz="3000" u="none" cap="none" strike="noStrike">
              <a:solidFill>
                <a:srgbClr val="000000"/>
              </a:solidFill>
              <a:latin typeface="Patrick Hand"/>
              <a:ea typeface="Patrick Hand"/>
              <a:cs typeface="Patrick Hand"/>
              <a:sym typeface="Patrick Hand"/>
            </a:endParaRPr>
          </a:p>
        </p:txBody>
      </p:sp>
      <p:sp>
        <p:nvSpPr>
          <p:cNvPr id="307" name="Google Shape;307;g27490bc1ddc_0_31"/>
          <p:cNvSpPr/>
          <p:nvPr/>
        </p:nvSpPr>
        <p:spPr>
          <a:xfrm>
            <a:off x="1436300" y="1121100"/>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2</a:t>
            </a:r>
            <a:endParaRPr b="0" i="0" sz="2500" u="none" cap="none" strike="noStrike">
              <a:solidFill>
                <a:srgbClr val="000000"/>
              </a:solidFill>
              <a:latin typeface="Patrick Hand"/>
              <a:ea typeface="Patrick Hand"/>
              <a:cs typeface="Patrick Hand"/>
              <a:sym typeface="Patrick Hand"/>
            </a:endParaRPr>
          </a:p>
        </p:txBody>
      </p:sp>
      <p:cxnSp>
        <p:nvCxnSpPr>
          <p:cNvPr id="308" name="Google Shape;308;g27490bc1ddc_0_31"/>
          <p:cNvCxnSpPr/>
          <p:nvPr/>
        </p:nvCxnSpPr>
        <p:spPr>
          <a:xfrm>
            <a:off x="1665350" y="167702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309" name="Google Shape;309;g27490bc1ddc_0_31"/>
          <p:cNvCxnSpPr/>
          <p:nvPr/>
        </p:nvCxnSpPr>
        <p:spPr>
          <a:xfrm>
            <a:off x="1974500" y="1677025"/>
            <a:ext cx="462000" cy="639600"/>
          </a:xfrm>
          <a:prstGeom prst="straightConnector1">
            <a:avLst/>
          </a:prstGeom>
          <a:noFill/>
          <a:ln cap="flat" cmpd="sng" w="28575">
            <a:solidFill>
              <a:srgbClr val="009287"/>
            </a:solidFill>
            <a:prstDash val="solid"/>
            <a:round/>
            <a:headEnd len="sm" w="sm" type="none"/>
            <a:tailEnd len="sm" w="sm" type="none"/>
          </a:ln>
        </p:spPr>
      </p:cxnSp>
      <p:sp>
        <p:nvSpPr>
          <p:cNvPr id="310" name="Google Shape;310;g27490bc1ddc_0_31"/>
          <p:cNvSpPr/>
          <p:nvPr/>
        </p:nvSpPr>
        <p:spPr>
          <a:xfrm>
            <a:off x="2360300" y="1121100"/>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cxnSp>
        <p:nvCxnSpPr>
          <p:cNvPr id="311" name="Google Shape;311;g27490bc1ddc_0_31"/>
          <p:cNvCxnSpPr/>
          <p:nvPr/>
        </p:nvCxnSpPr>
        <p:spPr>
          <a:xfrm>
            <a:off x="2436500" y="167702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312" name="Google Shape;312;g27490bc1ddc_0_31"/>
          <p:cNvCxnSpPr/>
          <p:nvPr/>
        </p:nvCxnSpPr>
        <p:spPr>
          <a:xfrm>
            <a:off x="1898300" y="1014450"/>
            <a:ext cx="462000" cy="639600"/>
          </a:xfrm>
          <a:prstGeom prst="straightConnector1">
            <a:avLst/>
          </a:prstGeom>
          <a:noFill/>
          <a:ln cap="flat" cmpd="sng" w="28575">
            <a:solidFill>
              <a:srgbClr val="009287"/>
            </a:solidFill>
            <a:prstDash val="solid"/>
            <a:round/>
            <a:headEnd len="sm" w="sm" type="none"/>
            <a:tailEnd len="sm" w="sm" type="none"/>
          </a:ln>
        </p:spPr>
      </p:cxnSp>
      <p:sp>
        <p:nvSpPr>
          <p:cNvPr id="313" name="Google Shape;313;g27490bc1ddc_0_31"/>
          <p:cNvSpPr/>
          <p:nvPr/>
        </p:nvSpPr>
        <p:spPr>
          <a:xfrm>
            <a:off x="1898300" y="6182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cxnSp>
        <p:nvCxnSpPr>
          <p:cNvPr id="314" name="Google Shape;314;g27490bc1ddc_0_31"/>
          <p:cNvCxnSpPr/>
          <p:nvPr/>
        </p:nvCxnSpPr>
        <p:spPr>
          <a:xfrm>
            <a:off x="1517725" y="5983775"/>
            <a:ext cx="1401300" cy="6000"/>
          </a:xfrm>
          <a:prstGeom prst="straightConnector1">
            <a:avLst/>
          </a:prstGeom>
          <a:noFill/>
          <a:ln cap="flat" cmpd="sng" w="9525">
            <a:solidFill>
              <a:schemeClr val="dk1"/>
            </a:solidFill>
            <a:prstDash val="solid"/>
            <a:round/>
            <a:headEnd len="sm" w="sm" type="none"/>
            <a:tailEnd len="sm" w="sm" type="none"/>
          </a:ln>
        </p:spPr>
      </p:cxnSp>
      <p:sp>
        <p:nvSpPr>
          <p:cNvPr id="315" name="Google Shape;315;g27490bc1ddc_0_31"/>
          <p:cNvSpPr txBox="1"/>
          <p:nvPr/>
        </p:nvSpPr>
        <p:spPr>
          <a:xfrm>
            <a:off x="1082600" y="3427075"/>
            <a:ext cx="2245800" cy="31863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39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 </a:t>
            </a:r>
            <a:endParaRPr b="0" i="0" sz="39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 3 2 1</a:t>
            </a:r>
            <a:endParaRPr b="0" i="0" sz="39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3900"/>
              <a:buFont typeface="Patrick Hand"/>
              <a:buChar char="-"/>
            </a:pPr>
            <a:r>
              <a:rPr b="0" i="0" lang="es-ES" sz="3900" u="none" cap="none" strike="noStrike">
                <a:solidFill>
                  <a:schemeClr val="dk1"/>
                </a:solidFill>
                <a:latin typeface="Patrick Hand"/>
                <a:ea typeface="Patrick Hand"/>
                <a:cs typeface="Patrick Hand"/>
                <a:sym typeface="Patrick Hand"/>
              </a:rPr>
              <a:t> 1 4  3</a:t>
            </a:r>
            <a:endParaRPr b="0" i="0" sz="3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900"/>
              <a:buFont typeface="Arial"/>
              <a:buNone/>
            </a:pPr>
            <a:r>
              <a:rPr b="0" i="0" lang="es-ES" sz="3900" u="none" cap="none" strike="noStrike">
                <a:solidFill>
                  <a:schemeClr val="dk1"/>
                </a:solidFill>
                <a:latin typeface="Patrick Hand"/>
                <a:ea typeface="Patrick Hand"/>
                <a:cs typeface="Patrick Hand"/>
                <a:sym typeface="Patrick Hand"/>
              </a:rPr>
              <a:t>           8</a:t>
            </a:r>
            <a:endParaRPr b="0" i="0" sz="3900" u="none" cap="none" strike="noStrike">
              <a:solidFill>
                <a:schemeClr val="dk1"/>
              </a:solidFill>
              <a:latin typeface="Patrick Hand"/>
              <a:ea typeface="Patrick Hand"/>
              <a:cs typeface="Patrick Hand"/>
              <a:sym typeface="Patrick Hand"/>
            </a:endParaRPr>
          </a:p>
        </p:txBody>
      </p:sp>
      <p:sp>
        <p:nvSpPr>
          <p:cNvPr id="316" name="Google Shape;316;g27490bc1ddc_0_31"/>
          <p:cNvSpPr/>
          <p:nvPr/>
        </p:nvSpPr>
        <p:spPr>
          <a:xfrm>
            <a:off x="1974500" y="4321488"/>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a:t>
            </a:r>
            <a:endParaRPr b="0" i="0" sz="2500" u="none" cap="none" strike="noStrike">
              <a:solidFill>
                <a:srgbClr val="000000"/>
              </a:solidFill>
              <a:latin typeface="Patrick Hand"/>
              <a:ea typeface="Patrick Hand"/>
              <a:cs typeface="Patrick Hand"/>
              <a:sym typeface="Patrick Hand"/>
            </a:endParaRPr>
          </a:p>
        </p:txBody>
      </p:sp>
      <p:sp>
        <p:nvSpPr>
          <p:cNvPr id="317" name="Google Shape;317;g27490bc1ddc_0_31"/>
          <p:cNvSpPr/>
          <p:nvPr/>
        </p:nvSpPr>
        <p:spPr>
          <a:xfrm>
            <a:off x="1512500" y="4321500"/>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2</a:t>
            </a:r>
            <a:endParaRPr b="0" i="0" sz="2500" u="none" cap="none" strike="noStrike">
              <a:solidFill>
                <a:srgbClr val="000000"/>
              </a:solidFill>
              <a:latin typeface="Patrick Hand"/>
              <a:ea typeface="Patrick Hand"/>
              <a:cs typeface="Patrick Hand"/>
              <a:sym typeface="Patrick Hand"/>
            </a:endParaRPr>
          </a:p>
        </p:txBody>
      </p:sp>
      <p:cxnSp>
        <p:nvCxnSpPr>
          <p:cNvPr id="318" name="Google Shape;318;g27490bc1ddc_0_31"/>
          <p:cNvCxnSpPr/>
          <p:nvPr/>
        </p:nvCxnSpPr>
        <p:spPr>
          <a:xfrm>
            <a:off x="1665350" y="487742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319" name="Google Shape;319;g27490bc1ddc_0_31"/>
          <p:cNvCxnSpPr/>
          <p:nvPr/>
        </p:nvCxnSpPr>
        <p:spPr>
          <a:xfrm>
            <a:off x="1974500" y="4877425"/>
            <a:ext cx="462000" cy="639600"/>
          </a:xfrm>
          <a:prstGeom prst="straightConnector1">
            <a:avLst/>
          </a:prstGeom>
          <a:noFill/>
          <a:ln cap="flat" cmpd="sng" w="28575">
            <a:solidFill>
              <a:srgbClr val="009287"/>
            </a:solidFill>
            <a:prstDash val="solid"/>
            <a:round/>
            <a:headEnd len="sm" w="sm" type="none"/>
            <a:tailEnd len="sm" w="sm" type="none"/>
          </a:ln>
        </p:spPr>
      </p:cxnSp>
      <p:sp>
        <p:nvSpPr>
          <p:cNvPr id="320" name="Google Shape;320;g27490bc1ddc_0_31"/>
          <p:cNvSpPr/>
          <p:nvPr/>
        </p:nvSpPr>
        <p:spPr>
          <a:xfrm>
            <a:off x="2436500" y="4321500"/>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cxnSp>
        <p:nvCxnSpPr>
          <p:cNvPr id="321" name="Google Shape;321;g27490bc1ddc_0_31"/>
          <p:cNvCxnSpPr/>
          <p:nvPr/>
        </p:nvCxnSpPr>
        <p:spPr>
          <a:xfrm>
            <a:off x="2436500" y="487742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322" name="Google Shape;322;g27490bc1ddc_0_31"/>
          <p:cNvCxnSpPr/>
          <p:nvPr/>
        </p:nvCxnSpPr>
        <p:spPr>
          <a:xfrm>
            <a:off x="1974500" y="4214850"/>
            <a:ext cx="462000" cy="639600"/>
          </a:xfrm>
          <a:prstGeom prst="straightConnector1">
            <a:avLst/>
          </a:prstGeom>
          <a:noFill/>
          <a:ln cap="flat" cmpd="sng" w="28575">
            <a:solidFill>
              <a:srgbClr val="009287"/>
            </a:solidFill>
            <a:prstDash val="solid"/>
            <a:round/>
            <a:headEnd len="sm" w="sm" type="none"/>
            <a:tailEnd len="sm" w="sm" type="none"/>
          </a:ln>
        </p:spPr>
      </p:cxnSp>
      <p:sp>
        <p:nvSpPr>
          <p:cNvPr id="323" name="Google Shape;323;g27490bc1ddc_0_31"/>
          <p:cNvSpPr/>
          <p:nvPr/>
        </p:nvSpPr>
        <p:spPr>
          <a:xfrm>
            <a:off x="1974500" y="38186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11</a:t>
            </a:r>
            <a:endParaRPr b="0" i="0" sz="2500" u="none" cap="none" strike="noStrike">
              <a:solidFill>
                <a:srgbClr val="000000"/>
              </a:solidFill>
              <a:latin typeface="Patrick Hand"/>
              <a:ea typeface="Patrick Hand"/>
              <a:cs typeface="Patrick Hand"/>
              <a:sym typeface="Patrick Hand"/>
            </a:endParaRPr>
          </a:p>
        </p:txBody>
      </p:sp>
      <p:sp>
        <p:nvSpPr>
          <p:cNvPr id="324" name="Google Shape;324;g27490bc1ddc_0_31"/>
          <p:cNvSpPr txBox="1"/>
          <p:nvPr/>
        </p:nvSpPr>
        <p:spPr>
          <a:xfrm>
            <a:off x="2051150" y="5874475"/>
            <a:ext cx="2195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7</a:t>
            </a:r>
            <a:endParaRPr b="0" i="0" sz="1000" u="none" cap="none" strike="noStrike">
              <a:solidFill>
                <a:srgbClr val="000000"/>
              </a:solidFill>
              <a:latin typeface="Arial"/>
              <a:ea typeface="Arial"/>
              <a:cs typeface="Arial"/>
              <a:sym typeface="Arial"/>
            </a:endParaRPr>
          </a:p>
        </p:txBody>
      </p:sp>
      <p:sp>
        <p:nvSpPr>
          <p:cNvPr id="325" name="Google Shape;325;g27490bc1ddc_0_31"/>
          <p:cNvSpPr txBox="1"/>
          <p:nvPr/>
        </p:nvSpPr>
        <p:spPr>
          <a:xfrm>
            <a:off x="1741550" y="5830175"/>
            <a:ext cx="613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1 </a:t>
            </a:r>
            <a:endParaRPr b="0" i="0" sz="1400" u="none" cap="none" strike="noStrike">
              <a:solidFill>
                <a:srgbClr val="000000"/>
              </a:solidFill>
              <a:latin typeface="Arial"/>
              <a:ea typeface="Arial"/>
              <a:cs typeface="Arial"/>
              <a:sym typeface="Arial"/>
            </a:endParaRPr>
          </a:p>
        </p:txBody>
      </p:sp>
      <p:sp>
        <p:nvSpPr>
          <p:cNvPr id="326" name="Google Shape;326;g27490bc1ddc_0_31"/>
          <p:cNvSpPr/>
          <p:nvPr/>
        </p:nvSpPr>
        <p:spPr>
          <a:xfrm>
            <a:off x="1157350" y="431525"/>
            <a:ext cx="1863000" cy="2858700"/>
          </a:xfrm>
          <a:prstGeom prst="rect">
            <a:avLst/>
          </a:prstGeom>
          <a:no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7" name="Google Shape;327;g27490bc1ddc_0_31"/>
          <p:cNvSpPr/>
          <p:nvPr/>
        </p:nvSpPr>
        <p:spPr>
          <a:xfrm>
            <a:off x="1157350" y="3555725"/>
            <a:ext cx="1863000" cy="2858700"/>
          </a:xfrm>
          <a:prstGeom prst="rect">
            <a:avLst/>
          </a:prstGeom>
          <a:no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33" name="Google Shape;333;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34" name="Google Shape;334;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35" name="Google Shape;335;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36" name="Google Shape;336;g2601a83bd95_0_93"/>
          <p:cNvSpPr txBox="1"/>
          <p:nvPr/>
        </p:nvSpPr>
        <p:spPr>
          <a:xfrm>
            <a:off x="2610600" y="47167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337" name="Google Shape;337;g2601a83bd95_0_93"/>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6  4 2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3 2 7</a:t>
            </a:r>
            <a:endParaRPr b="0" i="0" sz="3400" u="none" cap="none" strike="noStrike">
              <a:solidFill>
                <a:srgbClr val="000000"/>
              </a:solidFill>
              <a:latin typeface="Patrick Hand"/>
              <a:ea typeface="Patrick Hand"/>
              <a:cs typeface="Patrick Hand"/>
              <a:sym typeface="Patrick Hand"/>
            </a:endParaRPr>
          </a:p>
        </p:txBody>
      </p:sp>
      <p:sp>
        <p:nvSpPr>
          <p:cNvPr id="338" name="Google Shape;338;g2601a83bd95_0_93"/>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5 2  2 </a:t>
            </a:r>
            <a:endParaRPr b="0" i="0" sz="34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6  3</a:t>
            </a:r>
            <a:endParaRPr b="0" i="0" sz="3400" u="none" cap="none" strike="noStrike">
              <a:solidFill>
                <a:srgbClr val="000000"/>
              </a:solidFill>
              <a:latin typeface="Patrick Hand"/>
              <a:ea typeface="Patrick Hand"/>
              <a:cs typeface="Patrick Hand"/>
              <a:sym typeface="Patrick Hand"/>
            </a:endParaRPr>
          </a:p>
        </p:txBody>
      </p:sp>
      <p:sp>
        <p:nvSpPr>
          <p:cNvPr id="339" name="Google Shape;339;g2601a83bd95_0_93"/>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4 9  1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1 3  8</a:t>
            </a:r>
            <a:endParaRPr b="0" i="0" sz="3400" u="none" cap="none" strike="noStrike">
              <a:solidFill>
                <a:srgbClr val="000000"/>
              </a:solidFill>
              <a:latin typeface="Patrick Hand"/>
              <a:ea typeface="Patrick Hand"/>
              <a:cs typeface="Patrick Hand"/>
              <a:sym typeface="Patrick Hand"/>
            </a:endParaRPr>
          </a:p>
        </p:txBody>
      </p:sp>
      <p:sp>
        <p:nvSpPr>
          <p:cNvPr id="340" name="Google Shape;340;g2601a83bd95_0_93"/>
          <p:cNvSpPr txBox="1"/>
          <p:nvPr/>
        </p:nvSpPr>
        <p:spPr>
          <a:xfrm>
            <a:off x="1860750" y="45970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2 1  7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1 2  9</a:t>
            </a:r>
            <a:endParaRPr b="0" i="0" sz="3400" u="none" cap="none" strike="noStrike">
              <a:solidFill>
                <a:srgbClr val="000000"/>
              </a:solidFill>
              <a:latin typeface="Patrick Hand"/>
              <a:ea typeface="Patrick Hand"/>
              <a:cs typeface="Patrick Hand"/>
              <a:sym typeface="Patrick Hand"/>
            </a:endParaRPr>
          </a:p>
        </p:txBody>
      </p:sp>
      <p:sp>
        <p:nvSpPr>
          <p:cNvPr id="341" name="Google Shape;341;g2601a83bd95_0_93"/>
          <p:cNvSpPr txBox="1"/>
          <p:nvPr/>
        </p:nvSpPr>
        <p:spPr>
          <a:xfrm>
            <a:off x="5120888" y="46242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6 1  0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2 2 4</a:t>
            </a:r>
            <a:endParaRPr b="0" i="0" sz="3400" u="none" cap="none" strike="noStrike">
              <a:solidFill>
                <a:srgbClr val="000000"/>
              </a:solidFill>
              <a:latin typeface="Patrick Hand"/>
              <a:ea typeface="Patrick Hand"/>
              <a:cs typeface="Patrick Hand"/>
              <a:sym typeface="Patrick Hand"/>
            </a:endParaRPr>
          </a:p>
        </p:txBody>
      </p:sp>
      <p:sp>
        <p:nvSpPr>
          <p:cNvPr id="342" name="Google Shape;342;g2601a83bd95_0_93"/>
          <p:cNvSpPr txBox="1"/>
          <p:nvPr/>
        </p:nvSpPr>
        <p:spPr>
          <a:xfrm>
            <a:off x="8584150" y="4754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8 9  2</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5 0 3</a:t>
            </a:r>
            <a:endParaRPr b="0" i="0" sz="3400" u="none" cap="none" strike="noStrike">
              <a:solidFill>
                <a:srgbClr val="000000"/>
              </a:solidFill>
              <a:latin typeface="Patrick Hand"/>
              <a:ea typeface="Patrick Hand"/>
              <a:cs typeface="Patrick Hand"/>
              <a:sym typeface="Patrick Hand"/>
            </a:endParaRPr>
          </a:p>
        </p:txBody>
      </p:sp>
      <p:sp>
        <p:nvSpPr>
          <p:cNvPr id="343" name="Google Shape;343;g2601a83bd95_0_93"/>
          <p:cNvSpPr txBox="1"/>
          <p:nvPr/>
        </p:nvSpPr>
        <p:spPr>
          <a:xfrm>
            <a:off x="2329950" y="29069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3 1 5</a:t>
            </a:r>
            <a:endParaRPr b="0" i="0" sz="1400" u="none" cap="none" strike="noStrike">
              <a:solidFill>
                <a:srgbClr val="000000"/>
              </a:solidFill>
              <a:latin typeface="Arial"/>
              <a:ea typeface="Arial"/>
              <a:cs typeface="Arial"/>
              <a:sym typeface="Arial"/>
            </a:endParaRPr>
          </a:p>
        </p:txBody>
      </p:sp>
      <p:sp>
        <p:nvSpPr>
          <p:cNvPr id="344" name="Google Shape;344;g2601a83bd95_0_93"/>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5 9</a:t>
            </a:r>
            <a:endParaRPr b="0" i="0" sz="1400" u="none" cap="none" strike="noStrike">
              <a:solidFill>
                <a:srgbClr val="000000"/>
              </a:solidFill>
              <a:latin typeface="Arial"/>
              <a:ea typeface="Arial"/>
              <a:cs typeface="Arial"/>
              <a:sym typeface="Arial"/>
            </a:endParaRPr>
          </a:p>
        </p:txBody>
      </p:sp>
      <p:cxnSp>
        <p:nvCxnSpPr>
          <p:cNvPr id="345" name="Google Shape;345;g2601a83bd95_0_93"/>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6" name="Google Shape;346;g2601a83bd95_0_93"/>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7" name="Google Shape;347;g2601a83bd95_0_93"/>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48" name="Google Shape;348;g2601a83bd95_0_93"/>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3 5 3</a:t>
            </a:r>
            <a:endParaRPr b="0" i="0" sz="1400" u="none" cap="none" strike="noStrike">
              <a:solidFill>
                <a:srgbClr val="000000"/>
              </a:solidFill>
              <a:latin typeface="Arial"/>
              <a:ea typeface="Arial"/>
              <a:cs typeface="Arial"/>
              <a:sym typeface="Arial"/>
            </a:endParaRPr>
          </a:p>
        </p:txBody>
      </p:sp>
      <p:cxnSp>
        <p:nvCxnSpPr>
          <p:cNvPr id="349" name="Google Shape;349;g2601a83bd95_0_93"/>
          <p:cNvCxnSpPr/>
          <p:nvPr/>
        </p:nvCxnSpPr>
        <p:spPr>
          <a:xfrm>
            <a:off x="8883425" y="5862650"/>
            <a:ext cx="1172700" cy="0"/>
          </a:xfrm>
          <a:prstGeom prst="straightConnector1">
            <a:avLst/>
          </a:prstGeom>
          <a:noFill/>
          <a:ln cap="flat" cmpd="sng" w="9525">
            <a:solidFill>
              <a:schemeClr val="dk1"/>
            </a:solidFill>
            <a:prstDash val="solid"/>
            <a:round/>
            <a:headEnd len="sm" w="sm" type="none"/>
            <a:tailEnd len="sm" w="sm" type="none"/>
          </a:ln>
        </p:spPr>
      </p:cxnSp>
      <p:cxnSp>
        <p:nvCxnSpPr>
          <p:cNvPr id="350" name="Google Shape;350;g2601a83bd95_0_93"/>
          <p:cNvCxnSpPr/>
          <p:nvPr/>
        </p:nvCxnSpPr>
        <p:spPr>
          <a:xfrm>
            <a:off x="5302025" y="5786450"/>
            <a:ext cx="1172700" cy="0"/>
          </a:xfrm>
          <a:prstGeom prst="straightConnector1">
            <a:avLst/>
          </a:prstGeom>
          <a:noFill/>
          <a:ln cap="flat" cmpd="sng" w="9525">
            <a:solidFill>
              <a:schemeClr val="dk1"/>
            </a:solidFill>
            <a:prstDash val="solid"/>
            <a:round/>
            <a:headEnd len="sm" w="sm" type="none"/>
            <a:tailEnd len="sm" w="sm" type="none"/>
          </a:ln>
        </p:spPr>
      </p:cxnSp>
      <p:cxnSp>
        <p:nvCxnSpPr>
          <p:cNvPr id="351" name="Google Shape;351;g2601a83bd95_0_93"/>
          <p:cNvCxnSpPr/>
          <p:nvPr/>
        </p:nvCxnSpPr>
        <p:spPr>
          <a:xfrm>
            <a:off x="21016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352" name="Google Shape;352;g2601a83bd95_0_93"/>
          <p:cNvSpPr txBox="1"/>
          <p:nvPr/>
        </p:nvSpPr>
        <p:spPr>
          <a:xfrm>
            <a:off x="8972225" y="57864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3  8  9</a:t>
            </a:r>
            <a:endParaRPr b="0" i="0" sz="1400" u="none" cap="none" strike="noStrike">
              <a:solidFill>
                <a:srgbClr val="000000"/>
              </a:solidFill>
              <a:latin typeface="Arial"/>
              <a:ea typeface="Arial"/>
              <a:cs typeface="Arial"/>
              <a:sym typeface="Arial"/>
            </a:endParaRPr>
          </a:p>
        </p:txBody>
      </p:sp>
      <p:sp>
        <p:nvSpPr>
          <p:cNvPr id="353" name="Google Shape;353;g2601a83bd95_0_93"/>
          <p:cNvSpPr txBox="1"/>
          <p:nvPr/>
        </p:nvSpPr>
        <p:spPr>
          <a:xfrm>
            <a:off x="5422475"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3  </a:t>
            </a:r>
            <a:r>
              <a:rPr lang="es-ES" sz="3400">
                <a:solidFill>
                  <a:schemeClr val="dk1"/>
                </a:solidFill>
                <a:latin typeface="Patrick Hand"/>
                <a:ea typeface="Patrick Hand"/>
                <a:cs typeface="Patrick Hand"/>
                <a:sym typeface="Patrick Hand"/>
              </a:rPr>
              <a:t>8</a:t>
            </a:r>
            <a:r>
              <a:rPr b="0" i="0" lang="es-ES" sz="3400" u="none" cap="none" strike="noStrike">
                <a:solidFill>
                  <a:schemeClr val="dk1"/>
                </a:solidFill>
                <a:latin typeface="Patrick Hand"/>
                <a:ea typeface="Patrick Hand"/>
                <a:cs typeface="Patrick Hand"/>
                <a:sym typeface="Patrick Hand"/>
              </a:rPr>
              <a:t> 6</a:t>
            </a:r>
            <a:endParaRPr b="0" i="0" sz="1400" u="none" cap="none" strike="noStrike">
              <a:solidFill>
                <a:srgbClr val="000000"/>
              </a:solidFill>
              <a:latin typeface="Arial"/>
              <a:ea typeface="Arial"/>
              <a:cs typeface="Arial"/>
              <a:sym typeface="Arial"/>
            </a:endParaRPr>
          </a:p>
        </p:txBody>
      </p:sp>
      <p:sp>
        <p:nvSpPr>
          <p:cNvPr id="354" name="Google Shape;354;g2601a83bd95_0_93"/>
          <p:cNvSpPr txBox="1"/>
          <p:nvPr/>
        </p:nvSpPr>
        <p:spPr>
          <a:xfrm>
            <a:off x="2197500"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8 8</a:t>
            </a:r>
            <a:endParaRPr b="0" i="0" sz="1400" u="none" cap="none" strike="noStrike">
              <a:solidFill>
                <a:srgbClr val="000000"/>
              </a:solidFill>
              <a:latin typeface="Arial"/>
              <a:ea typeface="Arial"/>
              <a:cs typeface="Arial"/>
              <a:sym typeface="Arial"/>
            </a:endParaRPr>
          </a:p>
        </p:txBody>
      </p:sp>
      <p:sp>
        <p:nvSpPr>
          <p:cNvPr id="355" name="Google Shape;355;g2601a83bd95_0_93"/>
          <p:cNvSpPr/>
          <p:nvPr/>
        </p:nvSpPr>
        <p:spPr>
          <a:xfrm>
            <a:off x="2991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12</a:t>
            </a:r>
            <a:endParaRPr b="0" i="0" sz="1900" u="none" cap="none" strike="noStrike">
              <a:solidFill>
                <a:srgbClr val="000000"/>
              </a:solidFill>
              <a:latin typeface="Patrick Hand"/>
              <a:ea typeface="Patrick Hand"/>
              <a:cs typeface="Patrick Hand"/>
              <a:sym typeface="Patrick Hand"/>
            </a:endParaRPr>
          </a:p>
        </p:txBody>
      </p:sp>
      <p:cxnSp>
        <p:nvCxnSpPr>
          <p:cNvPr id="356" name="Google Shape;356;g2601a83bd95_0_93"/>
          <p:cNvCxnSpPr/>
          <p:nvPr/>
        </p:nvCxnSpPr>
        <p:spPr>
          <a:xfrm rot="10800000">
            <a:off x="30357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7" name="Google Shape;357;g2601a83bd95_0_93"/>
          <p:cNvCxnSpPr/>
          <p:nvPr/>
        </p:nvCxnSpPr>
        <p:spPr>
          <a:xfrm rot="10800000">
            <a:off x="2730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8" name="Google Shape;358;g2601a83bd95_0_93"/>
          <p:cNvCxnSpPr/>
          <p:nvPr/>
        </p:nvCxnSpPr>
        <p:spPr>
          <a:xfrm rot="10800000">
            <a:off x="5778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9" name="Google Shape;359;g2601a83bd95_0_93"/>
          <p:cNvCxnSpPr/>
          <p:nvPr/>
        </p:nvCxnSpPr>
        <p:spPr>
          <a:xfrm rot="10800000">
            <a:off x="6083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0" name="Google Shape;360;g2601a83bd95_0_93"/>
          <p:cNvCxnSpPr/>
          <p:nvPr/>
        </p:nvCxnSpPr>
        <p:spPr>
          <a:xfrm rot="10800000">
            <a:off x="928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1" name="Google Shape;361;g2601a83bd95_0_93"/>
          <p:cNvCxnSpPr/>
          <p:nvPr/>
        </p:nvCxnSpPr>
        <p:spPr>
          <a:xfrm rot="10800000">
            <a:off x="9665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2" name="Google Shape;362;g2601a83bd95_0_93"/>
          <p:cNvCxnSpPr/>
          <p:nvPr/>
        </p:nvCxnSpPr>
        <p:spPr>
          <a:xfrm rot="10800000">
            <a:off x="26420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3" name="Google Shape;363;g2601a83bd95_0_93"/>
          <p:cNvCxnSpPr/>
          <p:nvPr/>
        </p:nvCxnSpPr>
        <p:spPr>
          <a:xfrm rot="10800000">
            <a:off x="225375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4" name="Google Shape;364;g2601a83bd95_0_93"/>
          <p:cNvCxnSpPr/>
          <p:nvPr/>
        </p:nvCxnSpPr>
        <p:spPr>
          <a:xfrm rot="10800000">
            <a:off x="6186763" y="48468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5" name="Google Shape;365;g2601a83bd95_0_93"/>
          <p:cNvCxnSpPr/>
          <p:nvPr/>
        </p:nvCxnSpPr>
        <p:spPr>
          <a:xfrm rot="10800000">
            <a:off x="5835350" y="490987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6" name="Google Shape;366;g2601a83bd95_0_93"/>
          <p:cNvCxnSpPr/>
          <p:nvPr/>
        </p:nvCxnSpPr>
        <p:spPr>
          <a:xfrm rot="10800000">
            <a:off x="9655325" y="49382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7" name="Google Shape;367;g2601a83bd95_0_93"/>
          <p:cNvCxnSpPr/>
          <p:nvPr/>
        </p:nvCxnSpPr>
        <p:spPr>
          <a:xfrm rot="10800000">
            <a:off x="9284125" y="4951275"/>
            <a:ext cx="390900" cy="248700"/>
          </a:xfrm>
          <a:prstGeom prst="straightConnector1">
            <a:avLst/>
          </a:prstGeom>
          <a:noFill/>
          <a:ln cap="flat" cmpd="sng" w="19050">
            <a:solidFill>
              <a:srgbClr val="009287"/>
            </a:solidFill>
            <a:prstDash val="solid"/>
            <a:round/>
            <a:headEnd len="sm" w="sm" type="none"/>
            <a:tailEnd len="sm" w="sm" type="none"/>
          </a:ln>
        </p:spPr>
      </p:cxnSp>
      <p:sp>
        <p:nvSpPr>
          <p:cNvPr id="368" name="Google Shape;368;g2601a83bd95_0_93"/>
          <p:cNvSpPr/>
          <p:nvPr/>
        </p:nvSpPr>
        <p:spPr>
          <a:xfrm>
            <a:off x="2610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3</a:t>
            </a:r>
            <a:endParaRPr b="0" i="0" sz="1900" u="none" cap="none" strike="noStrike">
              <a:solidFill>
                <a:srgbClr val="000000"/>
              </a:solidFill>
              <a:latin typeface="Patrick Hand"/>
              <a:ea typeface="Patrick Hand"/>
              <a:cs typeface="Patrick Hand"/>
              <a:sym typeface="Patrick Hand"/>
            </a:endParaRPr>
          </a:p>
        </p:txBody>
      </p:sp>
      <p:sp>
        <p:nvSpPr>
          <p:cNvPr id="369" name="Google Shape;369;g2601a83bd95_0_93"/>
          <p:cNvSpPr/>
          <p:nvPr/>
        </p:nvSpPr>
        <p:spPr>
          <a:xfrm>
            <a:off x="6146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12</a:t>
            </a:r>
            <a:endParaRPr b="0" i="0" sz="1900" u="none" cap="none" strike="noStrike">
              <a:solidFill>
                <a:srgbClr val="000000"/>
              </a:solidFill>
              <a:latin typeface="Patrick Hand"/>
              <a:ea typeface="Patrick Hand"/>
              <a:cs typeface="Patrick Hand"/>
              <a:sym typeface="Patrick Hand"/>
            </a:endParaRPr>
          </a:p>
        </p:txBody>
      </p:sp>
      <p:sp>
        <p:nvSpPr>
          <p:cNvPr id="370" name="Google Shape;370;g2601a83bd95_0_93"/>
          <p:cNvSpPr/>
          <p:nvPr/>
        </p:nvSpPr>
        <p:spPr>
          <a:xfrm>
            <a:off x="57348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a:t>
            </a:r>
            <a:endParaRPr b="0" i="0" sz="1900" u="none" cap="none" strike="noStrike">
              <a:solidFill>
                <a:srgbClr val="000000"/>
              </a:solidFill>
              <a:latin typeface="Patrick Hand"/>
              <a:ea typeface="Patrick Hand"/>
              <a:cs typeface="Patrick Hand"/>
              <a:sym typeface="Patrick Hand"/>
            </a:endParaRPr>
          </a:p>
        </p:txBody>
      </p:sp>
      <p:sp>
        <p:nvSpPr>
          <p:cNvPr id="371" name="Google Shape;371;g2601a83bd95_0_93"/>
          <p:cNvSpPr/>
          <p:nvPr/>
        </p:nvSpPr>
        <p:spPr>
          <a:xfrm>
            <a:off x="53538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4</a:t>
            </a:r>
            <a:endParaRPr b="0" i="0" sz="1900" u="none" cap="none" strike="noStrike">
              <a:solidFill>
                <a:srgbClr val="000000"/>
              </a:solidFill>
              <a:latin typeface="Patrick Hand"/>
              <a:ea typeface="Patrick Hand"/>
              <a:cs typeface="Patrick Hand"/>
              <a:sym typeface="Patrick Hand"/>
            </a:endParaRPr>
          </a:p>
        </p:txBody>
      </p:sp>
      <p:sp>
        <p:nvSpPr>
          <p:cNvPr id="372" name="Google Shape;372;g2601a83bd95_0_93"/>
          <p:cNvSpPr/>
          <p:nvPr/>
        </p:nvSpPr>
        <p:spPr>
          <a:xfrm>
            <a:off x="5734800" y="1297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11</a:t>
            </a:r>
            <a:endParaRPr b="0" i="0" sz="1900" u="none" cap="none" strike="noStrike">
              <a:solidFill>
                <a:srgbClr val="000000"/>
              </a:solidFill>
              <a:latin typeface="Patrick Hand"/>
              <a:ea typeface="Patrick Hand"/>
              <a:cs typeface="Patrick Hand"/>
              <a:sym typeface="Patrick Hand"/>
            </a:endParaRPr>
          </a:p>
        </p:txBody>
      </p:sp>
      <p:cxnSp>
        <p:nvCxnSpPr>
          <p:cNvPr id="373" name="Google Shape;373;g2601a83bd95_0_93"/>
          <p:cNvCxnSpPr/>
          <p:nvPr/>
        </p:nvCxnSpPr>
        <p:spPr>
          <a:xfrm rot="10800000">
            <a:off x="547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74" name="Google Shape;374;g2601a83bd95_0_93"/>
          <p:cNvCxnSpPr/>
          <p:nvPr/>
        </p:nvCxnSpPr>
        <p:spPr>
          <a:xfrm rot="10800000">
            <a:off x="5702725" y="1674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75" name="Google Shape;375;g2601a83bd95_0_93"/>
          <p:cNvSpPr/>
          <p:nvPr/>
        </p:nvSpPr>
        <p:spPr>
          <a:xfrm>
            <a:off x="9575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11</a:t>
            </a:r>
            <a:endParaRPr b="0" i="0" sz="1900" u="none" cap="none" strike="noStrike">
              <a:solidFill>
                <a:srgbClr val="000000"/>
              </a:solidFill>
              <a:latin typeface="Patrick Hand"/>
              <a:ea typeface="Patrick Hand"/>
              <a:cs typeface="Patrick Hand"/>
              <a:sym typeface="Patrick Hand"/>
            </a:endParaRPr>
          </a:p>
        </p:txBody>
      </p:sp>
      <p:sp>
        <p:nvSpPr>
          <p:cNvPr id="376" name="Google Shape;376;g2601a83bd95_0_93"/>
          <p:cNvSpPr/>
          <p:nvPr/>
        </p:nvSpPr>
        <p:spPr>
          <a:xfrm>
            <a:off x="9194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8</a:t>
            </a:r>
            <a:endParaRPr b="0" i="0" sz="1900" u="none" cap="none" strike="noStrike">
              <a:solidFill>
                <a:srgbClr val="000000"/>
              </a:solidFill>
              <a:latin typeface="Patrick Hand"/>
              <a:ea typeface="Patrick Hand"/>
              <a:cs typeface="Patrick Hand"/>
              <a:sym typeface="Patrick Hand"/>
            </a:endParaRPr>
          </a:p>
        </p:txBody>
      </p:sp>
      <p:sp>
        <p:nvSpPr>
          <p:cNvPr id="377" name="Google Shape;377;g2601a83bd95_0_93"/>
          <p:cNvSpPr/>
          <p:nvPr/>
        </p:nvSpPr>
        <p:spPr>
          <a:xfrm>
            <a:off x="2991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17</a:t>
            </a:r>
            <a:endParaRPr b="0" i="0" sz="1900" u="none" cap="none" strike="noStrike">
              <a:solidFill>
                <a:srgbClr val="000000"/>
              </a:solidFill>
              <a:latin typeface="Patrick Hand"/>
              <a:ea typeface="Patrick Hand"/>
              <a:cs typeface="Patrick Hand"/>
              <a:sym typeface="Patrick Hand"/>
            </a:endParaRPr>
          </a:p>
        </p:txBody>
      </p:sp>
      <p:sp>
        <p:nvSpPr>
          <p:cNvPr id="378" name="Google Shape;378;g2601a83bd95_0_93"/>
          <p:cNvSpPr/>
          <p:nvPr/>
        </p:nvSpPr>
        <p:spPr>
          <a:xfrm>
            <a:off x="2610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0</a:t>
            </a:r>
            <a:endParaRPr b="0" i="0" sz="1900" u="none" cap="none" strike="noStrike">
              <a:solidFill>
                <a:srgbClr val="000000"/>
              </a:solidFill>
              <a:latin typeface="Patrick Hand"/>
              <a:ea typeface="Patrick Hand"/>
              <a:cs typeface="Patrick Hand"/>
              <a:sym typeface="Patrick Hand"/>
            </a:endParaRPr>
          </a:p>
        </p:txBody>
      </p:sp>
      <p:sp>
        <p:nvSpPr>
          <p:cNvPr id="379" name="Google Shape;379;g2601a83bd95_0_93"/>
          <p:cNvSpPr/>
          <p:nvPr/>
        </p:nvSpPr>
        <p:spPr>
          <a:xfrm>
            <a:off x="2610600" y="3964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80" name="Google Shape;380;g2601a83bd95_0_93"/>
          <p:cNvSpPr/>
          <p:nvPr/>
        </p:nvSpPr>
        <p:spPr>
          <a:xfrm>
            <a:off x="2229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a:t>
            </a:r>
            <a:endParaRPr b="0" i="0" sz="1900" u="none" cap="none" strike="noStrike">
              <a:solidFill>
                <a:srgbClr val="000000"/>
              </a:solidFill>
              <a:latin typeface="Patrick Hand"/>
              <a:ea typeface="Patrick Hand"/>
              <a:cs typeface="Patrick Hand"/>
              <a:sym typeface="Patrick Hand"/>
            </a:endParaRPr>
          </a:p>
        </p:txBody>
      </p:sp>
      <p:cxnSp>
        <p:nvCxnSpPr>
          <p:cNvPr id="381" name="Google Shape;381;g2601a83bd95_0_93"/>
          <p:cNvCxnSpPr/>
          <p:nvPr/>
        </p:nvCxnSpPr>
        <p:spPr>
          <a:xfrm rot="10800000">
            <a:off x="29468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82" name="Google Shape;382;g2601a83bd95_0_93"/>
          <p:cNvCxnSpPr/>
          <p:nvPr/>
        </p:nvCxnSpPr>
        <p:spPr>
          <a:xfrm rot="10800000">
            <a:off x="2565800" y="4384725"/>
            <a:ext cx="390900" cy="248700"/>
          </a:xfrm>
          <a:prstGeom prst="straightConnector1">
            <a:avLst/>
          </a:prstGeom>
          <a:noFill/>
          <a:ln cap="flat" cmpd="sng" w="19050">
            <a:solidFill>
              <a:srgbClr val="009287"/>
            </a:solidFill>
            <a:prstDash val="solid"/>
            <a:round/>
            <a:headEnd len="sm" w="sm" type="none"/>
            <a:tailEnd len="sm" w="sm" type="none"/>
          </a:ln>
        </p:spPr>
      </p:cxnSp>
      <p:sp>
        <p:nvSpPr>
          <p:cNvPr id="383" name="Google Shape;383;g2601a83bd95_0_93"/>
          <p:cNvSpPr/>
          <p:nvPr/>
        </p:nvSpPr>
        <p:spPr>
          <a:xfrm>
            <a:off x="6115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84" name="Google Shape;384;g2601a83bd95_0_93"/>
          <p:cNvSpPr/>
          <p:nvPr/>
        </p:nvSpPr>
        <p:spPr>
          <a:xfrm>
            <a:off x="5734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0</a:t>
            </a:r>
            <a:endParaRPr b="0" i="0" sz="1900" u="none" cap="none" strike="noStrike">
              <a:solidFill>
                <a:srgbClr val="000000"/>
              </a:solidFill>
              <a:latin typeface="Patrick Hand"/>
              <a:ea typeface="Patrick Hand"/>
              <a:cs typeface="Patrick Hand"/>
              <a:sym typeface="Patrick Hand"/>
            </a:endParaRPr>
          </a:p>
        </p:txBody>
      </p:sp>
      <p:sp>
        <p:nvSpPr>
          <p:cNvPr id="385" name="Google Shape;385;g2601a83bd95_0_93"/>
          <p:cNvSpPr/>
          <p:nvPr/>
        </p:nvSpPr>
        <p:spPr>
          <a:xfrm>
            <a:off x="57348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lang="es-ES" sz="1900">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86" name="Google Shape;386;g2601a83bd95_0_93"/>
          <p:cNvSpPr/>
          <p:nvPr/>
        </p:nvSpPr>
        <p:spPr>
          <a:xfrm>
            <a:off x="5353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5</a:t>
            </a:r>
            <a:endParaRPr b="0" i="0" sz="1900" u="none" cap="none" strike="noStrike">
              <a:solidFill>
                <a:srgbClr val="000000"/>
              </a:solidFill>
              <a:latin typeface="Patrick Hand"/>
              <a:ea typeface="Patrick Hand"/>
              <a:cs typeface="Patrick Hand"/>
              <a:sym typeface="Patrick Hand"/>
            </a:endParaRPr>
          </a:p>
        </p:txBody>
      </p:sp>
      <p:cxnSp>
        <p:nvCxnSpPr>
          <p:cNvPr id="387" name="Google Shape;387;g2601a83bd95_0_93"/>
          <p:cNvCxnSpPr/>
          <p:nvPr/>
        </p:nvCxnSpPr>
        <p:spPr>
          <a:xfrm rot="10800000">
            <a:off x="5454350" y="483367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88" name="Google Shape;388;g2601a83bd95_0_93"/>
          <p:cNvCxnSpPr/>
          <p:nvPr/>
        </p:nvCxnSpPr>
        <p:spPr>
          <a:xfrm rot="10800000">
            <a:off x="5759150" y="4452675"/>
            <a:ext cx="390900" cy="248700"/>
          </a:xfrm>
          <a:prstGeom prst="straightConnector1">
            <a:avLst/>
          </a:prstGeom>
          <a:noFill/>
          <a:ln cap="flat" cmpd="sng" w="19050">
            <a:solidFill>
              <a:srgbClr val="009287"/>
            </a:solidFill>
            <a:prstDash val="solid"/>
            <a:round/>
            <a:headEnd len="sm" w="sm" type="none"/>
            <a:tailEnd len="sm" w="sm" type="none"/>
          </a:ln>
        </p:spPr>
      </p:cxnSp>
      <p:sp>
        <p:nvSpPr>
          <p:cNvPr id="389" name="Google Shape;389;g2601a83bd95_0_93"/>
          <p:cNvSpPr/>
          <p:nvPr/>
        </p:nvSpPr>
        <p:spPr>
          <a:xfrm>
            <a:off x="9651963" y="44798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12</a:t>
            </a:r>
            <a:endParaRPr b="0" i="0" sz="1900" u="none" cap="none" strike="noStrike">
              <a:solidFill>
                <a:srgbClr val="000000"/>
              </a:solidFill>
              <a:latin typeface="Patrick Hand"/>
              <a:ea typeface="Patrick Hand"/>
              <a:cs typeface="Patrick Hand"/>
              <a:sym typeface="Patrick Hand"/>
            </a:endParaRPr>
          </a:p>
        </p:txBody>
      </p:sp>
      <p:sp>
        <p:nvSpPr>
          <p:cNvPr id="390" name="Google Shape;390;g2601a83bd95_0_93"/>
          <p:cNvSpPr/>
          <p:nvPr/>
        </p:nvSpPr>
        <p:spPr>
          <a:xfrm>
            <a:off x="9270963" y="44798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8</a:t>
            </a:r>
            <a:endParaRPr b="0" i="0" sz="1900" u="none" cap="none" strike="noStrike">
              <a:solidFill>
                <a:srgbClr val="000000"/>
              </a:solidFill>
              <a:latin typeface="Patrick Hand"/>
              <a:ea typeface="Patrick Hand"/>
              <a:cs typeface="Patrick Hand"/>
              <a:sym typeface="Patrick Hand"/>
            </a:endParaRPr>
          </a:p>
        </p:txBody>
      </p:sp>
      <p:pic>
        <p:nvPicPr>
          <p:cNvPr id="391" name="Google Shape;391;g2601a83bd95_0_93"/>
          <p:cNvPicPr preferRelativeResize="0"/>
          <p:nvPr/>
        </p:nvPicPr>
        <p:blipFill>
          <a:blip r:embed="rId4">
            <a:alphaModFix/>
          </a:blip>
          <a:stretch>
            <a:fillRect/>
          </a:stretch>
        </p:blipFill>
        <p:spPr>
          <a:xfrm>
            <a:off x="11039400" y="52346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27441296518_1_17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97" name="Google Shape;397;g27441296518_1_17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98" name="Google Shape;398;g27441296518_1_176"/>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99" name="Google Shape;399;g27441296518_1_176"/>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400" name="Google Shape;400;g27441296518_1_176"/>
          <p:cNvSpPr txBox="1"/>
          <p:nvPr/>
        </p:nvSpPr>
        <p:spPr>
          <a:xfrm>
            <a:off x="2610600" y="47167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401" name="Google Shape;401;g27441296518_1_176"/>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7 3 1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2 0 8</a:t>
            </a:r>
            <a:endParaRPr b="0" i="0" sz="3400" u="none" cap="none" strike="noStrike">
              <a:solidFill>
                <a:srgbClr val="000000"/>
              </a:solidFill>
              <a:latin typeface="Patrick Hand"/>
              <a:ea typeface="Patrick Hand"/>
              <a:cs typeface="Patrick Hand"/>
              <a:sym typeface="Patrick Hand"/>
            </a:endParaRPr>
          </a:p>
        </p:txBody>
      </p:sp>
      <p:sp>
        <p:nvSpPr>
          <p:cNvPr id="402" name="Google Shape;402;g27441296518_1_176"/>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4 4  1 </a:t>
            </a:r>
            <a:endParaRPr b="0" i="0" sz="34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8 5</a:t>
            </a:r>
            <a:endParaRPr b="0" i="0" sz="3400" u="none" cap="none" strike="noStrike">
              <a:solidFill>
                <a:srgbClr val="000000"/>
              </a:solidFill>
              <a:latin typeface="Patrick Hand"/>
              <a:ea typeface="Patrick Hand"/>
              <a:cs typeface="Patrick Hand"/>
              <a:sym typeface="Patrick Hand"/>
            </a:endParaRPr>
          </a:p>
        </p:txBody>
      </p:sp>
      <p:sp>
        <p:nvSpPr>
          <p:cNvPr id="403" name="Google Shape;403;g27441296518_1_176"/>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3 7  2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2 1  5</a:t>
            </a:r>
            <a:endParaRPr b="0" i="0" sz="3400" u="none" cap="none" strike="noStrike">
              <a:solidFill>
                <a:srgbClr val="000000"/>
              </a:solidFill>
              <a:latin typeface="Patrick Hand"/>
              <a:ea typeface="Patrick Hand"/>
              <a:cs typeface="Patrick Hand"/>
              <a:sym typeface="Patrick Hand"/>
            </a:endParaRPr>
          </a:p>
        </p:txBody>
      </p:sp>
      <p:sp>
        <p:nvSpPr>
          <p:cNvPr id="404" name="Google Shape;404;g27441296518_1_176"/>
          <p:cNvSpPr txBox="1"/>
          <p:nvPr/>
        </p:nvSpPr>
        <p:spPr>
          <a:xfrm>
            <a:off x="1860750" y="45970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1  2  3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1  0 4</a:t>
            </a:r>
            <a:endParaRPr b="0" i="0" sz="3400" u="none" cap="none" strike="noStrike">
              <a:solidFill>
                <a:srgbClr val="000000"/>
              </a:solidFill>
              <a:latin typeface="Patrick Hand"/>
              <a:ea typeface="Patrick Hand"/>
              <a:cs typeface="Patrick Hand"/>
              <a:sym typeface="Patrick Hand"/>
            </a:endParaRPr>
          </a:p>
        </p:txBody>
      </p:sp>
      <p:sp>
        <p:nvSpPr>
          <p:cNvPr id="405" name="Google Shape;405;g27441296518_1_176"/>
          <p:cNvSpPr txBox="1"/>
          <p:nvPr/>
        </p:nvSpPr>
        <p:spPr>
          <a:xfrm>
            <a:off x="5120888" y="46242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9  3  2 </a:t>
            </a:r>
            <a:endParaRPr b="0" i="0" sz="34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3  8</a:t>
            </a:r>
            <a:endParaRPr b="0" i="0" sz="3400" u="none" cap="none" strike="noStrike">
              <a:solidFill>
                <a:srgbClr val="000000"/>
              </a:solidFill>
              <a:latin typeface="Patrick Hand"/>
              <a:ea typeface="Patrick Hand"/>
              <a:cs typeface="Patrick Hand"/>
              <a:sym typeface="Patrick Hand"/>
            </a:endParaRPr>
          </a:p>
        </p:txBody>
      </p:sp>
      <p:sp>
        <p:nvSpPr>
          <p:cNvPr id="406" name="Google Shape;406;g27441296518_1_176"/>
          <p:cNvSpPr txBox="1"/>
          <p:nvPr/>
        </p:nvSpPr>
        <p:spPr>
          <a:xfrm>
            <a:off x="8584150" y="4754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4 5  2</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1 2 7</a:t>
            </a:r>
            <a:endParaRPr b="0" i="0" sz="3400" u="none" cap="none" strike="noStrike">
              <a:solidFill>
                <a:srgbClr val="000000"/>
              </a:solidFill>
              <a:latin typeface="Patrick Hand"/>
              <a:ea typeface="Patrick Hand"/>
              <a:cs typeface="Patrick Hand"/>
              <a:sym typeface="Patrick Hand"/>
            </a:endParaRPr>
          </a:p>
        </p:txBody>
      </p:sp>
      <p:sp>
        <p:nvSpPr>
          <p:cNvPr id="407" name="Google Shape;407;g27441296518_1_176"/>
          <p:cNvSpPr txBox="1"/>
          <p:nvPr/>
        </p:nvSpPr>
        <p:spPr>
          <a:xfrm>
            <a:off x="2329950" y="29069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5 2 3</a:t>
            </a:r>
            <a:endParaRPr b="0" i="0" sz="1400" u="none" cap="none" strike="noStrike">
              <a:solidFill>
                <a:srgbClr val="000000"/>
              </a:solidFill>
              <a:latin typeface="Arial"/>
              <a:ea typeface="Arial"/>
              <a:cs typeface="Arial"/>
              <a:sym typeface="Arial"/>
            </a:endParaRPr>
          </a:p>
        </p:txBody>
      </p:sp>
      <p:sp>
        <p:nvSpPr>
          <p:cNvPr id="408" name="Google Shape;408;g27441296518_1_176"/>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1  5 6</a:t>
            </a:r>
            <a:endParaRPr b="0" i="0" sz="1400" u="none" cap="none" strike="noStrike">
              <a:solidFill>
                <a:srgbClr val="000000"/>
              </a:solidFill>
              <a:latin typeface="Arial"/>
              <a:ea typeface="Arial"/>
              <a:cs typeface="Arial"/>
              <a:sym typeface="Arial"/>
            </a:endParaRPr>
          </a:p>
        </p:txBody>
      </p:sp>
      <p:cxnSp>
        <p:nvCxnSpPr>
          <p:cNvPr id="409" name="Google Shape;409;g27441296518_1_176"/>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410" name="Google Shape;410;g27441296518_1_176"/>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411" name="Google Shape;411;g27441296518_1_176"/>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412" name="Google Shape;412;g27441296518_1_176"/>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1 5  7</a:t>
            </a:r>
            <a:endParaRPr b="0" i="0" sz="1400" u="none" cap="none" strike="noStrike">
              <a:solidFill>
                <a:srgbClr val="000000"/>
              </a:solidFill>
              <a:latin typeface="Arial"/>
              <a:ea typeface="Arial"/>
              <a:cs typeface="Arial"/>
              <a:sym typeface="Arial"/>
            </a:endParaRPr>
          </a:p>
        </p:txBody>
      </p:sp>
      <p:cxnSp>
        <p:nvCxnSpPr>
          <p:cNvPr id="413" name="Google Shape;413;g27441296518_1_176"/>
          <p:cNvCxnSpPr/>
          <p:nvPr/>
        </p:nvCxnSpPr>
        <p:spPr>
          <a:xfrm>
            <a:off x="8883425" y="5862650"/>
            <a:ext cx="1172700" cy="0"/>
          </a:xfrm>
          <a:prstGeom prst="straightConnector1">
            <a:avLst/>
          </a:prstGeom>
          <a:noFill/>
          <a:ln cap="flat" cmpd="sng" w="9525">
            <a:solidFill>
              <a:schemeClr val="dk1"/>
            </a:solidFill>
            <a:prstDash val="solid"/>
            <a:round/>
            <a:headEnd len="sm" w="sm" type="none"/>
            <a:tailEnd len="sm" w="sm" type="none"/>
          </a:ln>
        </p:spPr>
      </p:cxnSp>
      <p:cxnSp>
        <p:nvCxnSpPr>
          <p:cNvPr id="414" name="Google Shape;414;g27441296518_1_176"/>
          <p:cNvCxnSpPr/>
          <p:nvPr/>
        </p:nvCxnSpPr>
        <p:spPr>
          <a:xfrm>
            <a:off x="5302025" y="5786450"/>
            <a:ext cx="1172700" cy="0"/>
          </a:xfrm>
          <a:prstGeom prst="straightConnector1">
            <a:avLst/>
          </a:prstGeom>
          <a:noFill/>
          <a:ln cap="flat" cmpd="sng" w="9525">
            <a:solidFill>
              <a:schemeClr val="dk1"/>
            </a:solidFill>
            <a:prstDash val="solid"/>
            <a:round/>
            <a:headEnd len="sm" w="sm" type="none"/>
            <a:tailEnd len="sm" w="sm" type="none"/>
          </a:ln>
        </p:spPr>
      </p:cxnSp>
      <p:cxnSp>
        <p:nvCxnSpPr>
          <p:cNvPr id="415" name="Google Shape;415;g27441296518_1_176"/>
          <p:cNvCxnSpPr/>
          <p:nvPr/>
        </p:nvCxnSpPr>
        <p:spPr>
          <a:xfrm>
            <a:off x="21016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416" name="Google Shape;416;g27441296518_1_176"/>
          <p:cNvSpPr txBox="1"/>
          <p:nvPr/>
        </p:nvSpPr>
        <p:spPr>
          <a:xfrm>
            <a:off x="8972225" y="57864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3  2 5</a:t>
            </a:r>
            <a:endParaRPr b="0" i="0" sz="1400" u="none" cap="none" strike="noStrike">
              <a:solidFill>
                <a:srgbClr val="000000"/>
              </a:solidFill>
              <a:latin typeface="Arial"/>
              <a:ea typeface="Arial"/>
              <a:cs typeface="Arial"/>
              <a:sym typeface="Arial"/>
            </a:endParaRPr>
          </a:p>
        </p:txBody>
      </p:sp>
      <p:sp>
        <p:nvSpPr>
          <p:cNvPr id="417" name="Google Shape;417;g27441296518_1_176"/>
          <p:cNvSpPr txBox="1"/>
          <p:nvPr/>
        </p:nvSpPr>
        <p:spPr>
          <a:xfrm>
            <a:off x="5422475"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2 9 4</a:t>
            </a:r>
            <a:endParaRPr b="0" i="0" sz="1400" u="none" cap="none" strike="noStrike">
              <a:solidFill>
                <a:srgbClr val="000000"/>
              </a:solidFill>
              <a:latin typeface="Arial"/>
              <a:ea typeface="Arial"/>
              <a:cs typeface="Arial"/>
              <a:sym typeface="Arial"/>
            </a:endParaRPr>
          </a:p>
        </p:txBody>
      </p:sp>
      <p:sp>
        <p:nvSpPr>
          <p:cNvPr id="418" name="Google Shape;418;g27441296518_1_176"/>
          <p:cNvSpPr txBox="1"/>
          <p:nvPr/>
        </p:nvSpPr>
        <p:spPr>
          <a:xfrm>
            <a:off x="2197500"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1 9</a:t>
            </a:r>
            <a:endParaRPr b="0" i="0" sz="1400" u="none" cap="none" strike="noStrike">
              <a:solidFill>
                <a:srgbClr val="000000"/>
              </a:solidFill>
              <a:latin typeface="Arial"/>
              <a:ea typeface="Arial"/>
              <a:cs typeface="Arial"/>
              <a:sym typeface="Arial"/>
            </a:endParaRPr>
          </a:p>
        </p:txBody>
      </p:sp>
      <p:sp>
        <p:nvSpPr>
          <p:cNvPr id="419" name="Google Shape;419;g27441296518_1_176"/>
          <p:cNvSpPr/>
          <p:nvPr/>
        </p:nvSpPr>
        <p:spPr>
          <a:xfrm>
            <a:off x="2991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11</a:t>
            </a:r>
            <a:endParaRPr b="0" i="0" sz="1900" u="none" cap="none" strike="noStrike">
              <a:solidFill>
                <a:srgbClr val="000000"/>
              </a:solidFill>
              <a:latin typeface="Patrick Hand"/>
              <a:ea typeface="Patrick Hand"/>
              <a:cs typeface="Patrick Hand"/>
              <a:sym typeface="Patrick Hand"/>
            </a:endParaRPr>
          </a:p>
        </p:txBody>
      </p:sp>
      <p:cxnSp>
        <p:nvCxnSpPr>
          <p:cNvPr id="420" name="Google Shape;420;g27441296518_1_176"/>
          <p:cNvCxnSpPr/>
          <p:nvPr/>
        </p:nvCxnSpPr>
        <p:spPr>
          <a:xfrm rot="10800000">
            <a:off x="30357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1" name="Google Shape;421;g27441296518_1_176"/>
          <p:cNvCxnSpPr/>
          <p:nvPr/>
        </p:nvCxnSpPr>
        <p:spPr>
          <a:xfrm rot="10800000">
            <a:off x="2730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2" name="Google Shape;422;g27441296518_1_176"/>
          <p:cNvCxnSpPr/>
          <p:nvPr/>
        </p:nvCxnSpPr>
        <p:spPr>
          <a:xfrm rot="10800000">
            <a:off x="5778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3" name="Google Shape;423;g27441296518_1_176"/>
          <p:cNvCxnSpPr/>
          <p:nvPr/>
        </p:nvCxnSpPr>
        <p:spPr>
          <a:xfrm rot="10800000">
            <a:off x="6083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4" name="Google Shape;424;g27441296518_1_176"/>
          <p:cNvCxnSpPr/>
          <p:nvPr/>
        </p:nvCxnSpPr>
        <p:spPr>
          <a:xfrm rot="10800000">
            <a:off x="928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5" name="Google Shape;425;g27441296518_1_176"/>
          <p:cNvCxnSpPr/>
          <p:nvPr/>
        </p:nvCxnSpPr>
        <p:spPr>
          <a:xfrm rot="10800000">
            <a:off x="9665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6" name="Google Shape;426;g27441296518_1_176"/>
          <p:cNvCxnSpPr/>
          <p:nvPr/>
        </p:nvCxnSpPr>
        <p:spPr>
          <a:xfrm rot="10800000">
            <a:off x="26420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7" name="Google Shape;427;g27441296518_1_176"/>
          <p:cNvCxnSpPr/>
          <p:nvPr/>
        </p:nvCxnSpPr>
        <p:spPr>
          <a:xfrm rot="10800000">
            <a:off x="6186763" y="48468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8" name="Google Shape;428;g27441296518_1_176"/>
          <p:cNvCxnSpPr/>
          <p:nvPr/>
        </p:nvCxnSpPr>
        <p:spPr>
          <a:xfrm rot="10800000">
            <a:off x="5835350" y="490987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29" name="Google Shape;429;g27441296518_1_176"/>
          <p:cNvCxnSpPr/>
          <p:nvPr/>
        </p:nvCxnSpPr>
        <p:spPr>
          <a:xfrm rot="10800000">
            <a:off x="9655325" y="49382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30" name="Google Shape;430;g27441296518_1_176"/>
          <p:cNvCxnSpPr/>
          <p:nvPr/>
        </p:nvCxnSpPr>
        <p:spPr>
          <a:xfrm rot="10800000">
            <a:off x="9284125" y="4951275"/>
            <a:ext cx="390900" cy="248700"/>
          </a:xfrm>
          <a:prstGeom prst="straightConnector1">
            <a:avLst/>
          </a:prstGeom>
          <a:noFill/>
          <a:ln cap="flat" cmpd="sng" w="19050">
            <a:solidFill>
              <a:srgbClr val="009287"/>
            </a:solidFill>
            <a:prstDash val="solid"/>
            <a:round/>
            <a:headEnd len="sm" w="sm" type="none"/>
            <a:tailEnd len="sm" w="sm" type="none"/>
          </a:ln>
        </p:spPr>
      </p:cxnSp>
      <p:sp>
        <p:nvSpPr>
          <p:cNvPr id="431" name="Google Shape;431;g27441296518_1_176"/>
          <p:cNvSpPr/>
          <p:nvPr/>
        </p:nvSpPr>
        <p:spPr>
          <a:xfrm>
            <a:off x="2610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2</a:t>
            </a:r>
            <a:endParaRPr b="0" i="0" sz="1900" u="none" cap="none" strike="noStrike">
              <a:solidFill>
                <a:srgbClr val="000000"/>
              </a:solidFill>
              <a:latin typeface="Patrick Hand"/>
              <a:ea typeface="Patrick Hand"/>
              <a:cs typeface="Patrick Hand"/>
              <a:sym typeface="Patrick Hand"/>
            </a:endParaRPr>
          </a:p>
        </p:txBody>
      </p:sp>
      <p:sp>
        <p:nvSpPr>
          <p:cNvPr id="432" name="Google Shape;432;g27441296518_1_176"/>
          <p:cNvSpPr/>
          <p:nvPr/>
        </p:nvSpPr>
        <p:spPr>
          <a:xfrm>
            <a:off x="6146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11</a:t>
            </a:r>
            <a:endParaRPr b="0" i="0" sz="1900" u="none" cap="none" strike="noStrike">
              <a:solidFill>
                <a:srgbClr val="000000"/>
              </a:solidFill>
              <a:latin typeface="Patrick Hand"/>
              <a:ea typeface="Patrick Hand"/>
              <a:cs typeface="Patrick Hand"/>
              <a:sym typeface="Patrick Hand"/>
            </a:endParaRPr>
          </a:p>
        </p:txBody>
      </p:sp>
      <p:sp>
        <p:nvSpPr>
          <p:cNvPr id="433" name="Google Shape;433;g27441296518_1_176"/>
          <p:cNvSpPr/>
          <p:nvPr/>
        </p:nvSpPr>
        <p:spPr>
          <a:xfrm>
            <a:off x="57348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3</a:t>
            </a:r>
            <a:endParaRPr b="0" i="0" sz="1900" u="none" cap="none" strike="noStrike">
              <a:solidFill>
                <a:srgbClr val="000000"/>
              </a:solidFill>
              <a:latin typeface="Patrick Hand"/>
              <a:ea typeface="Patrick Hand"/>
              <a:cs typeface="Patrick Hand"/>
              <a:sym typeface="Patrick Hand"/>
            </a:endParaRPr>
          </a:p>
        </p:txBody>
      </p:sp>
      <p:sp>
        <p:nvSpPr>
          <p:cNvPr id="434" name="Google Shape;434;g27441296518_1_176"/>
          <p:cNvSpPr/>
          <p:nvPr/>
        </p:nvSpPr>
        <p:spPr>
          <a:xfrm>
            <a:off x="53538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3</a:t>
            </a:r>
            <a:endParaRPr b="0" i="0" sz="1900" u="none" cap="none" strike="noStrike">
              <a:solidFill>
                <a:srgbClr val="000000"/>
              </a:solidFill>
              <a:latin typeface="Patrick Hand"/>
              <a:ea typeface="Patrick Hand"/>
              <a:cs typeface="Patrick Hand"/>
              <a:sym typeface="Patrick Hand"/>
            </a:endParaRPr>
          </a:p>
        </p:txBody>
      </p:sp>
      <p:sp>
        <p:nvSpPr>
          <p:cNvPr id="435" name="Google Shape;435;g27441296518_1_176"/>
          <p:cNvSpPr/>
          <p:nvPr/>
        </p:nvSpPr>
        <p:spPr>
          <a:xfrm>
            <a:off x="5734800" y="1297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13</a:t>
            </a:r>
            <a:endParaRPr b="0" i="0" sz="1900" u="none" cap="none" strike="noStrike">
              <a:solidFill>
                <a:srgbClr val="000000"/>
              </a:solidFill>
              <a:latin typeface="Patrick Hand"/>
              <a:ea typeface="Patrick Hand"/>
              <a:cs typeface="Patrick Hand"/>
              <a:sym typeface="Patrick Hand"/>
            </a:endParaRPr>
          </a:p>
        </p:txBody>
      </p:sp>
      <p:cxnSp>
        <p:nvCxnSpPr>
          <p:cNvPr id="436" name="Google Shape;436;g27441296518_1_176"/>
          <p:cNvCxnSpPr/>
          <p:nvPr/>
        </p:nvCxnSpPr>
        <p:spPr>
          <a:xfrm rot="10800000">
            <a:off x="547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37" name="Google Shape;437;g27441296518_1_176"/>
          <p:cNvCxnSpPr/>
          <p:nvPr/>
        </p:nvCxnSpPr>
        <p:spPr>
          <a:xfrm rot="10800000">
            <a:off x="5702725" y="1674850"/>
            <a:ext cx="390900" cy="248700"/>
          </a:xfrm>
          <a:prstGeom prst="straightConnector1">
            <a:avLst/>
          </a:prstGeom>
          <a:noFill/>
          <a:ln cap="flat" cmpd="sng" w="19050">
            <a:solidFill>
              <a:srgbClr val="009287"/>
            </a:solidFill>
            <a:prstDash val="solid"/>
            <a:round/>
            <a:headEnd len="sm" w="sm" type="none"/>
            <a:tailEnd len="sm" w="sm" type="none"/>
          </a:ln>
        </p:spPr>
      </p:cxnSp>
      <p:sp>
        <p:nvSpPr>
          <p:cNvPr id="438" name="Google Shape;438;g27441296518_1_176"/>
          <p:cNvSpPr/>
          <p:nvPr/>
        </p:nvSpPr>
        <p:spPr>
          <a:xfrm>
            <a:off x="9575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12</a:t>
            </a:r>
            <a:endParaRPr b="0" i="0" sz="1900" u="none" cap="none" strike="noStrike">
              <a:solidFill>
                <a:srgbClr val="000000"/>
              </a:solidFill>
              <a:latin typeface="Patrick Hand"/>
              <a:ea typeface="Patrick Hand"/>
              <a:cs typeface="Patrick Hand"/>
              <a:sym typeface="Patrick Hand"/>
            </a:endParaRPr>
          </a:p>
        </p:txBody>
      </p:sp>
      <p:sp>
        <p:nvSpPr>
          <p:cNvPr id="439" name="Google Shape;439;g27441296518_1_176"/>
          <p:cNvSpPr/>
          <p:nvPr/>
        </p:nvSpPr>
        <p:spPr>
          <a:xfrm>
            <a:off x="9194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6</a:t>
            </a:r>
            <a:endParaRPr b="0" i="0" sz="1900" u="none" cap="none" strike="noStrike">
              <a:solidFill>
                <a:srgbClr val="000000"/>
              </a:solidFill>
              <a:latin typeface="Patrick Hand"/>
              <a:ea typeface="Patrick Hand"/>
              <a:cs typeface="Patrick Hand"/>
              <a:sym typeface="Patrick Hand"/>
            </a:endParaRPr>
          </a:p>
        </p:txBody>
      </p:sp>
      <p:sp>
        <p:nvSpPr>
          <p:cNvPr id="440" name="Google Shape;440;g27441296518_1_176"/>
          <p:cNvSpPr/>
          <p:nvPr/>
        </p:nvSpPr>
        <p:spPr>
          <a:xfrm>
            <a:off x="2991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13</a:t>
            </a:r>
            <a:endParaRPr b="0" i="0" sz="1900" u="none" cap="none" strike="noStrike">
              <a:solidFill>
                <a:srgbClr val="000000"/>
              </a:solidFill>
              <a:latin typeface="Patrick Hand"/>
              <a:ea typeface="Patrick Hand"/>
              <a:cs typeface="Patrick Hand"/>
              <a:sym typeface="Patrick Hand"/>
            </a:endParaRPr>
          </a:p>
        </p:txBody>
      </p:sp>
      <p:sp>
        <p:nvSpPr>
          <p:cNvPr id="441" name="Google Shape;441;g27441296518_1_176"/>
          <p:cNvSpPr/>
          <p:nvPr/>
        </p:nvSpPr>
        <p:spPr>
          <a:xfrm>
            <a:off x="2610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a:t>
            </a:r>
            <a:endParaRPr b="0" i="0" sz="1900" u="none" cap="none" strike="noStrike">
              <a:solidFill>
                <a:srgbClr val="000000"/>
              </a:solidFill>
              <a:latin typeface="Patrick Hand"/>
              <a:ea typeface="Patrick Hand"/>
              <a:cs typeface="Patrick Hand"/>
              <a:sym typeface="Patrick Hand"/>
            </a:endParaRPr>
          </a:p>
        </p:txBody>
      </p:sp>
      <p:cxnSp>
        <p:nvCxnSpPr>
          <p:cNvPr id="442" name="Google Shape;442;g27441296518_1_176"/>
          <p:cNvCxnSpPr/>
          <p:nvPr/>
        </p:nvCxnSpPr>
        <p:spPr>
          <a:xfrm rot="10800000">
            <a:off x="2946800" y="4841925"/>
            <a:ext cx="390900" cy="248700"/>
          </a:xfrm>
          <a:prstGeom prst="straightConnector1">
            <a:avLst/>
          </a:prstGeom>
          <a:noFill/>
          <a:ln cap="flat" cmpd="sng" w="19050">
            <a:solidFill>
              <a:srgbClr val="009287"/>
            </a:solidFill>
            <a:prstDash val="solid"/>
            <a:round/>
            <a:headEnd len="sm" w="sm" type="none"/>
            <a:tailEnd len="sm" w="sm" type="none"/>
          </a:ln>
        </p:spPr>
      </p:cxnSp>
      <p:sp>
        <p:nvSpPr>
          <p:cNvPr id="443" name="Google Shape;443;g27441296518_1_176"/>
          <p:cNvSpPr/>
          <p:nvPr/>
        </p:nvSpPr>
        <p:spPr>
          <a:xfrm>
            <a:off x="6115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12</a:t>
            </a:r>
            <a:endParaRPr b="0" i="0" sz="1900" u="none" cap="none" strike="noStrike">
              <a:solidFill>
                <a:srgbClr val="000000"/>
              </a:solidFill>
              <a:latin typeface="Patrick Hand"/>
              <a:ea typeface="Patrick Hand"/>
              <a:cs typeface="Patrick Hand"/>
              <a:sym typeface="Patrick Hand"/>
            </a:endParaRPr>
          </a:p>
        </p:txBody>
      </p:sp>
      <p:sp>
        <p:nvSpPr>
          <p:cNvPr id="444" name="Google Shape;444;g27441296518_1_176"/>
          <p:cNvSpPr/>
          <p:nvPr/>
        </p:nvSpPr>
        <p:spPr>
          <a:xfrm>
            <a:off x="5734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2</a:t>
            </a:r>
            <a:endParaRPr b="0" i="0" sz="1900" u="none" cap="none" strike="noStrike">
              <a:solidFill>
                <a:srgbClr val="000000"/>
              </a:solidFill>
              <a:latin typeface="Patrick Hand"/>
              <a:ea typeface="Patrick Hand"/>
              <a:cs typeface="Patrick Hand"/>
              <a:sym typeface="Patrick Hand"/>
            </a:endParaRPr>
          </a:p>
        </p:txBody>
      </p:sp>
      <p:sp>
        <p:nvSpPr>
          <p:cNvPr id="445" name="Google Shape;445;g27441296518_1_176"/>
          <p:cNvSpPr/>
          <p:nvPr/>
        </p:nvSpPr>
        <p:spPr>
          <a:xfrm>
            <a:off x="57348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12</a:t>
            </a:r>
            <a:endParaRPr b="0" i="0" sz="1900" u="none" cap="none" strike="noStrike">
              <a:solidFill>
                <a:srgbClr val="000000"/>
              </a:solidFill>
              <a:latin typeface="Patrick Hand"/>
              <a:ea typeface="Patrick Hand"/>
              <a:cs typeface="Patrick Hand"/>
              <a:sym typeface="Patrick Hand"/>
            </a:endParaRPr>
          </a:p>
        </p:txBody>
      </p:sp>
      <p:sp>
        <p:nvSpPr>
          <p:cNvPr id="446" name="Google Shape;446;g27441296518_1_176"/>
          <p:cNvSpPr/>
          <p:nvPr/>
        </p:nvSpPr>
        <p:spPr>
          <a:xfrm>
            <a:off x="5353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8</a:t>
            </a:r>
            <a:endParaRPr b="0" i="0" sz="1900" u="none" cap="none" strike="noStrike">
              <a:solidFill>
                <a:srgbClr val="000000"/>
              </a:solidFill>
              <a:latin typeface="Patrick Hand"/>
              <a:ea typeface="Patrick Hand"/>
              <a:cs typeface="Patrick Hand"/>
              <a:sym typeface="Patrick Hand"/>
            </a:endParaRPr>
          </a:p>
        </p:txBody>
      </p:sp>
      <p:cxnSp>
        <p:nvCxnSpPr>
          <p:cNvPr id="447" name="Google Shape;447;g27441296518_1_176"/>
          <p:cNvCxnSpPr/>
          <p:nvPr/>
        </p:nvCxnSpPr>
        <p:spPr>
          <a:xfrm rot="10800000">
            <a:off x="5454350" y="483367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448" name="Google Shape;448;g27441296518_1_176"/>
          <p:cNvCxnSpPr/>
          <p:nvPr/>
        </p:nvCxnSpPr>
        <p:spPr>
          <a:xfrm rot="10800000">
            <a:off x="5759150" y="4452675"/>
            <a:ext cx="390900" cy="248700"/>
          </a:xfrm>
          <a:prstGeom prst="straightConnector1">
            <a:avLst/>
          </a:prstGeom>
          <a:noFill/>
          <a:ln cap="flat" cmpd="sng" w="19050">
            <a:solidFill>
              <a:srgbClr val="009287"/>
            </a:solidFill>
            <a:prstDash val="solid"/>
            <a:round/>
            <a:headEnd len="sm" w="sm" type="none"/>
            <a:tailEnd len="sm" w="sm" type="none"/>
          </a:ln>
        </p:spPr>
      </p:cxnSp>
      <p:sp>
        <p:nvSpPr>
          <p:cNvPr id="449" name="Google Shape;449;g27441296518_1_176"/>
          <p:cNvSpPr/>
          <p:nvPr/>
        </p:nvSpPr>
        <p:spPr>
          <a:xfrm>
            <a:off x="9651963" y="44798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12</a:t>
            </a:r>
            <a:endParaRPr b="0" i="0" sz="1900" u="none" cap="none" strike="noStrike">
              <a:solidFill>
                <a:srgbClr val="000000"/>
              </a:solidFill>
              <a:latin typeface="Patrick Hand"/>
              <a:ea typeface="Patrick Hand"/>
              <a:cs typeface="Patrick Hand"/>
              <a:sym typeface="Patrick Hand"/>
            </a:endParaRPr>
          </a:p>
        </p:txBody>
      </p:sp>
      <p:sp>
        <p:nvSpPr>
          <p:cNvPr id="450" name="Google Shape;450;g27441296518_1_176"/>
          <p:cNvSpPr/>
          <p:nvPr/>
        </p:nvSpPr>
        <p:spPr>
          <a:xfrm>
            <a:off x="9270963" y="44798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4</a:t>
            </a:r>
            <a:endParaRPr b="0" i="0" sz="1900" u="none" cap="none" strike="noStrike">
              <a:solidFill>
                <a:srgbClr val="000000"/>
              </a:solidFill>
              <a:latin typeface="Patrick Hand"/>
              <a:ea typeface="Patrick Hand"/>
              <a:cs typeface="Patrick Hand"/>
              <a:sym typeface="Patrick Hand"/>
            </a:endParaRPr>
          </a:p>
        </p:txBody>
      </p:sp>
      <p:pic>
        <p:nvPicPr>
          <p:cNvPr id="451" name="Google Shape;451;g27441296518_1_176"/>
          <p:cNvPicPr preferRelativeResize="0"/>
          <p:nvPr/>
        </p:nvPicPr>
        <p:blipFill>
          <a:blip r:embed="rId4">
            <a:alphaModFix/>
          </a:blip>
          <a:stretch>
            <a:fillRect/>
          </a:stretch>
        </p:blipFill>
        <p:spPr>
          <a:xfrm>
            <a:off x="11039400" y="52346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descr="Forma&#10;&#10;Descripción generada automáticamente con confianza media" id="456" name="Google Shape;456;g2b51c657a72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457" name="Google Shape;457;g2b51c657a72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458" name="Google Shape;458;g2b51c657a72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459" name="Google Shape;459;g2b51c657a72_0_0" title="Resumen - Resta (13) - 3 dígitos">
            <a:hlinkClick r:id="rId4"/>
          </p:cNvPr>
          <p:cNvPicPr preferRelativeResize="0"/>
          <p:nvPr/>
        </p:nvPicPr>
        <p:blipFill>
          <a:blip r:embed="rId5">
            <a:alphaModFix/>
          </a:blip>
          <a:stretch>
            <a:fillRect/>
          </a:stretch>
        </p:blipFill>
        <p:spPr>
          <a:xfrm>
            <a:off x="1739550" y="1398450"/>
            <a:ext cx="8712900" cy="4901000"/>
          </a:xfrm>
          <a:prstGeom prst="rect">
            <a:avLst/>
          </a:prstGeom>
          <a:noFill/>
          <a:ln cap="flat" cmpd="sng" w="28575">
            <a:solidFill>
              <a:schemeClr val="dk2"/>
            </a:solidFill>
            <a:prstDash val="solid"/>
            <a:round/>
            <a:headEnd len="sm" w="sm" type="none"/>
            <a:tailEnd len="sm" w="sm" type="none"/>
          </a:ln>
        </p:spPr>
      </p:pic>
      <p:pic>
        <p:nvPicPr>
          <p:cNvPr id="460" name="Google Shape;460;g2b51c657a72_0_0"/>
          <p:cNvPicPr preferRelativeResize="0"/>
          <p:nvPr/>
        </p:nvPicPr>
        <p:blipFill>
          <a:blip r:embed="rId6">
            <a:alphaModFix/>
          </a:blip>
          <a:stretch>
            <a:fillRect/>
          </a:stretch>
        </p:blipFill>
        <p:spPr>
          <a:xfrm>
            <a:off x="11039400"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10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2aee05cfbbe_0_101"/>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466" name="Google Shape;466;g2aee05cfbbe_0_101"/>
          <p:cNvSpPr txBox="1"/>
          <p:nvPr/>
        </p:nvSpPr>
        <p:spPr>
          <a:xfrm>
            <a:off x="6605267" y="330510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https://forms.gle/6LG5h3TqFJgRvXsE6</a:t>
            </a:r>
            <a:r>
              <a:rPr b="1" lang="es-ES" sz="1900">
                <a:latin typeface="Calibri"/>
                <a:ea typeface="Calibri"/>
                <a:cs typeface="Calibri"/>
                <a:sym typeface="Calibri"/>
              </a:rPr>
              <a:t> </a:t>
            </a:r>
            <a:endParaRPr sz="1900"/>
          </a:p>
        </p:txBody>
      </p:sp>
      <p:sp>
        <p:nvSpPr>
          <p:cNvPr id="467" name="Google Shape;467;g2aee05cfbbe_0_101"/>
          <p:cNvSpPr txBox="1"/>
          <p:nvPr/>
        </p:nvSpPr>
        <p:spPr>
          <a:xfrm>
            <a:off x="1996567"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¿Qué suma representa?</a:t>
            </a:r>
            <a:endParaRPr sz="1900"/>
          </a:p>
        </p:txBody>
      </p:sp>
      <p:pic>
        <p:nvPicPr>
          <p:cNvPr id="468" name="Google Shape;468;g2aee05cfbbe_0_101"/>
          <p:cNvPicPr preferRelativeResize="0"/>
          <p:nvPr/>
        </p:nvPicPr>
        <p:blipFill rotWithShape="1">
          <a:blip r:embed="rId4">
            <a:alphaModFix/>
          </a:blip>
          <a:srcRect b="0" l="0" r="0" t="0"/>
          <a:stretch/>
        </p:blipFill>
        <p:spPr>
          <a:xfrm>
            <a:off x="4115223" y="2298700"/>
            <a:ext cx="163397" cy="1448600"/>
          </a:xfrm>
          <a:prstGeom prst="rect">
            <a:avLst/>
          </a:prstGeom>
          <a:noFill/>
          <a:ln>
            <a:noFill/>
          </a:ln>
        </p:spPr>
      </p:pic>
      <p:pic>
        <p:nvPicPr>
          <p:cNvPr id="469" name="Google Shape;469;g2aee05cfbbe_0_101"/>
          <p:cNvPicPr preferRelativeResize="0"/>
          <p:nvPr/>
        </p:nvPicPr>
        <p:blipFill rotWithShape="1">
          <a:blip r:embed="rId4">
            <a:alphaModFix/>
          </a:blip>
          <a:srcRect b="0" l="0" r="0" t="0"/>
          <a:stretch/>
        </p:blipFill>
        <p:spPr>
          <a:xfrm>
            <a:off x="4289174" y="2298700"/>
            <a:ext cx="163397" cy="1448600"/>
          </a:xfrm>
          <a:prstGeom prst="rect">
            <a:avLst/>
          </a:prstGeom>
          <a:noFill/>
          <a:ln>
            <a:noFill/>
          </a:ln>
        </p:spPr>
      </p:pic>
      <p:pic>
        <p:nvPicPr>
          <p:cNvPr id="470" name="Google Shape;470;g2aee05cfbbe_0_101"/>
          <p:cNvPicPr preferRelativeResize="0"/>
          <p:nvPr/>
        </p:nvPicPr>
        <p:blipFill rotWithShape="1">
          <a:blip r:embed="rId4">
            <a:alphaModFix/>
          </a:blip>
          <a:srcRect b="0" l="0" r="0" t="0"/>
          <a:stretch/>
        </p:blipFill>
        <p:spPr>
          <a:xfrm>
            <a:off x="4463107" y="2298700"/>
            <a:ext cx="163397" cy="1448600"/>
          </a:xfrm>
          <a:prstGeom prst="rect">
            <a:avLst/>
          </a:prstGeom>
          <a:noFill/>
          <a:ln>
            <a:noFill/>
          </a:ln>
        </p:spPr>
      </p:pic>
      <p:pic>
        <p:nvPicPr>
          <p:cNvPr id="471" name="Google Shape;471;g2aee05cfbbe_0_101"/>
          <p:cNvPicPr preferRelativeResize="0"/>
          <p:nvPr/>
        </p:nvPicPr>
        <p:blipFill rotWithShape="1">
          <a:blip r:embed="rId4">
            <a:alphaModFix/>
          </a:blip>
          <a:srcRect b="0" l="0" r="0" t="0"/>
          <a:stretch/>
        </p:blipFill>
        <p:spPr>
          <a:xfrm>
            <a:off x="4634903" y="2298700"/>
            <a:ext cx="163397" cy="1448600"/>
          </a:xfrm>
          <a:prstGeom prst="rect">
            <a:avLst/>
          </a:prstGeom>
          <a:noFill/>
          <a:ln>
            <a:noFill/>
          </a:ln>
        </p:spPr>
      </p:pic>
      <p:pic>
        <p:nvPicPr>
          <p:cNvPr id="472" name="Google Shape;472;g2aee05cfbbe_0_101"/>
          <p:cNvPicPr preferRelativeResize="0"/>
          <p:nvPr/>
        </p:nvPicPr>
        <p:blipFill rotWithShape="1">
          <a:blip r:embed="rId5">
            <a:alphaModFix/>
          </a:blip>
          <a:srcRect b="0" l="0" r="0" t="0"/>
          <a:stretch/>
        </p:blipFill>
        <p:spPr>
          <a:xfrm>
            <a:off x="5065167" y="2532350"/>
            <a:ext cx="753567" cy="526866"/>
          </a:xfrm>
          <a:prstGeom prst="rect">
            <a:avLst/>
          </a:prstGeom>
          <a:noFill/>
          <a:ln>
            <a:noFill/>
          </a:ln>
        </p:spPr>
      </p:pic>
      <p:pic>
        <p:nvPicPr>
          <p:cNvPr id="473" name="Google Shape;473;g2aee05cfbbe_0_101"/>
          <p:cNvPicPr preferRelativeResize="0"/>
          <p:nvPr/>
        </p:nvPicPr>
        <p:blipFill rotWithShape="1">
          <a:blip r:embed="rId5">
            <a:alphaModFix/>
          </a:blip>
          <a:srcRect b="0" l="0" r="0" t="0"/>
          <a:stretch/>
        </p:blipFill>
        <p:spPr>
          <a:xfrm>
            <a:off x="6085600" y="2481783"/>
            <a:ext cx="753567" cy="526866"/>
          </a:xfrm>
          <a:prstGeom prst="rect">
            <a:avLst/>
          </a:prstGeom>
          <a:noFill/>
          <a:ln>
            <a:noFill/>
          </a:ln>
        </p:spPr>
      </p:pic>
      <p:pic>
        <p:nvPicPr>
          <p:cNvPr id="474" name="Google Shape;474;g2aee05cfbbe_0_101"/>
          <p:cNvPicPr preferRelativeResize="0"/>
          <p:nvPr/>
        </p:nvPicPr>
        <p:blipFill rotWithShape="1">
          <a:blip r:embed="rId5">
            <a:alphaModFix/>
          </a:blip>
          <a:srcRect b="0" l="0" r="0" t="0"/>
          <a:stretch/>
        </p:blipFill>
        <p:spPr>
          <a:xfrm>
            <a:off x="5065167" y="3224033"/>
            <a:ext cx="753567" cy="526866"/>
          </a:xfrm>
          <a:prstGeom prst="rect">
            <a:avLst/>
          </a:prstGeom>
          <a:noFill/>
          <a:ln>
            <a:noFill/>
          </a:ln>
        </p:spPr>
      </p:pic>
      <p:pic>
        <p:nvPicPr>
          <p:cNvPr id="475" name="Google Shape;475;g2aee05cfbbe_0_101"/>
          <p:cNvPicPr preferRelativeResize="0"/>
          <p:nvPr/>
        </p:nvPicPr>
        <p:blipFill rotWithShape="1">
          <a:blip r:embed="rId5">
            <a:alphaModFix/>
          </a:blip>
          <a:srcRect b="0" l="0" r="0" t="0"/>
          <a:stretch/>
        </p:blipFill>
        <p:spPr>
          <a:xfrm>
            <a:off x="6085600" y="3236733"/>
            <a:ext cx="753567" cy="526866"/>
          </a:xfrm>
          <a:prstGeom prst="rect">
            <a:avLst/>
          </a:prstGeom>
          <a:noFill/>
          <a:ln>
            <a:noFill/>
          </a:ln>
        </p:spPr>
      </p:pic>
      <p:sp>
        <p:nvSpPr>
          <p:cNvPr id="476" name="Google Shape;476;g2aee05cfbbe_0_101"/>
          <p:cNvSpPr txBox="1"/>
          <p:nvPr/>
        </p:nvSpPr>
        <p:spPr>
          <a:xfrm>
            <a:off x="1722067" y="1485133"/>
            <a:ext cx="5642100" cy="877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lang="es-ES" sz="4100">
                <a:latin typeface="Patrick Hand"/>
                <a:ea typeface="Patrick Hand"/>
                <a:cs typeface="Patrick Hand"/>
                <a:sym typeface="Patrick Hand"/>
              </a:rPr>
              <a:t>C        </a:t>
            </a:r>
            <a:r>
              <a:rPr b="0" i="0" lang="es-ES" sz="4100" u="none" cap="none" strike="noStrike">
                <a:solidFill>
                  <a:srgbClr val="000000"/>
                </a:solidFill>
                <a:latin typeface="Patrick Hand"/>
                <a:ea typeface="Patrick Hand"/>
                <a:cs typeface="Patrick Hand"/>
                <a:sym typeface="Patrick Hand"/>
              </a:rPr>
              <a:t>D               U</a:t>
            </a:r>
            <a:endParaRPr b="0" i="0" sz="700" u="none" cap="none" strike="noStrike">
              <a:solidFill>
                <a:srgbClr val="000000"/>
              </a:solidFill>
              <a:latin typeface="Arial"/>
              <a:ea typeface="Arial"/>
              <a:cs typeface="Arial"/>
              <a:sym typeface="Arial"/>
            </a:endParaRPr>
          </a:p>
        </p:txBody>
      </p:sp>
      <p:cxnSp>
        <p:nvCxnSpPr>
          <p:cNvPr id="477" name="Google Shape;477;g2aee05cfbbe_0_101"/>
          <p:cNvCxnSpPr/>
          <p:nvPr/>
        </p:nvCxnSpPr>
        <p:spPr>
          <a:xfrm>
            <a:off x="4869700" y="2141300"/>
            <a:ext cx="0" cy="3536400"/>
          </a:xfrm>
          <a:prstGeom prst="straightConnector1">
            <a:avLst/>
          </a:prstGeom>
          <a:noFill/>
          <a:ln cap="flat" cmpd="sng" w="9525">
            <a:solidFill>
              <a:srgbClr val="009287"/>
            </a:solidFill>
            <a:prstDash val="solid"/>
            <a:round/>
            <a:headEnd len="sm" w="sm" type="none"/>
            <a:tailEnd len="sm" w="sm" type="none"/>
          </a:ln>
        </p:spPr>
      </p:cxnSp>
      <p:cxnSp>
        <p:nvCxnSpPr>
          <p:cNvPr id="478" name="Google Shape;478;g2aee05cfbbe_0_101"/>
          <p:cNvCxnSpPr/>
          <p:nvPr/>
        </p:nvCxnSpPr>
        <p:spPr>
          <a:xfrm>
            <a:off x="1100867" y="5437233"/>
            <a:ext cx="5887200" cy="0"/>
          </a:xfrm>
          <a:prstGeom prst="straightConnector1">
            <a:avLst/>
          </a:prstGeom>
          <a:noFill/>
          <a:ln cap="flat" cmpd="sng" w="9525">
            <a:solidFill>
              <a:srgbClr val="009287"/>
            </a:solidFill>
            <a:prstDash val="solid"/>
            <a:round/>
            <a:headEnd len="sm" w="sm" type="none"/>
            <a:tailEnd len="sm" w="sm" type="none"/>
          </a:ln>
        </p:spPr>
      </p:cxnSp>
      <p:sp>
        <p:nvSpPr>
          <p:cNvPr id="479" name="Google Shape;479;g2aee05cfbbe_0_101"/>
          <p:cNvSpPr txBox="1"/>
          <p:nvPr/>
        </p:nvSpPr>
        <p:spPr>
          <a:xfrm>
            <a:off x="8354770" y="1789000"/>
            <a:ext cx="2602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2</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4</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2</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None/>
            </a:pPr>
            <a:r>
              <a:rPr lang="es-ES" sz="4500">
                <a:latin typeface="Patrick Hand"/>
                <a:ea typeface="Patrick Hand"/>
                <a:cs typeface="Patrick Hand"/>
                <a:sym typeface="Patrick Hand"/>
              </a:rPr>
              <a:t>-   1   5 </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7</a:t>
            </a:r>
            <a:r>
              <a:rPr lang="es-ES" sz="4500">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p:txBody>
      </p:sp>
      <p:cxnSp>
        <p:nvCxnSpPr>
          <p:cNvPr id="480" name="Google Shape;480;g2aee05cfbbe_0_101"/>
          <p:cNvCxnSpPr/>
          <p:nvPr/>
        </p:nvCxnSpPr>
        <p:spPr>
          <a:xfrm>
            <a:off x="8682750" y="3305083"/>
            <a:ext cx="2191500" cy="0"/>
          </a:xfrm>
          <a:prstGeom prst="straightConnector1">
            <a:avLst/>
          </a:prstGeom>
          <a:noFill/>
          <a:ln cap="flat" cmpd="sng" w="9525">
            <a:solidFill>
              <a:srgbClr val="000000"/>
            </a:solidFill>
            <a:prstDash val="solid"/>
            <a:round/>
            <a:headEnd len="sm" w="sm" type="none"/>
            <a:tailEnd len="sm" w="sm" type="none"/>
          </a:ln>
        </p:spPr>
      </p:cxnSp>
      <p:sp>
        <p:nvSpPr>
          <p:cNvPr id="481" name="Google Shape;481;g2aee05cfbbe_0_101"/>
          <p:cNvSpPr txBox="1"/>
          <p:nvPr/>
        </p:nvSpPr>
        <p:spPr>
          <a:xfrm>
            <a:off x="7060467"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a:t>
            </a:r>
            <a:endParaRPr sz="1900"/>
          </a:p>
        </p:txBody>
      </p:sp>
      <p:sp>
        <p:nvSpPr>
          <p:cNvPr id="482" name="Google Shape;482;g2aee05cfbbe_0_101"/>
          <p:cNvSpPr txBox="1"/>
          <p:nvPr/>
        </p:nvSpPr>
        <p:spPr>
          <a:xfrm>
            <a:off x="1996567" y="5731533"/>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pic>
        <p:nvPicPr>
          <p:cNvPr id="483" name="Google Shape;483;g2aee05cfbbe_0_101"/>
          <p:cNvPicPr preferRelativeResize="0"/>
          <p:nvPr/>
        </p:nvPicPr>
        <p:blipFill rotWithShape="1">
          <a:blip r:embed="rId5">
            <a:alphaModFix/>
          </a:blip>
          <a:srcRect b="0" l="0" r="0" t="0"/>
          <a:stretch/>
        </p:blipFill>
        <p:spPr>
          <a:xfrm>
            <a:off x="5598933" y="2852450"/>
            <a:ext cx="753567" cy="526866"/>
          </a:xfrm>
          <a:prstGeom prst="rect">
            <a:avLst/>
          </a:prstGeom>
          <a:noFill/>
          <a:ln>
            <a:noFill/>
          </a:ln>
        </p:spPr>
      </p:pic>
      <p:pic>
        <p:nvPicPr>
          <p:cNvPr id="484" name="Google Shape;484;g2aee05cfbbe_0_101"/>
          <p:cNvPicPr preferRelativeResize="0"/>
          <p:nvPr/>
        </p:nvPicPr>
        <p:blipFill rotWithShape="1">
          <a:blip r:embed="rId6">
            <a:alphaModFix amt="44000"/>
          </a:blip>
          <a:srcRect b="0" l="0" r="0" t="0"/>
          <a:stretch/>
        </p:blipFill>
        <p:spPr>
          <a:xfrm>
            <a:off x="1103100" y="2270885"/>
            <a:ext cx="1390268" cy="1476419"/>
          </a:xfrm>
          <a:prstGeom prst="rect">
            <a:avLst/>
          </a:prstGeom>
          <a:noFill/>
          <a:ln>
            <a:noFill/>
          </a:ln>
        </p:spPr>
      </p:pic>
      <p:pic>
        <p:nvPicPr>
          <p:cNvPr id="485" name="Google Shape;485;g2aee05cfbbe_0_101"/>
          <p:cNvPicPr preferRelativeResize="0"/>
          <p:nvPr/>
        </p:nvPicPr>
        <p:blipFill rotWithShape="1">
          <a:blip r:embed="rId4">
            <a:alphaModFix/>
          </a:blip>
          <a:srcRect b="0" l="0" r="0" t="0"/>
          <a:stretch/>
        </p:blipFill>
        <p:spPr>
          <a:xfrm>
            <a:off x="3943433" y="2298700"/>
            <a:ext cx="163397" cy="1448600"/>
          </a:xfrm>
          <a:prstGeom prst="rect">
            <a:avLst/>
          </a:prstGeom>
          <a:noFill/>
          <a:ln>
            <a:noFill/>
          </a:ln>
        </p:spPr>
      </p:pic>
      <p:pic>
        <p:nvPicPr>
          <p:cNvPr id="486" name="Google Shape;486;g2aee05cfbbe_0_101"/>
          <p:cNvPicPr preferRelativeResize="0"/>
          <p:nvPr/>
        </p:nvPicPr>
        <p:blipFill rotWithShape="1">
          <a:blip r:embed="rId4">
            <a:alphaModFix/>
          </a:blip>
          <a:srcRect b="0" l="0" r="0" t="0"/>
          <a:stretch/>
        </p:blipFill>
        <p:spPr>
          <a:xfrm>
            <a:off x="3251956" y="2298700"/>
            <a:ext cx="163397" cy="1448600"/>
          </a:xfrm>
          <a:prstGeom prst="rect">
            <a:avLst/>
          </a:prstGeom>
          <a:noFill/>
          <a:ln>
            <a:noFill/>
          </a:ln>
        </p:spPr>
      </p:pic>
      <p:pic>
        <p:nvPicPr>
          <p:cNvPr id="487" name="Google Shape;487;g2aee05cfbbe_0_101"/>
          <p:cNvPicPr preferRelativeResize="0"/>
          <p:nvPr/>
        </p:nvPicPr>
        <p:blipFill rotWithShape="1">
          <a:blip r:embed="rId4">
            <a:alphaModFix/>
          </a:blip>
          <a:srcRect b="0" l="0" r="0" t="0"/>
          <a:stretch/>
        </p:blipFill>
        <p:spPr>
          <a:xfrm>
            <a:off x="3425907" y="2298700"/>
            <a:ext cx="163397" cy="1448600"/>
          </a:xfrm>
          <a:prstGeom prst="rect">
            <a:avLst/>
          </a:prstGeom>
          <a:noFill/>
          <a:ln>
            <a:noFill/>
          </a:ln>
        </p:spPr>
      </p:pic>
      <p:pic>
        <p:nvPicPr>
          <p:cNvPr id="488" name="Google Shape;488;g2aee05cfbbe_0_101"/>
          <p:cNvPicPr preferRelativeResize="0"/>
          <p:nvPr/>
        </p:nvPicPr>
        <p:blipFill rotWithShape="1">
          <a:blip r:embed="rId4">
            <a:alphaModFix/>
          </a:blip>
          <a:srcRect b="0" l="0" r="0" t="0"/>
          <a:stretch/>
        </p:blipFill>
        <p:spPr>
          <a:xfrm>
            <a:off x="3599840" y="2298700"/>
            <a:ext cx="163397" cy="1448600"/>
          </a:xfrm>
          <a:prstGeom prst="rect">
            <a:avLst/>
          </a:prstGeom>
          <a:noFill/>
          <a:ln>
            <a:noFill/>
          </a:ln>
        </p:spPr>
      </p:pic>
      <p:pic>
        <p:nvPicPr>
          <p:cNvPr id="489" name="Google Shape;489;g2aee05cfbbe_0_101"/>
          <p:cNvPicPr preferRelativeResize="0"/>
          <p:nvPr/>
        </p:nvPicPr>
        <p:blipFill rotWithShape="1">
          <a:blip r:embed="rId4">
            <a:alphaModFix/>
          </a:blip>
          <a:srcRect b="0" l="0" r="0" t="0"/>
          <a:stretch/>
        </p:blipFill>
        <p:spPr>
          <a:xfrm>
            <a:off x="3771637" y="2298700"/>
            <a:ext cx="163397" cy="1448600"/>
          </a:xfrm>
          <a:prstGeom prst="rect">
            <a:avLst/>
          </a:prstGeom>
          <a:noFill/>
          <a:ln>
            <a:noFill/>
          </a:ln>
        </p:spPr>
      </p:pic>
      <p:pic>
        <p:nvPicPr>
          <p:cNvPr id="490" name="Google Shape;490;g2aee05cfbbe_0_101"/>
          <p:cNvPicPr preferRelativeResize="0"/>
          <p:nvPr/>
        </p:nvPicPr>
        <p:blipFill rotWithShape="1">
          <a:blip r:embed="rId4">
            <a:alphaModFix/>
          </a:blip>
          <a:srcRect b="0" l="0" r="0" t="0"/>
          <a:stretch/>
        </p:blipFill>
        <p:spPr>
          <a:xfrm>
            <a:off x="3080167" y="2298700"/>
            <a:ext cx="163397" cy="1448600"/>
          </a:xfrm>
          <a:prstGeom prst="rect">
            <a:avLst/>
          </a:prstGeom>
          <a:noFill/>
          <a:ln>
            <a:noFill/>
          </a:ln>
        </p:spPr>
      </p:pic>
      <p:pic>
        <p:nvPicPr>
          <p:cNvPr id="491" name="Google Shape;491;g2aee05cfbbe_0_101"/>
          <p:cNvPicPr preferRelativeResize="0"/>
          <p:nvPr/>
        </p:nvPicPr>
        <p:blipFill rotWithShape="1">
          <a:blip r:embed="rId4">
            <a:alphaModFix/>
          </a:blip>
          <a:srcRect b="0" l="0" r="0" t="0"/>
          <a:stretch/>
        </p:blipFill>
        <p:spPr>
          <a:xfrm>
            <a:off x="4115223" y="3841300"/>
            <a:ext cx="163397" cy="1448600"/>
          </a:xfrm>
          <a:prstGeom prst="rect">
            <a:avLst/>
          </a:prstGeom>
          <a:noFill/>
          <a:ln>
            <a:noFill/>
          </a:ln>
        </p:spPr>
      </p:pic>
      <p:pic>
        <p:nvPicPr>
          <p:cNvPr id="492" name="Google Shape;492;g2aee05cfbbe_0_101"/>
          <p:cNvPicPr preferRelativeResize="0"/>
          <p:nvPr/>
        </p:nvPicPr>
        <p:blipFill rotWithShape="1">
          <a:blip r:embed="rId4">
            <a:alphaModFix/>
          </a:blip>
          <a:srcRect b="0" l="0" r="0" t="0"/>
          <a:stretch/>
        </p:blipFill>
        <p:spPr>
          <a:xfrm>
            <a:off x="4289174" y="3841300"/>
            <a:ext cx="163397" cy="1448600"/>
          </a:xfrm>
          <a:prstGeom prst="rect">
            <a:avLst/>
          </a:prstGeom>
          <a:noFill/>
          <a:ln>
            <a:noFill/>
          </a:ln>
        </p:spPr>
      </p:pic>
      <p:pic>
        <p:nvPicPr>
          <p:cNvPr id="493" name="Google Shape;493;g2aee05cfbbe_0_101"/>
          <p:cNvPicPr preferRelativeResize="0"/>
          <p:nvPr/>
        </p:nvPicPr>
        <p:blipFill rotWithShape="1">
          <a:blip r:embed="rId4">
            <a:alphaModFix/>
          </a:blip>
          <a:srcRect b="0" l="0" r="0" t="0"/>
          <a:stretch/>
        </p:blipFill>
        <p:spPr>
          <a:xfrm>
            <a:off x="4463107" y="3841300"/>
            <a:ext cx="163397" cy="1448600"/>
          </a:xfrm>
          <a:prstGeom prst="rect">
            <a:avLst/>
          </a:prstGeom>
          <a:noFill/>
          <a:ln>
            <a:noFill/>
          </a:ln>
        </p:spPr>
      </p:pic>
      <p:pic>
        <p:nvPicPr>
          <p:cNvPr id="494" name="Google Shape;494;g2aee05cfbbe_0_101"/>
          <p:cNvPicPr preferRelativeResize="0"/>
          <p:nvPr/>
        </p:nvPicPr>
        <p:blipFill rotWithShape="1">
          <a:blip r:embed="rId4">
            <a:alphaModFix/>
          </a:blip>
          <a:srcRect b="0" l="0" r="0" t="0"/>
          <a:stretch/>
        </p:blipFill>
        <p:spPr>
          <a:xfrm>
            <a:off x="4634903" y="3841300"/>
            <a:ext cx="163397" cy="1448600"/>
          </a:xfrm>
          <a:prstGeom prst="rect">
            <a:avLst/>
          </a:prstGeom>
          <a:noFill/>
          <a:ln>
            <a:noFill/>
          </a:ln>
        </p:spPr>
      </p:pic>
      <p:pic>
        <p:nvPicPr>
          <p:cNvPr id="495" name="Google Shape;495;g2aee05cfbbe_0_101"/>
          <p:cNvPicPr preferRelativeResize="0"/>
          <p:nvPr/>
        </p:nvPicPr>
        <p:blipFill rotWithShape="1">
          <a:blip r:embed="rId4">
            <a:alphaModFix/>
          </a:blip>
          <a:srcRect b="0" l="0" r="0" t="0"/>
          <a:stretch/>
        </p:blipFill>
        <p:spPr>
          <a:xfrm>
            <a:off x="3943433" y="3841300"/>
            <a:ext cx="163397" cy="1448600"/>
          </a:xfrm>
          <a:prstGeom prst="rect">
            <a:avLst/>
          </a:prstGeom>
          <a:noFill/>
          <a:ln>
            <a:noFill/>
          </a:ln>
        </p:spPr>
      </p:pic>
      <p:pic>
        <p:nvPicPr>
          <p:cNvPr id="496" name="Google Shape;496;g2aee05cfbbe_0_101"/>
          <p:cNvPicPr preferRelativeResize="0"/>
          <p:nvPr/>
        </p:nvPicPr>
        <p:blipFill rotWithShape="1">
          <a:blip r:embed="rId4">
            <a:alphaModFix/>
          </a:blip>
          <a:srcRect b="0" l="0" r="0" t="0"/>
          <a:stretch/>
        </p:blipFill>
        <p:spPr>
          <a:xfrm>
            <a:off x="3771637" y="3841300"/>
            <a:ext cx="163397" cy="1448600"/>
          </a:xfrm>
          <a:prstGeom prst="rect">
            <a:avLst/>
          </a:prstGeom>
          <a:noFill/>
          <a:ln>
            <a:noFill/>
          </a:ln>
        </p:spPr>
      </p:pic>
      <p:pic>
        <p:nvPicPr>
          <p:cNvPr id="497" name="Google Shape;497;g2aee05cfbbe_0_101"/>
          <p:cNvPicPr preferRelativeResize="0"/>
          <p:nvPr/>
        </p:nvPicPr>
        <p:blipFill rotWithShape="1">
          <a:blip r:embed="rId5">
            <a:alphaModFix/>
          </a:blip>
          <a:srcRect b="0" l="0" r="0" t="0"/>
          <a:stretch/>
        </p:blipFill>
        <p:spPr>
          <a:xfrm>
            <a:off x="5548950" y="3638950"/>
            <a:ext cx="753567" cy="526866"/>
          </a:xfrm>
          <a:prstGeom prst="rect">
            <a:avLst/>
          </a:prstGeom>
          <a:noFill/>
          <a:ln>
            <a:noFill/>
          </a:ln>
        </p:spPr>
      </p:pic>
      <p:pic>
        <p:nvPicPr>
          <p:cNvPr id="498" name="Google Shape;498;g2aee05cfbbe_0_101"/>
          <p:cNvPicPr preferRelativeResize="0"/>
          <p:nvPr/>
        </p:nvPicPr>
        <p:blipFill rotWithShape="1">
          <a:blip r:embed="rId5">
            <a:alphaModFix/>
          </a:blip>
          <a:srcRect b="0" l="0" r="0" t="0"/>
          <a:stretch/>
        </p:blipFill>
        <p:spPr>
          <a:xfrm>
            <a:off x="5065167" y="3991700"/>
            <a:ext cx="753567" cy="526866"/>
          </a:xfrm>
          <a:prstGeom prst="rect">
            <a:avLst/>
          </a:prstGeom>
          <a:noFill/>
          <a:ln>
            <a:noFill/>
          </a:ln>
        </p:spPr>
      </p:pic>
      <p:pic>
        <p:nvPicPr>
          <p:cNvPr id="499" name="Google Shape;499;g2aee05cfbbe_0_101"/>
          <p:cNvPicPr preferRelativeResize="0"/>
          <p:nvPr/>
        </p:nvPicPr>
        <p:blipFill rotWithShape="1">
          <a:blip r:embed="rId5">
            <a:alphaModFix/>
          </a:blip>
          <a:srcRect b="0" l="0" r="0" t="0"/>
          <a:stretch/>
        </p:blipFill>
        <p:spPr>
          <a:xfrm>
            <a:off x="6085600" y="4004400"/>
            <a:ext cx="753567" cy="526866"/>
          </a:xfrm>
          <a:prstGeom prst="rect">
            <a:avLst/>
          </a:prstGeom>
          <a:noFill/>
          <a:ln>
            <a:noFill/>
          </a:ln>
        </p:spPr>
      </p:pic>
      <p:cxnSp>
        <p:nvCxnSpPr>
          <p:cNvPr id="500" name="Google Shape;500;g2aee05cfbbe_0_101"/>
          <p:cNvCxnSpPr/>
          <p:nvPr/>
        </p:nvCxnSpPr>
        <p:spPr>
          <a:xfrm>
            <a:off x="2775667" y="2141300"/>
            <a:ext cx="0" cy="3536400"/>
          </a:xfrm>
          <a:prstGeom prst="straightConnector1">
            <a:avLst/>
          </a:prstGeom>
          <a:noFill/>
          <a:ln cap="flat" cmpd="sng" w="9525">
            <a:solidFill>
              <a:srgbClr val="009287"/>
            </a:solidFill>
            <a:prstDash val="solid"/>
            <a:round/>
            <a:headEnd len="sm" w="sm" type="none"/>
            <a:tailEnd len="sm" w="sm" type="none"/>
          </a:ln>
        </p:spPr>
      </p:cxnSp>
      <p:cxnSp>
        <p:nvCxnSpPr>
          <p:cNvPr id="501" name="Google Shape;501;g2aee05cfbbe_0_101"/>
          <p:cNvCxnSpPr/>
          <p:nvPr/>
        </p:nvCxnSpPr>
        <p:spPr>
          <a:xfrm flipH="1" rot="10800000">
            <a:off x="3070233" y="2312600"/>
            <a:ext cx="127500" cy="1434000"/>
          </a:xfrm>
          <a:prstGeom prst="straightConnector1">
            <a:avLst/>
          </a:prstGeom>
          <a:noFill/>
          <a:ln cap="flat" cmpd="sng" w="38100">
            <a:solidFill>
              <a:schemeClr val="dk1"/>
            </a:solidFill>
            <a:prstDash val="solid"/>
            <a:round/>
            <a:headEnd len="med" w="med" type="none"/>
            <a:tailEnd len="med" w="med" type="none"/>
          </a:ln>
        </p:spPr>
      </p:cxnSp>
      <p:cxnSp>
        <p:nvCxnSpPr>
          <p:cNvPr id="502" name="Google Shape;502;g2aee05cfbbe_0_101"/>
          <p:cNvCxnSpPr/>
          <p:nvPr/>
        </p:nvCxnSpPr>
        <p:spPr>
          <a:xfrm flipH="1" rot="10800000">
            <a:off x="3248067" y="2312600"/>
            <a:ext cx="127500" cy="1434000"/>
          </a:xfrm>
          <a:prstGeom prst="straightConnector1">
            <a:avLst/>
          </a:prstGeom>
          <a:noFill/>
          <a:ln cap="flat" cmpd="sng" w="38100">
            <a:solidFill>
              <a:schemeClr val="dk1"/>
            </a:solidFill>
            <a:prstDash val="solid"/>
            <a:round/>
            <a:headEnd len="med" w="med" type="none"/>
            <a:tailEnd len="med" w="med" type="none"/>
          </a:ln>
        </p:spPr>
      </p:cxnSp>
      <p:cxnSp>
        <p:nvCxnSpPr>
          <p:cNvPr id="503" name="Google Shape;503;g2aee05cfbbe_0_101"/>
          <p:cNvCxnSpPr/>
          <p:nvPr/>
        </p:nvCxnSpPr>
        <p:spPr>
          <a:xfrm flipH="1" rot="10800000">
            <a:off x="3420933" y="2312600"/>
            <a:ext cx="127500" cy="1434000"/>
          </a:xfrm>
          <a:prstGeom prst="straightConnector1">
            <a:avLst/>
          </a:prstGeom>
          <a:noFill/>
          <a:ln cap="flat" cmpd="sng" w="38100">
            <a:solidFill>
              <a:schemeClr val="dk1"/>
            </a:solidFill>
            <a:prstDash val="solid"/>
            <a:round/>
            <a:headEnd len="med" w="med" type="none"/>
            <a:tailEnd len="med" w="med" type="none"/>
          </a:ln>
        </p:spPr>
      </p:cxnSp>
      <p:cxnSp>
        <p:nvCxnSpPr>
          <p:cNvPr id="504" name="Google Shape;504;g2aee05cfbbe_0_101"/>
          <p:cNvCxnSpPr/>
          <p:nvPr/>
        </p:nvCxnSpPr>
        <p:spPr>
          <a:xfrm flipH="1" rot="10800000">
            <a:off x="3598767" y="2312600"/>
            <a:ext cx="127500" cy="1434000"/>
          </a:xfrm>
          <a:prstGeom prst="straightConnector1">
            <a:avLst/>
          </a:prstGeom>
          <a:noFill/>
          <a:ln cap="flat" cmpd="sng" w="38100">
            <a:solidFill>
              <a:schemeClr val="dk1"/>
            </a:solidFill>
            <a:prstDash val="solid"/>
            <a:round/>
            <a:headEnd len="med" w="med" type="none"/>
            <a:tailEnd len="med" w="med" type="none"/>
          </a:ln>
        </p:spPr>
      </p:cxnSp>
      <p:cxnSp>
        <p:nvCxnSpPr>
          <p:cNvPr id="505" name="Google Shape;505;g2aee05cfbbe_0_101"/>
          <p:cNvCxnSpPr/>
          <p:nvPr/>
        </p:nvCxnSpPr>
        <p:spPr>
          <a:xfrm flipH="1" rot="10800000">
            <a:off x="3786517" y="2312600"/>
            <a:ext cx="127500" cy="1434000"/>
          </a:xfrm>
          <a:prstGeom prst="straightConnector1">
            <a:avLst/>
          </a:prstGeom>
          <a:noFill/>
          <a:ln cap="flat" cmpd="sng" w="38100">
            <a:solidFill>
              <a:schemeClr val="dk1"/>
            </a:solidFill>
            <a:prstDash val="solid"/>
            <a:round/>
            <a:headEnd len="med" w="med" type="none"/>
            <a:tailEnd len="med" w="med" type="none"/>
          </a:ln>
        </p:spPr>
      </p:cxnSp>
      <p:cxnSp>
        <p:nvCxnSpPr>
          <p:cNvPr id="506" name="Google Shape;506;g2aee05cfbbe_0_101"/>
          <p:cNvCxnSpPr/>
          <p:nvPr/>
        </p:nvCxnSpPr>
        <p:spPr>
          <a:xfrm flipH="1" rot="10800000">
            <a:off x="3964350" y="2312600"/>
            <a:ext cx="127500" cy="1434000"/>
          </a:xfrm>
          <a:prstGeom prst="straightConnector1">
            <a:avLst/>
          </a:prstGeom>
          <a:noFill/>
          <a:ln cap="flat" cmpd="sng" w="38100">
            <a:solidFill>
              <a:schemeClr val="dk1"/>
            </a:solidFill>
            <a:prstDash val="solid"/>
            <a:round/>
            <a:headEnd len="med" w="med" type="none"/>
            <a:tailEnd len="med" w="med" type="none"/>
          </a:ln>
        </p:spPr>
      </p:cxnSp>
      <p:cxnSp>
        <p:nvCxnSpPr>
          <p:cNvPr id="507" name="Google Shape;507;g2aee05cfbbe_0_101"/>
          <p:cNvCxnSpPr/>
          <p:nvPr/>
        </p:nvCxnSpPr>
        <p:spPr>
          <a:xfrm flipH="1" rot="10800000">
            <a:off x="3786517" y="3848583"/>
            <a:ext cx="127500" cy="1434000"/>
          </a:xfrm>
          <a:prstGeom prst="straightConnector1">
            <a:avLst/>
          </a:prstGeom>
          <a:noFill/>
          <a:ln cap="flat" cmpd="sng" w="38100">
            <a:solidFill>
              <a:schemeClr val="dk1"/>
            </a:solidFill>
            <a:prstDash val="solid"/>
            <a:round/>
            <a:headEnd len="med" w="med" type="none"/>
            <a:tailEnd len="med" w="med" type="none"/>
          </a:ln>
        </p:spPr>
      </p:cxnSp>
      <p:cxnSp>
        <p:nvCxnSpPr>
          <p:cNvPr id="508" name="Google Shape;508;g2aee05cfbbe_0_101"/>
          <p:cNvCxnSpPr/>
          <p:nvPr/>
        </p:nvCxnSpPr>
        <p:spPr>
          <a:xfrm flipH="1" rot="10800000">
            <a:off x="3964350" y="3848583"/>
            <a:ext cx="127500" cy="1434000"/>
          </a:xfrm>
          <a:prstGeom prst="straightConnector1">
            <a:avLst/>
          </a:prstGeom>
          <a:noFill/>
          <a:ln cap="flat" cmpd="sng" w="38100">
            <a:solidFill>
              <a:schemeClr val="dk1"/>
            </a:solidFill>
            <a:prstDash val="solid"/>
            <a:round/>
            <a:headEnd len="med" w="med" type="none"/>
            <a:tailEnd len="med" w="med" type="none"/>
          </a:ln>
        </p:spPr>
      </p:cxnSp>
      <p:cxnSp>
        <p:nvCxnSpPr>
          <p:cNvPr id="509" name="Google Shape;509;g2aee05cfbbe_0_101"/>
          <p:cNvCxnSpPr/>
          <p:nvPr/>
        </p:nvCxnSpPr>
        <p:spPr>
          <a:xfrm flipH="1" rot="10800000">
            <a:off x="5689517" y="2890183"/>
            <a:ext cx="472500" cy="451500"/>
          </a:xfrm>
          <a:prstGeom prst="straightConnector1">
            <a:avLst/>
          </a:prstGeom>
          <a:noFill/>
          <a:ln cap="flat" cmpd="sng" w="38100">
            <a:solidFill>
              <a:srgbClr val="FF0000"/>
            </a:solidFill>
            <a:prstDash val="solid"/>
            <a:round/>
            <a:headEnd len="sm" w="sm" type="none"/>
            <a:tailEnd len="sm" w="sm" type="none"/>
          </a:ln>
        </p:spPr>
      </p:cxnSp>
      <p:cxnSp>
        <p:nvCxnSpPr>
          <p:cNvPr id="510" name="Google Shape;510;g2aee05cfbbe_0_101"/>
          <p:cNvCxnSpPr/>
          <p:nvPr/>
        </p:nvCxnSpPr>
        <p:spPr>
          <a:xfrm flipH="1" rot="10800000">
            <a:off x="5187850" y="2508917"/>
            <a:ext cx="472500" cy="451500"/>
          </a:xfrm>
          <a:prstGeom prst="straightConnector1">
            <a:avLst/>
          </a:prstGeom>
          <a:noFill/>
          <a:ln cap="flat" cmpd="sng" w="38100">
            <a:solidFill>
              <a:srgbClr val="FF0000"/>
            </a:solidFill>
            <a:prstDash val="solid"/>
            <a:round/>
            <a:headEnd len="sm" w="sm" type="none"/>
            <a:tailEnd len="sm" w="sm" type="none"/>
          </a:ln>
        </p:spPr>
      </p:cxnSp>
      <p:sp>
        <p:nvSpPr>
          <p:cNvPr id="511" name="Google Shape;511;g2aee05cfbbe_0_101"/>
          <p:cNvSpPr/>
          <p:nvPr/>
        </p:nvSpPr>
        <p:spPr>
          <a:xfrm>
            <a:off x="1046967" y="2141300"/>
            <a:ext cx="1450500" cy="1707300"/>
          </a:xfrm>
          <a:prstGeom prst="ellipse">
            <a:avLst/>
          </a:prstGeom>
          <a:noFill/>
          <a:ln cap="flat" cmpd="sng" w="38100">
            <a:solidFill>
              <a:srgbClr val="28A19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cxnSp>
        <p:nvCxnSpPr>
          <p:cNvPr id="512" name="Google Shape;512;g2aee05cfbbe_0_101"/>
          <p:cNvCxnSpPr/>
          <p:nvPr/>
        </p:nvCxnSpPr>
        <p:spPr>
          <a:xfrm>
            <a:off x="2564600" y="3021600"/>
            <a:ext cx="438300" cy="2700"/>
          </a:xfrm>
          <a:prstGeom prst="straightConnector1">
            <a:avLst/>
          </a:prstGeom>
          <a:noFill/>
          <a:ln cap="flat" cmpd="sng" w="28575">
            <a:solidFill>
              <a:srgbClr val="28A198"/>
            </a:solidFill>
            <a:prstDash val="solid"/>
            <a:round/>
            <a:headEnd len="med" w="med" type="none"/>
            <a:tailEnd len="med" w="med" type="stealth"/>
          </a:ln>
        </p:spPr>
      </p:cxnSp>
      <p:sp>
        <p:nvSpPr>
          <p:cNvPr id="513" name="Google Shape;513;g2aee05cfbbe_0_101"/>
          <p:cNvSpPr/>
          <p:nvPr/>
        </p:nvSpPr>
        <p:spPr>
          <a:xfrm>
            <a:off x="3070233" y="2203667"/>
            <a:ext cx="1728300" cy="1560000"/>
          </a:xfrm>
          <a:prstGeom prst="ellipse">
            <a:avLst/>
          </a:prstGeom>
          <a:noFill/>
          <a:ln cap="flat" cmpd="sng" w="38100">
            <a:solidFill>
              <a:srgbClr val="28A19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514" name="Google Shape;514;g2aee05cfbbe_0_101"/>
          <p:cNvPicPr preferRelativeResize="0"/>
          <p:nvPr/>
        </p:nvPicPr>
        <p:blipFill rotWithShape="1">
          <a:blip r:embed="rId7">
            <a:alphaModFix/>
          </a:blip>
          <a:srcRect b="8151" l="8151" r="8151" t="8151"/>
          <a:stretch/>
        </p:blipFill>
        <p:spPr>
          <a:xfrm>
            <a:off x="8453417" y="4002700"/>
            <a:ext cx="2399700" cy="2399700"/>
          </a:xfrm>
          <a:prstGeom prst="rect">
            <a:avLst/>
          </a:prstGeom>
          <a:noFill/>
          <a:ln>
            <a:noFill/>
          </a:ln>
        </p:spPr>
      </p:pic>
      <p:pic>
        <p:nvPicPr>
          <p:cNvPr id="515" name="Google Shape;515;g2aee05cfbbe_0_101"/>
          <p:cNvPicPr preferRelativeResize="0"/>
          <p:nvPr/>
        </p:nvPicPr>
        <p:blipFill>
          <a:blip r:embed="rId8">
            <a:alphaModFix/>
          </a:blip>
          <a:stretch>
            <a:fillRect/>
          </a:stretch>
        </p:blipFill>
        <p:spPr>
          <a:xfrm>
            <a:off x="11039400"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descr="Forma&#10;&#10;Descripción generada automáticamente con confianza media" id="520" name="Google Shape;520;g2b51c657a72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521" name="Google Shape;521;g2b51c657a72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522" name="Google Shape;522;g2b51c657a72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resta" id="523" name="Google Shape;523;g2b51c657a72_0_7" title="Reforzamiento - Resta (13) - 3 dígitos">
            <a:hlinkClick r:id="rId4"/>
          </p:cNvPr>
          <p:cNvPicPr preferRelativeResize="0"/>
          <p:nvPr/>
        </p:nvPicPr>
        <p:blipFill>
          <a:blip r:embed="rId5">
            <a:alphaModFix/>
          </a:blip>
          <a:stretch>
            <a:fillRect/>
          </a:stretch>
        </p:blipFill>
        <p:spPr>
          <a:xfrm>
            <a:off x="1752025" y="1398450"/>
            <a:ext cx="8688150" cy="4887100"/>
          </a:xfrm>
          <a:prstGeom prst="rect">
            <a:avLst/>
          </a:prstGeom>
          <a:noFill/>
          <a:ln cap="flat" cmpd="sng" w="28575">
            <a:solidFill>
              <a:schemeClr val="dk2"/>
            </a:solidFill>
            <a:prstDash val="solid"/>
            <a:round/>
            <a:headEnd len="sm" w="sm" type="none"/>
            <a:tailEnd len="sm" w="sm" type="none"/>
          </a:ln>
        </p:spPr>
      </p:pic>
      <p:pic>
        <p:nvPicPr>
          <p:cNvPr id="524" name="Google Shape;524;g2b51c657a72_0_7"/>
          <p:cNvPicPr preferRelativeResize="0"/>
          <p:nvPr/>
        </p:nvPicPr>
        <p:blipFill>
          <a:blip r:embed="rId6">
            <a:alphaModFix/>
          </a:blip>
          <a:stretch>
            <a:fillRect/>
          </a:stretch>
        </p:blipFill>
        <p:spPr>
          <a:xfrm>
            <a:off x="11039400" y="52346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1000"/>
                                        <p:tgtEl>
                                          <p:spTgt spid="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