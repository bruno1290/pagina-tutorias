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Patrick Hand"/>
      <p:regular r:id="rId19"/>
    </p:embeddedFont>
    <p:embeddedFont>
      <p:font typeface="Poppins"/>
      <p:regular r:id="rId20"/>
      <p:bold r:id="rId21"/>
      <p:italic r:id="rId22"/>
      <p:boldItalic r:id="rId23"/>
    </p:embeddedFont>
    <p:embeddedFont>
      <p:font typeface="Poppins Light"/>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hi+Hj8gYRHfygrtny4ClCHglnjr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regular.fntdata"/><Relationship Id="rId22" Type="http://schemas.openxmlformats.org/officeDocument/2006/relationships/font" Target="fonts/Poppins-italic.fntdata"/><Relationship Id="rId21" Type="http://schemas.openxmlformats.org/officeDocument/2006/relationships/font" Target="fonts/Poppins-bold.fntdata"/><Relationship Id="rId24" Type="http://schemas.openxmlformats.org/officeDocument/2006/relationships/font" Target="fonts/PoppinsLight-regular.fntdata"/><Relationship Id="rId23" Type="http://schemas.openxmlformats.org/officeDocument/2006/relationships/font" Target="fonts/Poppins-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26" Type="http://schemas.openxmlformats.org/officeDocument/2006/relationships/font" Target="fonts/PoppinsLight-italic.fntdata"/><Relationship Id="rId25" Type="http://schemas.openxmlformats.org/officeDocument/2006/relationships/font" Target="fonts/PoppinsLight-bold.fntdata"/><Relationship Id="rId28" Type="http://customschemas.google.com/relationships/presentationmetadata" Target="metadata"/><Relationship Id="rId27" Type="http://schemas.openxmlformats.org/officeDocument/2006/relationships/font" Target="fonts/PoppinsLigh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PatrickHand-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34386fa8c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34386fa8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34386fa8cf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34386fa8c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34386fa8cf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34386fa8c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260dc0a9a77_0_2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g260dc0a9a77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23a11cbbfed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g23a11cbbfed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s-ES"/>
              <a:t>¡RECUERDA! En las sesiones 2 y 4 de esta misma hoja de ruta hay actividades para trabajar conceptos de unidades, decenas y centenas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3a11cbbfed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g23a11cbbfed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2601a83bd95_0_9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g2601a83bd95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26112c2e02c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4" name="Google Shape;264;g26112c2e02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b508a51537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0" name="Google Shape;300;g2b508a5153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28e96e449bd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a:p>
        </p:txBody>
      </p:sp>
      <p:sp>
        <p:nvSpPr>
          <p:cNvPr id="309" name="Google Shape;309;g28e96e449bd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2b508a51537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5" name="Google Shape;325;g2b508a51537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1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1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1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1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2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0"/>
          <p:cNvSpPr/>
          <p:nvPr>
            <p:ph idx="2" type="pic"/>
          </p:nvPr>
        </p:nvSpPr>
        <p:spPr>
          <a:xfrm>
            <a:off x="5183188" y="987425"/>
            <a:ext cx="6172200" cy="4873625"/>
          </a:xfrm>
          <a:prstGeom prst="rect">
            <a:avLst/>
          </a:prstGeom>
          <a:noFill/>
          <a:ln>
            <a:noFill/>
          </a:ln>
        </p:spPr>
      </p:sp>
      <p:sp>
        <p:nvSpPr>
          <p:cNvPr id="64" name="Google Shape;64;p2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2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84" name="Shape 84"/>
        <p:cNvGrpSpPr/>
        <p:nvPr/>
      </p:nvGrpSpPr>
      <p:grpSpPr>
        <a:xfrm>
          <a:off x="0" y="0"/>
          <a:ext cx="0" cy="0"/>
          <a:chOff x="0" y="0"/>
          <a:chExt cx="0" cy="0"/>
        </a:xfrm>
      </p:grpSpPr>
      <p:sp>
        <p:nvSpPr>
          <p:cNvPr id="85" name="Google Shape;85;g28e96e449bd_0_81"/>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lvl1pPr lvl="0" rtl="0" algn="l">
              <a:lnSpc>
                <a:spcPct val="9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86" name="Google Shape;86;g28e96e449bd_0_81"/>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lvl1pPr indent="-349250" lvl="0" marL="457200" rtl="0" algn="l">
              <a:lnSpc>
                <a:spcPct val="90000"/>
              </a:lnSpc>
              <a:spcBef>
                <a:spcPts val="1100"/>
              </a:spcBef>
              <a:spcAft>
                <a:spcPts val="0"/>
              </a:spcAft>
              <a:buClr>
                <a:schemeClr val="dk1"/>
              </a:buClr>
              <a:buSzPts val="1900"/>
              <a:buChar char="•"/>
              <a:defRPr/>
            </a:lvl1pPr>
            <a:lvl2pPr indent="-349250" lvl="1" marL="914400" rtl="0" algn="l">
              <a:lnSpc>
                <a:spcPct val="90000"/>
              </a:lnSpc>
              <a:spcBef>
                <a:spcPts val="500"/>
              </a:spcBef>
              <a:spcAft>
                <a:spcPts val="0"/>
              </a:spcAft>
              <a:buClr>
                <a:schemeClr val="dk1"/>
              </a:buClr>
              <a:buSzPts val="1900"/>
              <a:buChar char="•"/>
              <a:defRPr/>
            </a:lvl2pPr>
            <a:lvl3pPr indent="-349250" lvl="2" marL="1371600" rtl="0" algn="l">
              <a:lnSpc>
                <a:spcPct val="90000"/>
              </a:lnSpc>
              <a:spcBef>
                <a:spcPts val="500"/>
              </a:spcBef>
              <a:spcAft>
                <a:spcPts val="0"/>
              </a:spcAft>
              <a:buClr>
                <a:schemeClr val="dk1"/>
              </a:buClr>
              <a:buSzPts val="1900"/>
              <a:buChar char="•"/>
              <a:defRPr/>
            </a:lvl3pPr>
            <a:lvl4pPr indent="-349250" lvl="3" marL="1828800" rtl="0" algn="l">
              <a:lnSpc>
                <a:spcPct val="90000"/>
              </a:lnSpc>
              <a:spcBef>
                <a:spcPts val="500"/>
              </a:spcBef>
              <a:spcAft>
                <a:spcPts val="0"/>
              </a:spcAft>
              <a:buClr>
                <a:schemeClr val="dk1"/>
              </a:buClr>
              <a:buSzPts val="1900"/>
              <a:buChar char="•"/>
              <a:defRPr/>
            </a:lvl4pPr>
            <a:lvl5pPr indent="-349250" lvl="4" marL="2286000" rtl="0" algn="l">
              <a:lnSpc>
                <a:spcPct val="90000"/>
              </a:lnSpc>
              <a:spcBef>
                <a:spcPts val="500"/>
              </a:spcBef>
              <a:spcAft>
                <a:spcPts val="0"/>
              </a:spcAft>
              <a:buClr>
                <a:schemeClr val="dk1"/>
              </a:buClr>
              <a:buSzPts val="1900"/>
              <a:buChar char="•"/>
              <a:defRPr/>
            </a:lvl5pPr>
            <a:lvl6pPr indent="-349250" lvl="5" marL="2743200" rtl="0" algn="l">
              <a:lnSpc>
                <a:spcPct val="90000"/>
              </a:lnSpc>
              <a:spcBef>
                <a:spcPts val="500"/>
              </a:spcBef>
              <a:spcAft>
                <a:spcPts val="0"/>
              </a:spcAft>
              <a:buClr>
                <a:schemeClr val="dk1"/>
              </a:buClr>
              <a:buSzPts val="1900"/>
              <a:buChar char="•"/>
              <a:defRPr/>
            </a:lvl6pPr>
            <a:lvl7pPr indent="-349250" lvl="6" marL="3200400" rtl="0" algn="l">
              <a:lnSpc>
                <a:spcPct val="90000"/>
              </a:lnSpc>
              <a:spcBef>
                <a:spcPts val="500"/>
              </a:spcBef>
              <a:spcAft>
                <a:spcPts val="0"/>
              </a:spcAft>
              <a:buClr>
                <a:schemeClr val="dk1"/>
              </a:buClr>
              <a:buSzPts val="1900"/>
              <a:buChar char="•"/>
              <a:defRPr/>
            </a:lvl7pPr>
            <a:lvl8pPr indent="-349250" lvl="7" marL="3657600" rtl="0" algn="l">
              <a:lnSpc>
                <a:spcPct val="90000"/>
              </a:lnSpc>
              <a:spcBef>
                <a:spcPts val="500"/>
              </a:spcBef>
              <a:spcAft>
                <a:spcPts val="0"/>
              </a:spcAft>
              <a:buClr>
                <a:schemeClr val="dk1"/>
              </a:buClr>
              <a:buSzPts val="1900"/>
              <a:buChar char="•"/>
              <a:defRPr/>
            </a:lvl8pPr>
            <a:lvl9pPr indent="-349250" lvl="8" marL="4114800" rtl="0" algn="l">
              <a:lnSpc>
                <a:spcPct val="90000"/>
              </a:lnSpc>
              <a:spcBef>
                <a:spcPts val="500"/>
              </a:spcBef>
              <a:spcAft>
                <a:spcPts val="0"/>
              </a:spcAft>
              <a:buClr>
                <a:schemeClr val="dk1"/>
              </a:buClr>
              <a:buSzPts val="1900"/>
              <a:buChar char="•"/>
              <a:defRPr/>
            </a:lvl9pPr>
          </a:lstStyle>
          <a:p/>
        </p:txBody>
      </p:sp>
      <p:sp>
        <p:nvSpPr>
          <p:cNvPr id="87" name="Google Shape;87;g28e96e449bd_0_81"/>
          <p:cNvSpPr txBox="1"/>
          <p:nvPr>
            <p:ph idx="10" type="dt"/>
          </p:nvPr>
        </p:nvSpPr>
        <p:spPr>
          <a:xfrm>
            <a:off x="838200" y="6356351"/>
            <a:ext cx="27432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8" name="Google Shape;88;g28e96e449bd_0_81"/>
          <p:cNvSpPr txBox="1"/>
          <p:nvPr>
            <p:ph idx="11" type="ftr"/>
          </p:nvPr>
        </p:nvSpPr>
        <p:spPr>
          <a:xfrm>
            <a:off x="4038600" y="6356351"/>
            <a:ext cx="41148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500" u="none" cap="none" strike="noStrike">
                <a:solidFill>
                  <a:srgbClr val="000000"/>
                </a:solidFill>
                <a:latin typeface="Arial"/>
                <a:ea typeface="Arial"/>
                <a:cs typeface="Arial"/>
                <a:sym typeface="Arial"/>
              </a:defRPr>
            </a:lvl9pPr>
          </a:lstStyle>
          <a:p/>
        </p:txBody>
      </p:sp>
      <p:sp>
        <p:nvSpPr>
          <p:cNvPr id="89" name="Google Shape;89;g28e96e449bd_0_81"/>
          <p:cNvSpPr txBox="1"/>
          <p:nvPr>
            <p:ph idx="12" type="sldNum"/>
          </p:nvPr>
        </p:nvSpPr>
        <p:spPr>
          <a:xfrm>
            <a:off x="8610600" y="6356351"/>
            <a:ext cx="27432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g28e96e449bd_0_87"/>
          <p:cNvSpPr txBox="1"/>
          <p:nvPr>
            <p:ph type="ctrTitle"/>
          </p:nvPr>
        </p:nvSpPr>
        <p:spPr>
          <a:xfrm>
            <a:off x="415611" y="992767"/>
            <a:ext cx="11360700" cy="27369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6900"/>
              <a:buNone/>
              <a:defRPr sz="6900"/>
            </a:lvl1pPr>
            <a:lvl2pPr lvl="1" rtl="0" algn="ctr">
              <a:lnSpc>
                <a:spcPct val="100000"/>
              </a:lnSpc>
              <a:spcBef>
                <a:spcPts val="0"/>
              </a:spcBef>
              <a:spcAft>
                <a:spcPts val="0"/>
              </a:spcAft>
              <a:buSzPts val="6900"/>
              <a:buNone/>
              <a:defRPr sz="6900"/>
            </a:lvl2pPr>
            <a:lvl3pPr lvl="2" rtl="0" algn="ctr">
              <a:lnSpc>
                <a:spcPct val="100000"/>
              </a:lnSpc>
              <a:spcBef>
                <a:spcPts val="0"/>
              </a:spcBef>
              <a:spcAft>
                <a:spcPts val="0"/>
              </a:spcAft>
              <a:buSzPts val="6900"/>
              <a:buNone/>
              <a:defRPr sz="6900"/>
            </a:lvl3pPr>
            <a:lvl4pPr lvl="3" rtl="0" algn="ctr">
              <a:lnSpc>
                <a:spcPct val="100000"/>
              </a:lnSpc>
              <a:spcBef>
                <a:spcPts val="0"/>
              </a:spcBef>
              <a:spcAft>
                <a:spcPts val="0"/>
              </a:spcAft>
              <a:buSzPts val="6900"/>
              <a:buNone/>
              <a:defRPr sz="6900"/>
            </a:lvl4pPr>
            <a:lvl5pPr lvl="4" rtl="0" algn="ctr">
              <a:lnSpc>
                <a:spcPct val="100000"/>
              </a:lnSpc>
              <a:spcBef>
                <a:spcPts val="0"/>
              </a:spcBef>
              <a:spcAft>
                <a:spcPts val="0"/>
              </a:spcAft>
              <a:buSzPts val="6900"/>
              <a:buNone/>
              <a:defRPr sz="6900"/>
            </a:lvl5pPr>
            <a:lvl6pPr lvl="5" rtl="0" algn="ctr">
              <a:lnSpc>
                <a:spcPct val="100000"/>
              </a:lnSpc>
              <a:spcBef>
                <a:spcPts val="0"/>
              </a:spcBef>
              <a:spcAft>
                <a:spcPts val="0"/>
              </a:spcAft>
              <a:buSzPts val="6900"/>
              <a:buNone/>
              <a:defRPr sz="6900"/>
            </a:lvl6pPr>
            <a:lvl7pPr lvl="6" rtl="0" algn="ctr">
              <a:lnSpc>
                <a:spcPct val="100000"/>
              </a:lnSpc>
              <a:spcBef>
                <a:spcPts val="0"/>
              </a:spcBef>
              <a:spcAft>
                <a:spcPts val="0"/>
              </a:spcAft>
              <a:buSzPts val="6900"/>
              <a:buNone/>
              <a:defRPr sz="6900"/>
            </a:lvl7pPr>
            <a:lvl8pPr lvl="7" rtl="0" algn="ctr">
              <a:lnSpc>
                <a:spcPct val="100000"/>
              </a:lnSpc>
              <a:spcBef>
                <a:spcPts val="0"/>
              </a:spcBef>
              <a:spcAft>
                <a:spcPts val="0"/>
              </a:spcAft>
              <a:buSzPts val="6900"/>
              <a:buNone/>
              <a:defRPr sz="6900"/>
            </a:lvl8pPr>
            <a:lvl9pPr lvl="8" rtl="0" algn="ctr">
              <a:lnSpc>
                <a:spcPct val="100000"/>
              </a:lnSpc>
              <a:spcBef>
                <a:spcPts val="0"/>
              </a:spcBef>
              <a:spcAft>
                <a:spcPts val="0"/>
              </a:spcAft>
              <a:buSzPts val="6900"/>
              <a:buNone/>
              <a:defRPr sz="6900"/>
            </a:lvl9pPr>
          </a:lstStyle>
          <a:p/>
        </p:txBody>
      </p:sp>
      <p:sp>
        <p:nvSpPr>
          <p:cNvPr id="92" name="Google Shape;92;g28e96e449bd_0_87"/>
          <p:cNvSpPr txBox="1"/>
          <p:nvPr>
            <p:ph idx="1" type="subTitle"/>
          </p:nvPr>
        </p:nvSpPr>
        <p:spPr>
          <a:xfrm>
            <a:off x="415600" y="3778833"/>
            <a:ext cx="11360700" cy="10569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3700"/>
              <a:buNone/>
              <a:defRPr sz="3700"/>
            </a:lvl1pPr>
            <a:lvl2pPr lvl="1" rtl="0" algn="ctr">
              <a:lnSpc>
                <a:spcPct val="100000"/>
              </a:lnSpc>
              <a:spcBef>
                <a:spcPts val="0"/>
              </a:spcBef>
              <a:spcAft>
                <a:spcPts val="0"/>
              </a:spcAft>
              <a:buSzPts val="3700"/>
              <a:buNone/>
              <a:defRPr sz="3700"/>
            </a:lvl2pPr>
            <a:lvl3pPr lvl="2" rtl="0" algn="ctr">
              <a:lnSpc>
                <a:spcPct val="100000"/>
              </a:lnSpc>
              <a:spcBef>
                <a:spcPts val="0"/>
              </a:spcBef>
              <a:spcAft>
                <a:spcPts val="0"/>
              </a:spcAft>
              <a:buSzPts val="3700"/>
              <a:buNone/>
              <a:defRPr sz="3700"/>
            </a:lvl3pPr>
            <a:lvl4pPr lvl="3" rtl="0" algn="ctr">
              <a:lnSpc>
                <a:spcPct val="100000"/>
              </a:lnSpc>
              <a:spcBef>
                <a:spcPts val="0"/>
              </a:spcBef>
              <a:spcAft>
                <a:spcPts val="0"/>
              </a:spcAft>
              <a:buSzPts val="3700"/>
              <a:buNone/>
              <a:defRPr sz="3700"/>
            </a:lvl4pPr>
            <a:lvl5pPr lvl="4" rtl="0" algn="ctr">
              <a:lnSpc>
                <a:spcPct val="100000"/>
              </a:lnSpc>
              <a:spcBef>
                <a:spcPts val="0"/>
              </a:spcBef>
              <a:spcAft>
                <a:spcPts val="0"/>
              </a:spcAft>
              <a:buSzPts val="3700"/>
              <a:buNone/>
              <a:defRPr sz="3700"/>
            </a:lvl5pPr>
            <a:lvl6pPr lvl="5" rtl="0" algn="ctr">
              <a:lnSpc>
                <a:spcPct val="100000"/>
              </a:lnSpc>
              <a:spcBef>
                <a:spcPts val="0"/>
              </a:spcBef>
              <a:spcAft>
                <a:spcPts val="0"/>
              </a:spcAft>
              <a:buSzPts val="3700"/>
              <a:buNone/>
              <a:defRPr sz="3700"/>
            </a:lvl6pPr>
            <a:lvl7pPr lvl="6" rtl="0" algn="ctr">
              <a:lnSpc>
                <a:spcPct val="100000"/>
              </a:lnSpc>
              <a:spcBef>
                <a:spcPts val="0"/>
              </a:spcBef>
              <a:spcAft>
                <a:spcPts val="0"/>
              </a:spcAft>
              <a:buSzPts val="3700"/>
              <a:buNone/>
              <a:defRPr sz="3700"/>
            </a:lvl7pPr>
            <a:lvl8pPr lvl="7" rtl="0" algn="ctr">
              <a:lnSpc>
                <a:spcPct val="100000"/>
              </a:lnSpc>
              <a:spcBef>
                <a:spcPts val="0"/>
              </a:spcBef>
              <a:spcAft>
                <a:spcPts val="0"/>
              </a:spcAft>
              <a:buSzPts val="3700"/>
              <a:buNone/>
              <a:defRPr sz="3700"/>
            </a:lvl8pPr>
            <a:lvl9pPr lvl="8" rtl="0" algn="ctr">
              <a:lnSpc>
                <a:spcPct val="100000"/>
              </a:lnSpc>
              <a:spcBef>
                <a:spcPts val="0"/>
              </a:spcBef>
              <a:spcAft>
                <a:spcPts val="0"/>
              </a:spcAft>
              <a:buSzPts val="3700"/>
              <a:buNone/>
              <a:defRPr sz="3700"/>
            </a:lvl9pPr>
          </a:lstStyle>
          <a:p/>
        </p:txBody>
      </p:sp>
      <p:sp>
        <p:nvSpPr>
          <p:cNvPr id="93" name="Google Shape;93;g28e96e449bd_0_8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g28e96e449bd_0_91"/>
          <p:cNvSpPr txBox="1"/>
          <p:nvPr>
            <p:ph type="title"/>
          </p:nvPr>
        </p:nvSpPr>
        <p:spPr>
          <a:xfrm>
            <a:off x="415600" y="2867800"/>
            <a:ext cx="11360700" cy="1122300"/>
          </a:xfrm>
          <a:prstGeom prst="rect">
            <a:avLst/>
          </a:prstGeom>
          <a:noFill/>
          <a:ln>
            <a:noFill/>
          </a:ln>
        </p:spPr>
        <p:txBody>
          <a:bodyPr anchorCtr="0" anchor="ctr" bIns="121900" lIns="121900" spcFirstLastPara="1" rIns="121900" wrap="square" tIns="121900">
            <a:normAutofit/>
          </a:bodyPr>
          <a:lstStyle>
            <a:lvl1pPr lvl="0" rtl="0" algn="ctr">
              <a:lnSpc>
                <a:spcPct val="100000"/>
              </a:lnSpc>
              <a:spcBef>
                <a:spcPts val="0"/>
              </a:spcBef>
              <a:spcAft>
                <a:spcPts val="0"/>
              </a:spcAft>
              <a:buSzPts val="4800"/>
              <a:buNone/>
              <a:defRPr sz="4800"/>
            </a:lvl1pPr>
            <a:lvl2pPr lvl="1" rtl="0" algn="ctr">
              <a:lnSpc>
                <a:spcPct val="100000"/>
              </a:lnSpc>
              <a:spcBef>
                <a:spcPts val="0"/>
              </a:spcBef>
              <a:spcAft>
                <a:spcPts val="0"/>
              </a:spcAft>
              <a:buSzPts val="4800"/>
              <a:buNone/>
              <a:defRPr sz="4800"/>
            </a:lvl2pPr>
            <a:lvl3pPr lvl="2" rtl="0" algn="ctr">
              <a:lnSpc>
                <a:spcPct val="100000"/>
              </a:lnSpc>
              <a:spcBef>
                <a:spcPts val="0"/>
              </a:spcBef>
              <a:spcAft>
                <a:spcPts val="0"/>
              </a:spcAft>
              <a:buSzPts val="4800"/>
              <a:buNone/>
              <a:defRPr sz="4800"/>
            </a:lvl3pPr>
            <a:lvl4pPr lvl="3" rtl="0" algn="ctr">
              <a:lnSpc>
                <a:spcPct val="100000"/>
              </a:lnSpc>
              <a:spcBef>
                <a:spcPts val="0"/>
              </a:spcBef>
              <a:spcAft>
                <a:spcPts val="0"/>
              </a:spcAft>
              <a:buSzPts val="4800"/>
              <a:buNone/>
              <a:defRPr sz="4800"/>
            </a:lvl4pPr>
            <a:lvl5pPr lvl="4" rtl="0" algn="ctr">
              <a:lnSpc>
                <a:spcPct val="100000"/>
              </a:lnSpc>
              <a:spcBef>
                <a:spcPts val="0"/>
              </a:spcBef>
              <a:spcAft>
                <a:spcPts val="0"/>
              </a:spcAft>
              <a:buSzPts val="4800"/>
              <a:buNone/>
              <a:defRPr sz="4800"/>
            </a:lvl5pPr>
            <a:lvl6pPr lvl="5" rtl="0" algn="ctr">
              <a:lnSpc>
                <a:spcPct val="100000"/>
              </a:lnSpc>
              <a:spcBef>
                <a:spcPts val="0"/>
              </a:spcBef>
              <a:spcAft>
                <a:spcPts val="0"/>
              </a:spcAft>
              <a:buSzPts val="4800"/>
              <a:buNone/>
              <a:defRPr sz="4800"/>
            </a:lvl6pPr>
            <a:lvl7pPr lvl="6" rtl="0" algn="ctr">
              <a:lnSpc>
                <a:spcPct val="100000"/>
              </a:lnSpc>
              <a:spcBef>
                <a:spcPts val="0"/>
              </a:spcBef>
              <a:spcAft>
                <a:spcPts val="0"/>
              </a:spcAft>
              <a:buSzPts val="4800"/>
              <a:buNone/>
              <a:defRPr sz="4800"/>
            </a:lvl7pPr>
            <a:lvl8pPr lvl="7" rtl="0" algn="ctr">
              <a:lnSpc>
                <a:spcPct val="100000"/>
              </a:lnSpc>
              <a:spcBef>
                <a:spcPts val="0"/>
              </a:spcBef>
              <a:spcAft>
                <a:spcPts val="0"/>
              </a:spcAft>
              <a:buSzPts val="4800"/>
              <a:buNone/>
              <a:defRPr sz="4800"/>
            </a:lvl8pPr>
            <a:lvl9pPr lvl="8" rtl="0" algn="ctr">
              <a:lnSpc>
                <a:spcPct val="100000"/>
              </a:lnSpc>
              <a:spcBef>
                <a:spcPts val="0"/>
              </a:spcBef>
              <a:spcAft>
                <a:spcPts val="0"/>
              </a:spcAft>
              <a:buSzPts val="4800"/>
              <a:buNone/>
              <a:defRPr sz="4800"/>
            </a:lvl9pPr>
          </a:lstStyle>
          <a:p/>
        </p:txBody>
      </p:sp>
      <p:sp>
        <p:nvSpPr>
          <p:cNvPr id="96" name="Google Shape;96;g28e96e449bd_0_91"/>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7" name="Shape 97"/>
        <p:cNvGrpSpPr/>
        <p:nvPr/>
      </p:nvGrpSpPr>
      <p:grpSpPr>
        <a:xfrm>
          <a:off x="0" y="0"/>
          <a:ext cx="0" cy="0"/>
          <a:chOff x="0" y="0"/>
          <a:chExt cx="0" cy="0"/>
        </a:xfrm>
      </p:grpSpPr>
      <p:sp>
        <p:nvSpPr>
          <p:cNvPr id="98" name="Google Shape;98;g28e96e449bd_0_9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99" name="Google Shape;99;g28e96e449bd_0_94"/>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0" name="Google Shape;100;g28e96e449bd_0_94"/>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rtl="0" algn="l">
              <a:lnSpc>
                <a:spcPct val="115000"/>
              </a:lnSpc>
              <a:spcBef>
                <a:spcPts val="0"/>
              </a:spcBef>
              <a:spcAft>
                <a:spcPts val="0"/>
              </a:spcAft>
              <a:buSzPts val="1900"/>
              <a:buChar char="●"/>
              <a:defRPr sz="19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1" name="Google Shape;101;g28e96e449bd_0_94"/>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2" name="Shape 102"/>
        <p:cNvGrpSpPr/>
        <p:nvPr/>
      </p:nvGrpSpPr>
      <p:grpSpPr>
        <a:xfrm>
          <a:off x="0" y="0"/>
          <a:ext cx="0" cy="0"/>
          <a:chOff x="0" y="0"/>
          <a:chExt cx="0" cy="0"/>
        </a:xfrm>
      </p:grpSpPr>
      <p:sp>
        <p:nvSpPr>
          <p:cNvPr id="103" name="Google Shape;103;g28e96e449bd_0_9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rtl="0" algn="l">
              <a:lnSpc>
                <a:spcPct val="100000"/>
              </a:lnSpc>
              <a:spcBef>
                <a:spcPts val="0"/>
              </a:spcBef>
              <a:spcAft>
                <a:spcPts val="0"/>
              </a:spcAft>
              <a:buSzPts val="3700"/>
              <a:buNone/>
              <a:defRPr/>
            </a:lvl1pPr>
            <a:lvl2pPr lvl="1" rtl="0" algn="l">
              <a:lnSpc>
                <a:spcPct val="100000"/>
              </a:lnSpc>
              <a:spcBef>
                <a:spcPts val="0"/>
              </a:spcBef>
              <a:spcAft>
                <a:spcPts val="0"/>
              </a:spcAft>
              <a:buSzPts val="3700"/>
              <a:buNone/>
              <a:defRPr/>
            </a:lvl2pPr>
            <a:lvl3pPr lvl="2" rtl="0" algn="l">
              <a:lnSpc>
                <a:spcPct val="100000"/>
              </a:lnSpc>
              <a:spcBef>
                <a:spcPts val="0"/>
              </a:spcBef>
              <a:spcAft>
                <a:spcPts val="0"/>
              </a:spcAft>
              <a:buSzPts val="3700"/>
              <a:buNone/>
              <a:defRPr/>
            </a:lvl3pPr>
            <a:lvl4pPr lvl="3" rtl="0" algn="l">
              <a:lnSpc>
                <a:spcPct val="100000"/>
              </a:lnSpc>
              <a:spcBef>
                <a:spcPts val="0"/>
              </a:spcBef>
              <a:spcAft>
                <a:spcPts val="0"/>
              </a:spcAft>
              <a:buSzPts val="3700"/>
              <a:buNone/>
              <a:defRPr/>
            </a:lvl4pPr>
            <a:lvl5pPr lvl="4" rtl="0" algn="l">
              <a:lnSpc>
                <a:spcPct val="100000"/>
              </a:lnSpc>
              <a:spcBef>
                <a:spcPts val="0"/>
              </a:spcBef>
              <a:spcAft>
                <a:spcPts val="0"/>
              </a:spcAft>
              <a:buSzPts val="3700"/>
              <a:buNone/>
              <a:defRPr/>
            </a:lvl5pPr>
            <a:lvl6pPr lvl="5" rtl="0" algn="l">
              <a:lnSpc>
                <a:spcPct val="100000"/>
              </a:lnSpc>
              <a:spcBef>
                <a:spcPts val="0"/>
              </a:spcBef>
              <a:spcAft>
                <a:spcPts val="0"/>
              </a:spcAft>
              <a:buSzPts val="3700"/>
              <a:buNone/>
              <a:defRPr/>
            </a:lvl6pPr>
            <a:lvl7pPr lvl="6" rtl="0" algn="l">
              <a:lnSpc>
                <a:spcPct val="100000"/>
              </a:lnSpc>
              <a:spcBef>
                <a:spcPts val="0"/>
              </a:spcBef>
              <a:spcAft>
                <a:spcPts val="0"/>
              </a:spcAft>
              <a:buSzPts val="3700"/>
              <a:buNone/>
              <a:defRPr/>
            </a:lvl7pPr>
            <a:lvl8pPr lvl="7" rtl="0" algn="l">
              <a:lnSpc>
                <a:spcPct val="100000"/>
              </a:lnSpc>
              <a:spcBef>
                <a:spcPts val="0"/>
              </a:spcBef>
              <a:spcAft>
                <a:spcPts val="0"/>
              </a:spcAft>
              <a:buSzPts val="3700"/>
              <a:buNone/>
              <a:defRPr/>
            </a:lvl8pPr>
            <a:lvl9pPr lvl="8" rtl="0" algn="l">
              <a:lnSpc>
                <a:spcPct val="100000"/>
              </a:lnSpc>
              <a:spcBef>
                <a:spcPts val="0"/>
              </a:spcBef>
              <a:spcAft>
                <a:spcPts val="0"/>
              </a:spcAft>
              <a:buSzPts val="3700"/>
              <a:buNone/>
              <a:defRPr/>
            </a:lvl9pPr>
          </a:lstStyle>
          <a:p/>
        </p:txBody>
      </p:sp>
      <p:sp>
        <p:nvSpPr>
          <p:cNvPr id="104" name="Google Shape;104;g28e96e449bd_0_9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sp>
        <p:nvSpPr>
          <p:cNvPr id="106" name="Google Shape;106;g28e96e449bd_0_102"/>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rtl="0" algn="l">
              <a:lnSpc>
                <a:spcPct val="100000"/>
              </a:lnSpc>
              <a:spcBef>
                <a:spcPts val="0"/>
              </a:spcBef>
              <a:spcAft>
                <a:spcPts val="0"/>
              </a:spcAft>
              <a:buSzPts val="3200"/>
              <a:buNone/>
              <a:defRPr sz="3200"/>
            </a:lvl1pPr>
            <a:lvl2pPr lvl="1" rtl="0" algn="l">
              <a:lnSpc>
                <a:spcPct val="100000"/>
              </a:lnSpc>
              <a:spcBef>
                <a:spcPts val="0"/>
              </a:spcBef>
              <a:spcAft>
                <a:spcPts val="0"/>
              </a:spcAft>
              <a:buSzPts val="3200"/>
              <a:buNone/>
              <a:defRPr sz="3200"/>
            </a:lvl2pPr>
            <a:lvl3pPr lvl="2" rtl="0" algn="l">
              <a:lnSpc>
                <a:spcPct val="100000"/>
              </a:lnSpc>
              <a:spcBef>
                <a:spcPts val="0"/>
              </a:spcBef>
              <a:spcAft>
                <a:spcPts val="0"/>
              </a:spcAft>
              <a:buSzPts val="3200"/>
              <a:buNone/>
              <a:defRPr sz="3200"/>
            </a:lvl3pPr>
            <a:lvl4pPr lvl="3" rtl="0" algn="l">
              <a:lnSpc>
                <a:spcPct val="100000"/>
              </a:lnSpc>
              <a:spcBef>
                <a:spcPts val="0"/>
              </a:spcBef>
              <a:spcAft>
                <a:spcPts val="0"/>
              </a:spcAft>
              <a:buSzPts val="3200"/>
              <a:buNone/>
              <a:defRPr sz="3200"/>
            </a:lvl4pPr>
            <a:lvl5pPr lvl="4" rtl="0" algn="l">
              <a:lnSpc>
                <a:spcPct val="100000"/>
              </a:lnSpc>
              <a:spcBef>
                <a:spcPts val="0"/>
              </a:spcBef>
              <a:spcAft>
                <a:spcPts val="0"/>
              </a:spcAft>
              <a:buSzPts val="3200"/>
              <a:buNone/>
              <a:defRPr sz="3200"/>
            </a:lvl5pPr>
            <a:lvl6pPr lvl="5" rtl="0" algn="l">
              <a:lnSpc>
                <a:spcPct val="100000"/>
              </a:lnSpc>
              <a:spcBef>
                <a:spcPts val="0"/>
              </a:spcBef>
              <a:spcAft>
                <a:spcPts val="0"/>
              </a:spcAft>
              <a:buSzPts val="3200"/>
              <a:buNone/>
              <a:defRPr sz="3200"/>
            </a:lvl6pPr>
            <a:lvl7pPr lvl="6" rtl="0" algn="l">
              <a:lnSpc>
                <a:spcPct val="100000"/>
              </a:lnSpc>
              <a:spcBef>
                <a:spcPts val="0"/>
              </a:spcBef>
              <a:spcAft>
                <a:spcPts val="0"/>
              </a:spcAft>
              <a:buSzPts val="3200"/>
              <a:buNone/>
              <a:defRPr sz="3200"/>
            </a:lvl7pPr>
            <a:lvl8pPr lvl="7" rtl="0" algn="l">
              <a:lnSpc>
                <a:spcPct val="100000"/>
              </a:lnSpc>
              <a:spcBef>
                <a:spcPts val="0"/>
              </a:spcBef>
              <a:spcAft>
                <a:spcPts val="0"/>
              </a:spcAft>
              <a:buSzPts val="3200"/>
              <a:buNone/>
              <a:defRPr sz="3200"/>
            </a:lvl8pPr>
            <a:lvl9pPr lvl="8" rtl="0" algn="l">
              <a:lnSpc>
                <a:spcPct val="100000"/>
              </a:lnSpc>
              <a:spcBef>
                <a:spcPts val="0"/>
              </a:spcBef>
              <a:spcAft>
                <a:spcPts val="0"/>
              </a:spcAft>
              <a:buSzPts val="3200"/>
              <a:buNone/>
              <a:defRPr sz="3200"/>
            </a:lvl9pPr>
          </a:lstStyle>
          <a:p/>
        </p:txBody>
      </p:sp>
      <p:sp>
        <p:nvSpPr>
          <p:cNvPr id="107" name="Google Shape;107;g28e96e449bd_0_102"/>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rtl="0" algn="l">
              <a:lnSpc>
                <a:spcPct val="115000"/>
              </a:lnSpc>
              <a:spcBef>
                <a:spcPts val="0"/>
              </a:spcBef>
              <a:spcAft>
                <a:spcPts val="0"/>
              </a:spcAft>
              <a:buSzPts val="1600"/>
              <a:buChar char="●"/>
              <a:defRPr sz="1600"/>
            </a:lvl1pPr>
            <a:lvl2pPr indent="-330200" lvl="1" marL="914400" rtl="0" algn="l">
              <a:lnSpc>
                <a:spcPct val="115000"/>
              </a:lnSpc>
              <a:spcBef>
                <a:spcPts val="0"/>
              </a:spcBef>
              <a:spcAft>
                <a:spcPts val="0"/>
              </a:spcAft>
              <a:buSzPts val="1600"/>
              <a:buChar char="○"/>
              <a:defRPr sz="1600"/>
            </a:lvl2pPr>
            <a:lvl3pPr indent="-330200" lvl="2" marL="1371600" rtl="0" algn="l">
              <a:lnSpc>
                <a:spcPct val="115000"/>
              </a:lnSpc>
              <a:spcBef>
                <a:spcPts val="0"/>
              </a:spcBef>
              <a:spcAft>
                <a:spcPts val="0"/>
              </a:spcAft>
              <a:buSzPts val="1600"/>
              <a:buChar char="■"/>
              <a:defRPr sz="1600"/>
            </a:lvl3pPr>
            <a:lvl4pPr indent="-330200" lvl="3" marL="1828800" rtl="0" algn="l">
              <a:lnSpc>
                <a:spcPct val="115000"/>
              </a:lnSpc>
              <a:spcBef>
                <a:spcPts val="0"/>
              </a:spcBef>
              <a:spcAft>
                <a:spcPts val="0"/>
              </a:spcAft>
              <a:buSzPts val="1600"/>
              <a:buChar char="●"/>
              <a:defRPr sz="1600"/>
            </a:lvl4pPr>
            <a:lvl5pPr indent="-330200" lvl="4" marL="2286000" rtl="0" algn="l">
              <a:lnSpc>
                <a:spcPct val="115000"/>
              </a:lnSpc>
              <a:spcBef>
                <a:spcPts val="0"/>
              </a:spcBef>
              <a:spcAft>
                <a:spcPts val="0"/>
              </a:spcAft>
              <a:buSzPts val="1600"/>
              <a:buChar char="○"/>
              <a:defRPr sz="1600"/>
            </a:lvl5pPr>
            <a:lvl6pPr indent="-330200" lvl="5" marL="2743200" rtl="0" algn="l">
              <a:lnSpc>
                <a:spcPct val="115000"/>
              </a:lnSpc>
              <a:spcBef>
                <a:spcPts val="0"/>
              </a:spcBef>
              <a:spcAft>
                <a:spcPts val="0"/>
              </a:spcAft>
              <a:buSzPts val="1600"/>
              <a:buChar char="■"/>
              <a:defRPr sz="1600"/>
            </a:lvl6pPr>
            <a:lvl7pPr indent="-330200" lvl="6" marL="3200400" rtl="0" algn="l">
              <a:lnSpc>
                <a:spcPct val="115000"/>
              </a:lnSpc>
              <a:spcBef>
                <a:spcPts val="0"/>
              </a:spcBef>
              <a:spcAft>
                <a:spcPts val="0"/>
              </a:spcAft>
              <a:buSzPts val="1600"/>
              <a:buChar char="●"/>
              <a:defRPr sz="1600"/>
            </a:lvl7pPr>
            <a:lvl8pPr indent="-330200" lvl="7" marL="3657600" rtl="0" algn="l">
              <a:lnSpc>
                <a:spcPct val="115000"/>
              </a:lnSpc>
              <a:spcBef>
                <a:spcPts val="0"/>
              </a:spcBef>
              <a:spcAft>
                <a:spcPts val="0"/>
              </a:spcAft>
              <a:buSzPts val="1600"/>
              <a:buChar char="○"/>
              <a:defRPr sz="1600"/>
            </a:lvl8pPr>
            <a:lvl9pPr indent="-330200" lvl="8" marL="4114800" rtl="0" algn="l">
              <a:lnSpc>
                <a:spcPct val="115000"/>
              </a:lnSpc>
              <a:spcBef>
                <a:spcPts val="0"/>
              </a:spcBef>
              <a:spcAft>
                <a:spcPts val="0"/>
              </a:spcAft>
              <a:buSzPts val="1600"/>
              <a:buChar char="■"/>
              <a:defRPr sz="1600"/>
            </a:lvl9pPr>
          </a:lstStyle>
          <a:p/>
        </p:txBody>
      </p:sp>
      <p:sp>
        <p:nvSpPr>
          <p:cNvPr id="108" name="Google Shape;108;g28e96e449bd_0_10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09" name="Shape 109"/>
        <p:cNvGrpSpPr/>
        <p:nvPr/>
      </p:nvGrpSpPr>
      <p:grpSpPr>
        <a:xfrm>
          <a:off x="0" y="0"/>
          <a:ext cx="0" cy="0"/>
          <a:chOff x="0" y="0"/>
          <a:chExt cx="0" cy="0"/>
        </a:xfrm>
      </p:grpSpPr>
      <p:sp>
        <p:nvSpPr>
          <p:cNvPr id="110" name="Google Shape;110;g28e96e449bd_0_106"/>
          <p:cNvSpPr txBox="1"/>
          <p:nvPr>
            <p:ph type="title"/>
          </p:nvPr>
        </p:nvSpPr>
        <p:spPr>
          <a:xfrm>
            <a:off x="653667" y="600200"/>
            <a:ext cx="8490300" cy="5454300"/>
          </a:xfrm>
          <a:prstGeom prst="rect">
            <a:avLst/>
          </a:prstGeom>
          <a:noFill/>
          <a:ln>
            <a:noFill/>
          </a:ln>
        </p:spPr>
        <p:txBody>
          <a:bodyPr anchorCtr="0" anchor="ctr" bIns="121900" lIns="121900" spcFirstLastPara="1" rIns="121900" wrap="square" tIns="121900">
            <a:normAutofit/>
          </a:bodyPr>
          <a:lstStyle>
            <a:lvl1pPr lvl="0" rtl="0" algn="l">
              <a:lnSpc>
                <a:spcPct val="100000"/>
              </a:lnSpc>
              <a:spcBef>
                <a:spcPts val="0"/>
              </a:spcBef>
              <a:spcAft>
                <a:spcPts val="0"/>
              </a:spcAft>
              <a:buSzPts val="6400"/>
              <a:buNone/>
              <a:defRPr sz="6400"/>
            </a:lvl1pPr>
            <a:lvl2pPr lvl="1" rtl="0" algn="l">
              <a:lnSpc>
                <a:spcPct val="100000"/>
              </a:lnSpc>
              <a:spcBef>
                <a:spcPts val="0"/>
              </a:spcBef>
              <a:spcAft>
                <a:spcPts val="0"/>
              </a:spcAft>
              <a:buSzPts val="6400"/>
              <a:buNone/>
              <a:defRPr sz="6400"/>
            </a:lvl2pPr>
            <a:lvl3pPr lvl="2" rtl="0" algn="l">
              <a:lnSpc>
                <a:spcPct val="100000"/>
              </a:lnSpc>
              <a:spcBef>
                <a:spcPts val="0"/>
              </a:spcBef>
              <a:spcAft>
                <a:spcPts val="0"/>
              </a:spcAft>
              <a:buSzPts val="6400"/>
              <a:buNone/>
              <a:defRPr sz="6400"/>
            </a:lvl3pPr>
            <a:lvl4pPr lvl="3" rtl="0" algn="l">
              <a:lnSpc>
                <a:spcPct val="100000"/>
              </a:lnSpc>
              <a:spcBef>
                <a:spcPts val="0"/>
              </a:spcBef>
              <a:spcAft>
                <a:spcPts val="0"/>
              </a:spcAft>
              <a:buSzPts val="6400"/>
              <a:buNone/>
              <a:defRPr sz="6400"/>
            </a:lvl4pPr>
            <a:lvl5pPr lvl="4" rtl="0" algn="l">
              <a:lnSpc>
                <a:spcPct val="100000"/>
              </a:lnSpc>
              <a:spcBef>
                <a:spcPts val="0"/>
              </a:spcBef>
              <a:spcAft>
                <a:spcPts val="0"/>
              </a:spcAft>
              <a:buSzPts val="6400"/>
              <a:buNone/>
              <a:defRPr sz="6400"/>
            </a:lvl5pPr>
            <a:lvl6pPr lvl="5" rtl="0" algn="l">
              <a:lnSpc>
                <a:spcPct val="100000"/>
              </a:lnSpc>
              <a:spcBef>
                <a:spcPts val="0"/>
              </a:spcBef>
              <a:spcAft>
                <a:spcPts val="0"/>
              </a:spcAft>
              <a:buSzPts val="6400"/>
              <a:buNone/>
              <a:defRPr sz="6400"/>
            </a:lvl6pPr>
            <a:lvl7pPr lvl="6" rtl="0" algn="l">
              <a:lnSpc>
                <a:spcPct val="100000"/>
              </a:lnSpc>
              <a:spcBef>
                <a:spcPts val="0"/>
              </a:spcBef>
              <a:spcAft>
                <a:spcPts val="0"/>
              </a:spcAft>
              <a:buSzPts val="6400"/>
              <a:buNone/>
              <a:defRPr sz="6400"/>
            </a:lvl7pPr>
            <a:lvl8pPr lvl="7" rtl="0" algn="l">
              <a:lnSpc>
                <a:spcPct val="100000"/>
              </a:lnSpc>
              <a:spcBef>
                <a:spcPts val="0"/>
              </a:spcBef>
              <a:spcAft>
                <a:spcPts val="0"/>
              </a:spcAft>
              <a:buSzPts val="6400"/>
              <a:buNone/>
              <a:defRPr sz="6400"/>
            </a:lvl8pPr>
            <a:lvl9pPr lvl="8" rtl="0" algn="l">
              <a:lnSpc>
                <a:spcPct val="100000"/>
              </a:lnSpc>
              <a:spcBef>
                <a:spcPts val="0"/>
              </a:spcBef>
              <a:spcAft>
                <a:spcPts val="0"/>
              </a:spcAft>
              <a:buSzPts val="6400"/>
              <a:buNone/>
              <a:defRPr sz="6400"/>
            </a:lvl9pPr>
          </a:lstStyle>
          <a:p/>
        </p:txBody>
      </p:sp>
      <p:sp>
        <p:nvSpPr>
          <p:cNvPr id="111" name="Google Shape;111;g28e96e449bd_0_106"/>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12" name="Shape 112"/>
        <p:cNvGrpSpPr/>
        <p:nvPr/>
      </p:nvGrpSpPr>
      <p:grpSpPr>
        <a:xfrm>
          <a:off x="0" y="0"/>
          <a:ext cx="0" cy="0"/>
          <a:chOff x="0" y="0"/>
          <a:chExt cx="0" cy="0"/>
        </a:xfrm>
      </p:grpSpPr>
      <p:sp>
        <p:nvSpPr>
          <p:cNvPr id="113" name="Google Shape;113;g28e96e449bd_0_109"/>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14" name="Google Shape;114;g28e96e449bd_0_109"/>
          <p:cNvSpPr txBox="1"/>
          <p:nvPr>
            <p:ph type="title"/>
          </p:nvPr>
        </p:nvSpPr>
        <p:spPr>
          <a:xfrm>
            <a:off x="354000" y="1644233"/>
            <a:ext cx="5393700" cy="19764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5600"/>
              <a:buNone/>
              <a:defRPr sz="5600"/>
            </a:lvl1pPr>
            <a:lvl2pPr lvl="1" rtl="0" algn="ctr">
              <a:lnSpc>
                <a:spcPct val="100000"/>
              </a:lnSpc>
              <a:spcBef>
                <a:spcPts val="0"/>
              </a:spcBef>
              <a:spcAft>
                <a:spcPts val="0"/>
              </a:spcAft>
              <a:buSzPts val="5600"/>
              <a:buNone/>
              <a:defRPr sz="5600"/>
            </a:lvl2pPr>
            <a:lvl3pPr lvl="2" rtl="0" algn="ctr">
              <a:lnSpc>
                <a:spcPct val="100000"/>
              </a:lnSpc>
              <a:spcBef>
                <a:spcPts val="0"/>
              </a:spcBef>
              <a:spcAft>
                <a:spcPts val="0"/>
              </a:spcAft>
              <a:buSzPts val="5600"/>
              <a:buNone/>
              <a:defRPr sz="5600"/>
            </a:lvl3pPr>
            <a:lvl4pPr lvl="3" rtl="0" algn="ctr">
              <a:lnSpc>
                <a:spcPct val="100000"/>
              </a:lnSpc>
              <a:spcBef>
                <a:spcPts val="0"/>
              </a:spcBef>
              <a:spcAft>
                <a:spcPts val="0"/>
              </a:spcAft>
              <a:buSzPts val="5600"/>
              <a:buNone/>
              <a:defRPr sz="5600"/>
            </a:lvl4pPr>
            <a:lvl5pPr lvl="4" rtl="0" algn="ctr">
              <a:lnSpc>
                <a:spcPct val="100000"/>
              </a:lnSpc>
              <a:spcBef>
                <a:spcPts val="0"/>
              </a:spcBef>
              <a:spcAft>
                <a:spcPts val="0"/>
              </a:spcAft>
              <a:buSzPts val="5600"/>
              <a:buNone/>
              <a:defRPr sz="5600"/>
            </a:lvl5pPr>
            <a:lvl6pPr lvl="5" rtl="0" algn="ctr">
              <a:lnSpc>
                <a:spcPct val="100000"/>
              </a:lnSpc>
              <a:spcBef>
                <a:spcPts val="0"/>
              </a:spcBef>
              <a:spcAft>
                <a:spcPts val="0"/>
              </a:spcAft>
              <a:buSzPts val="5600"/>
              <a:buNone/>
              <a:defRPr sz="5600"/>
            </a:lvl6pPr>
            <a:lvl7pPr lvl="6" rtl="0" algn="ctr">
              <a:lnSpc>
                <a:spcPct val="100000"/>
              </a:lnSpc>
              <a:spcBef>
                <a:spcPts val="0"/>
              </a:spcBef>
              <a:spcAft>
                <a:spcPts val="0"/>
              </a:spcAft>
              <a:buSzPts val="5600"/>
              <a:buNone/>
              <a:defRPr sz="5600"/>
            </a:lvl7pPr>
            <a:lvl8pPr lvl="7" rtl="0" algn="ctr">
              <a:lnSpc>
                <a:spcPct val="100000"/>
              </a:lnSpc>
              <a:spcBef>
                <a:spcPts val="0"/>
              </a:spcBef>
              <a:spcAft>
                <a:spcPts val="0"/>
              </a:spcAft>
              <a:buSzPts val="5600"/>
              <a:buNone/>
              <a:defRPr sz="5600"/>
            </a:lvl8pPr>
            <a:lvl9pPr lvl="8" rtl="0" algn="ctr">
              <a:lnSpc>
                <a:spcPct val="100000"/>
              </a:lnSpc>
              <a:spcBef>
                <a:spcPts val="0"/>
              </a:spcBef>
              <a:spcAft>
                <a:spcPts val="0"/>
              </a:spcAft>
              <a:buSzPts val="5600"/>
              <a:buNone/>
              <a:defRPr sz="5600"/>
            </a:lvl9pPr>
          </a:lstStyle>
          <a:p/>
        </p:txBody>
      </p:sp>
      <p:sp>
        <p:nvSpPr>
          <p:cNvPr id="115" name="Google Shape;115;g28e96e449bd_0_109"/>
          <p:cNvSpPr txBox="1"/>
          <p:nvPr>
            <p:ph idx="1" type="subTitle"/>
          </p:nvPr>
        </p:nvSpPr>
        <p:spPr>
          <a:xfrm>
            <a:off x="354000" y="3737433"/>
            <a:ext cx="5393700" cy="1646700"/>
          </a:xfrm>
          <a:prstGeom prst="rect">
            <a:avLst/>
          </a:prstGeom>
          <a:noFill/>
          <a:ln>
            <a:noFill/>
          </a:ln>
        </p:spPr>
        <p:txBody>
          <a:bodyPr anchorCtr="0" anchor="t" bIns="121900" lIns="121900" spcFirstLastPara="1" rIns="121900" wrap="square" tIns="121900">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16" name="Google Shape;116;g28e96e449bd_0_109"/>
          <p:cNvSpPr txBox="1"/>
          <p:nvPr>
            <p:ph idx="2" type="body"/>
          </p:nvPr>
        </p:nvSpPr>
        <p:spPr>
          <a:xfrm>
            <a:off x="6586000" y="965433"/>
            <a:ext cx="5115900" cy="4926900"/>
          </a:xfrm>
          <a:prstGeom prst="rect">
            <a:avLst/>
          </a:prstGeom>
          <a:noFill/>
          <a:ln>
            <a:noFill/>
          </a:ln>
        </p:spPr>
        <p:txBody>
          <a:bodyPr anchorCtr="0" anchor="ctr" bIns="121900" lIns="121900" spcFirstLastPara="1" rIns="121900" wrap="square" tIns="121900">
            <a:normAutofit/>
          </a:bodyPr>
          <a:lstStyle>
            <a:lvl1pPr indent="-381000" lvl="0" marL="457200" rtl="0" algn="l">
              <a:lnSpc>
                <a:spcPct val="115000"/>
              </a:lnSpc>
              <a:spcBef>
                <a:spcPts val="0"/>
              </a:spcBef>
              <a:spcAft>
                <a:spcPts val="0"/>
              </a:spcAft>
              <a:buSzPts val="2400"/>
              <a:buChar char="●"/>
              <a:defRPr/>
            </a:lvl1pPr>
            <a:lvl2pPr indent="-349250" lvl="1" marL="914400" rtl="0" algn="l">
              <a:lnSpc>
                <a:spcPct val="115000"/>
              </a:lnSpc>
              <a:spcBef>
                <a:spcPts val="0"/>
              </a:spcBef>
              <a:spcAft>
                <a:spcPts val="0"/>
              </a:spcAft>
              <a:buSzPts val="1900"/>
              <a:buChar char="○"/>
              <a:defRPr/>
            </a:lvl2pPr>
            <a:lvl3pPr indent="-349250" lvl="2" marL="1371600" rtl="0" algn="l">
              <a:lnSpc>
                <a:spcPct val="115000"/>
              </a:lnSpc>
              <a:spcBef>
                <a:spcPts val="0"/>
              </a:spcBef>
              <a:spcAft>
                <a:spcPts val="0"/>
              </a:spcAft>
              <a:buSzPts val="1900"/>
              <a:buChar char="■"/>
              <a:defRPr/>
            </a:lvl3pPr>
            <a:lvl4pPr indent="-349250" lvl="3" marL="1828800" rtl="0" algn="l">
              <a:lnSpc>
                <a:spcPct val="115000"/>
              </a:lnSpc>
              <a:spcBef>
                <a:spcPts val="0"/>
              </a:spcBef>
              <a:spcAft>
                <a:spcPts val="0"/>
              </a:spcAft>
              <a:buSzPts val="1900"/>
              <a:buChar char="●"/>
              <a:defRPr/>
            </a:lvl4pPr>
            <a:lvl5pPr indent="-349250" lvl="4" marL="2286000" rtl="0" algn="l">
              <a:lnSpc>
                <a:spcPct val="115000"/>
              </a:lnSpc>
              <a:spcBef>
                <a:spcPts val="0"/>
              </a:spcBef>
              <a:spcAft>
                <a:spcPts val="0"/>
              </a:spcAft>
              <a:buSzPts val="1900"/>
              <a:buChar char="○"/>
              <a:defRPr/>
            </a:lvl5pPr>
            <a:lvl6pPr indent="-349250" lvl="5" marL="2743200" rtl="0" algn="l">
              <a:lnSpc>
                <a:spcPct val="115000"/>
              </a:lnSpc>
              <a:spcBef>
                <a:spcPts val="0"/>
              </a:spcBef>
              <a:spcAft>
                <a:spcPts val="0"/>
              </a:spcAft>
              <a:buSzPts val="1900"/>
              <a:buChar char="■"/>
              <a:defRPr/>
            </a:lvl6pPr>
            <a:lvl7pPr indent="-349250" lvl="6" marL="3200400" rtl="0" algn="l">
              <a:lnSpc>
                <a:spcPct val="115000"/>
              </a:lnSpc>
              <a:spcBef>
                <a:spcPts val="0"/>
              </a:spcBef>
              <a:spcAft>
                <a:spcPts val="0"/>
              </a:spcAft>
              <a:buSzPts val="1900"/>
              <a:buChar char="●"/>
              <a:defRPr/>
            </a:lvl7pPr>
            <a:lvl8pPr indent="-349250" lvl="7" marL="3657600" rtl="0" algn="l">
              <a:lnSpc>
                <a:spcPct val="115000"/>
              </a:lnSpc>
              <a:spcBef>
                <a:spcPts val="0"/>
              </a:spcBef>
              <a:spcAft>
                <a:spcPts val="0"/>
              </a:spcAft>
              <a:buSzPts val="1900"/>
              <a:buChar char="○"/>
              <a:defRPr/>
            </a:lvl8pPr>
            <a:lvl9pPr indent="-349250" lvl="8" marL="4114800" rtl="0" algn="l">
              <a:lnSpc>
                <a:spcPct val="115000"/>
              </a:lnSpc>
              <a:spcBef>
                <a:spcPts val="0"/>
              </a:spcBef>
              <a:spcAft>
                <a:spcPts val="0"/>
              </a:spcAft>
              <a:buSzPts val="1900"/>
              <a:buChar char="■"/>
              <a:defRPr/>
            </a:lvl9pPr>
          </a:lstStyle>
          <a:p/>
        </p:txBody>
      </p:sp>
      <p:sp>
        <p:nvSpPr>
          <p:cNvPr id="117" name="Google Shape;117;g28e96e449bd_0_109"/>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18" name="Shape 118"/>
        <p:cNvGrpSpPr/>
        <p:nvPr/>
      </p:nvGrpSpPr>
      <p:grpSpPr>
        <a:xfrm>
          <a:off x="0" y="0"/>
          <a:ext cx="0" cy="0"/>
          <a:chOff x="0" y="0"/>
          <a:chExt cx="0" cy="0"/>
        </a:xfrm>
      </p:grpSpPr>
      <p:sp>
        <p:nvSpPr>
          <p:cNvPr id="119" name="Google Shape;119;g28e96e449bd_0_115"/>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rtl="0" algn="l">
              <a:lnSpc>
                <a:spcPct val="100000"/>
              </a:lnSpc>
              <a:spcBef>
                <a:spcPts val="0"/>
              </a:spcBef>
              <a:spcAft>
                <a:spcPts val="0"/>
              </a:spcAft>
              <a:buSzPts val="2400"/>
              <a:buNone/>
              <a:defRPr/>
            </a:lvl1pPr>
          </a:lstStyle>
          <a:p/>
        </p:txBody>
      </p:sp>
      <p:sp>
        <p:nvSpPr>
          <p:cNvPr id="120" name="Google Shape;120;g28e96e449bd_0_115"/>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21" name="Shape 121"/>
        <p:cNvGrpSpPr/>
        <p:nvPr/>
      </p:nvGrpSpPr>
      <p:grpSpPr>
        <a:xfrm>
          <a:off x="0" y="0"/>
          <a:ext cx="0" cy="0"/>
          <a:chOff x="0" y="0"/>
          <a:chExt cx="0" cy="0"/>
        </a:xfrm>
      </p:grpSpPr>
      <p:sp>
        <p:nvSpPr>
          <p:cNvPr id="122" name="Google Shape;122;g28e96e449bd_0_118"/>
          <p:cNvSpPr txBox="1"/>
          <p:nvPr>
            <p:ph hasCustomPrompt="1" type="title"/>
          </p:nvPr>
        </p:nvSpPr>
        <p:spPr>
          <a:xfrm>
            <a:off x="415600" y="1474833"/>
            <a:ext cx="11360700" cy="2618100"/>
          </a:xfrm>
          <a:prstGeom prst="rect">
            <a:avLst/>
          </a:prstGeom>
          <a:noFill/>
          <a:ln>
            <a:noFill/>
          </a:ln>
        </p:spPr>
        <p:txBody>
          <a:bodyPr anchorCtr="0" anchor="b" bIns="121900" lIns="121900" spcFirstLastPara="1" rIns="121900" wrap="square" tIns="121900">
            <a:normAutofit/>
          </a:bodyPr>
          <a:lstStyle>
            <a:lvl1pPr lvl="0" rtl="0" algn="ctr">
              <a:lnSpc>
                <a:spcPct val="100000"/>
              </a:lnSpc>
              <a:spcBef>
                <a:spcPts val="0"/>
              </a:spcBef>
              <a:spcAft>
                <a:spcPts val="0"/>
              </a:spcAft>
              <a:buSzPts val="16000"/>
              <a:buNone/>
              <a:defRPr sz="16000"/>
            </a:lvl1pPr>
            <a:lvl2pPr lvl="1" rtl="0" algn="ctr">
              <a:lnSpc>
                <a:spcPct val="100000"/>
              </a:lnSpc>
              <a:spcBef>
                <a:spcPts val="0"/>
              </a:spcBef>
              <a:spcAft>
                <a:spcPts val="0"/>
              </a:spcAft>
              <a:buSzPts val="16000"/>
              <a:buNone/>
              <a:defRPr sz="16000"/>
            </a:lvl2pPr>
            <a:lvl3pPr lvl="2" rtl="0" algn="ctr">
              <a:lnSpc>
                <a:spcPct val="100000"/>
              </a:lnSpc>
              <a:spcBef>
                <a:spcPts val="0"/>
              </a:spcBef>
              <a:spcAft>
                <a:spcPts val="0"/>
              </a:spcAft>
              <a:buSzPts val="16000"/>
              <a:buNone/>
              <a:defRPr sz="16000"/>
            </a:lvl3pPr>
            <a:lvl4pPr lvl="3" rtl="0" algn="ctr">
              <a:lnSpc>
                <a:spcPct val="100000"/>
              </a:lnSpc>
              <a:spcBef>
                <a:spcPts val="0"/>
              </a:spcBef>
              <a:spcAft>
                <a:spcPts val="0"/>
              </a:spcAft>
              <a:buSzPts val="16000"/>
              <a:buNone/>
              <a:defRPr sz="16000"/>
            </a:lvl4pPr>
            <a:lvl5pPr lvl="4" rtl="0" algn="ctr">
              <a:lnSpc>
                <a:spcPct val="100000"/>
              </a:lnSpc>
              <a:spcBef>
                <a:spcPts val="0"/>
              </a:spcBef>
              <a:spcAft>
                <a:spcPts val="0"/>
              </a:spcAft>
              <a:buSzPts val="16000"/>
              <a:buNone/>
              <a:defRPr sz="16000"/>
            </a:lvl5pPr>
            <a:lvl6pPr lvl="5" rtl="0" algn="ctr">
              <a:lnSpc>
                <a:spcPct val="100000"/>
              </a:lnSpc>
              <a:spcBef>
                <a:spcPts val="0"/>
              </a:spcBef>
              <a:spcAft>
                <a:spcPts val="0"/>
              </a:spcAft>
              <a:buSzPts val="16000"/>
              <a:buNone/>
              <a:defRPr sz="16000"/>
            </a:lvl6pPr>
            <a:lvl7pPr lvl="6" rtl="0" algn="ctr">
              <a:lnSpc>
                <a:spcPct val="100000"/>
              </a:lnSpc>
              <a:spcBef>
                <a:spcPts val="0"/>
              </a:spcBef>
              <a:spcAft>
                <a:spcPts val="0"/>
              </a:spcAft>
              <a:buSzPts val="16000"/>
              <a:buNone/>
              <a:defRPr sz="16000"/>
            </a:lvl7pPr>
            <a:lvl8pPr lvl="7" rtl="0" algn="ctr">
              <a:lnSpc>
                <a:spcPct val="100000"/>
              </a:lnSpc>
              <a:spcBef>
                <a:spcPts val="0"/>
              </a:spcBef>
              <a:spcAft>
                <a:spcPts val="0"/>
              </a:spcAft>
              <a:buSzPts val="16000"/>
              <a:buNone/>
              <a:defRPr sz="16000"/>
            </a:lvl8pPr>
            <a:lvl9pPr lvl="8" rtl="0" algn="ctr">
              <a:lnSpc>
                <a:spcPct val="100000"/>
              </a:lnSpc>
              <a:spcBef>
                <a:spcPts val="0"/>
              </a:spcBef>
              <a:spcAft>
                <a:spcPts val="0"/>
              </a:spcAft>
              <a:buSzPts val="16000"/>
              <a:buNone/>
              <a:defRPr sz="16000"/>
            </a:lvl9pPr>
          </a:lstStyle>
          <a:p>
            <a:r>
              <a:t>xx%</a:t>
            </a:r>
          </a:p>
        </p:txBody>
      </p:sp>
      <p:sp>
        <p:nvSpPr>
          <p:cNvPr id="123" name="Google Shape;123;g28e96e449bd_0_118"/>
          <p:cNvSpPr txBox="1"/>
          <p:nvPr>
            <p:ph idx="1" type="body"/>
          </p:nvPr>
        </p:nvSpPr>
        <p:spPr>
          <a:xfrm>
            <a:off x="415600" y="4202967"/>
            <a:ext cx="11360700" cy="1734300"/>
          </a:xfrm>
          <a:prstGeom prst="rect">
            <a:avLst/>
          </a:prstGeom>
          <a:noFill/>
          <a:ln>
            <a:noFill/>
          </a:ln>
        </p:spPr>
        <p:txBody>
          <a:bodyPr anchorCtr="0" anchor="t" bIns="121900" lIns="121900" spcFirstLastPara="1" rIns="121900" wrap="square" tIns="121900">
            <a:normAutofit/>
          </a:bodyPr>
          <a:lstStyle>
            <a:lvl1pPr indent="-381000" lvl="0" marL="457200" rtl="0" algn="ctr">
              <a:lnSpc>
                <a:spcPct val="115000"/>
              </a:lnSpc>
              <a:spcBef>
                <a:spcPts val="0"/>
              </a:spcBef>
              <a:spcAft>
                <a:spcPts val="0"/>
              </a:spcAft>
              <a:buSzPts val="2400"/>
              <a:buChar char="●"/>
              <a:defRPr/>
            </a:lvl1pPr>
            <a:lvl2pPr indent="-349250" lvl="1" marL="914400" rtl="0" algn="ctr">
              <a:lnSpc>
                <a:spcPct val="115000"/>
              </a:lnSpc>
              <a:spcBef>
                <a:spcPts val="0"/>
              </a:spcBef>
              <a:spcAft>
                <a:spcPts val="0"/>
              </a:spcAft>
              <a:buSzPts val="1900"/>
              <a:buChar char="○"/>
              <a:defRPr/>
            </a:lvl2pPr>
            <a:lvl3pPr indent="-349250" lvl="2" marL="1371600" rtl="0" algn="ctr">
              <a:lnSpc>
                <a:spcPct val="115000"/>
              </a:lnSpc>
              <a:spcBef>
                <a:spcPts val="0"/>
              </a:spcBef>
              <a:spcAft>
                <a:spcPts val="0"/>
              </a:spcAft>
              <a:buSzPts val="1900"/>
              <a:buChar char="■"/>
              <a:defRPr/>
            </a:lvl3pPr>
            <a:lvl4pPr indent="-349250" lvl="3" marL="1828800" rtl="0" algn="ctr">
              <a:lnSpc>
                <a:spcPct val="115000"/>
              </a:lnSpc>
              <a:spcBef>
                <a:spcPts val="0"/>
              </a:spcBef>
              <a:spcAft>
                <a:spcPts val="0"/>
              </a:spcAft>
              <a:buSzPts val="1900"/>
              <a:buChar char="●"/>
              <a:defRPr/>
            </a:lvl4pPr>
            <a:lvl5pPr indent="-349250" lvl="4" marL="2286000" rtl="0" algn="ctr">
              <a:lnSpc>
                <a:spcPct val="115000"/>
              </a:lnSpc>
              <a:spcBef>
                <a:spcPts val="0"/>
              </a:spcBef>
              <a:spcAft>
                <a:spcPts val="0"/>
              </a:spcAft>
              <a:buSzPts val="1900"/>
              <a:buChar char="○"/>
              <a:defRPr/>
            </a:lvl5pPr>
            <a:lvl6pPr indent="-349250" lvl="5" marL="2743200" rtl="0" algn="ctr">
              <a:lnSpc>
                <a:spcPct val="115000"/>
              </a:lnSpc>
              <a:spcBef>
                <a:spcPts val="0"/>
              </a:spcBef>
              <a:spcAft>
                <a:spcPts val="0"/>
              </a:spcAft>
              <a:buSzPts val="1900"/>
              <a:buChar char="■"/>
              <a:defRPr/>
            </a:lvl6pPr>
            <a:lvl7pPr indent="-349250" lvl="6" marL="3200400" rtl="0" algn="ctr">
              <a:lnSpc>
                <a:spcPct val="115000"/>
              </a:lnSpc>
              <a:spcBef>
                <a:spcPts val="0"/>
              </a:spcBef>
              <a:spcAft>
                <a:spcPts val="0"/>
              </a:spcAft>
              <a:buSzPts val="1900"/>
              <a:buChar char="●"/>
              <a:defRPr/>
            </a:lvl7pPr>
            <a:lvl8pPr indent="-349250" lvl="7" marL="3657600" rtl="0" algn="ctr">
              <a:lnSpc>
                <a:spcPct val="115000"/>
              </a:lnSpc>
              <a:spcBef>
                <a:spcPts val="0"/>
              </a:spcBef>
              <a:spcAft>
                <a:spcPts val="0"/>
              </a:spcAft>
              <a:buSzPts val="1900"/>
              <a:buChar char="○"/>
              <a:defRPr/>
            </a:lvl8pPr>
            <a:lvl9pPr indent="-349250" lvl="8" marL="4114800" rtl="0" algn="ctr">
              <a:lnSpc>
                <a:spcPct val="115000"/>
              </a:lnSpc>
              <a:spcBef>
                <a:spcPts val="0"/>
              </a:spcBef>
              <a:spcAft>
                <a:spcPts val="0"/>
              </a:spcAft>
              <a:buSzPts val="1900"/>
              <a:buChar char="■"/>
              <a:defRPr/>
            </a:lvl9pPr>
          </a:lstStyle>
          <a:p/>
        </p:txBody>
      </p:sp>
      <p:sp>
        <p:nvSpPr>
          <p:cNvPr id="124" name="Google Shape;124;g28e96e449bd_0_118"/>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5" name="Shape 125"/>
        <p:cNvGrpSpPr/>
        <p:nvPr/>
      </p:nvGrpSpPr>
      <p:grpSpPr>
        <a:xfrm>
          <a:off x="0" y="0"/>
          <a:ext cx="0" cy="0"/>
          <a:chOff x="0" y="0"/>
          <a:chExt cx="0" cy="0"/>
        </a:xfrm>
      </p:grpSpPr>
      <p:sp>
        <p:nvSpPr>
          <p:cNvPr id="126" name="Google Shape;126;g28e96e449bd_0_122"/>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theme" Target="../theme/theme2.xml"/><Relationship Id="rId12" Type="http://schemas.openxmlformats.org/officeDocument/2006/relationships/slideLayout" Target="../slideLayouts/slideLayout22.xml"/><Relationship Id="rId1" Type="http://schemas.openxmlformats.org/officeDocument/2006/relationships/image" Target="../media/image2.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80" name="Shape 80"/>
        <p:cNvGrpSpPr/>
        <p:nvPr/>
      </p:nvGrpSpPr>
      <p:grpSpPr>
        <a:xfrm>
          <a:off x="0" y="0"/>
          <a:ext cx="0" cy="0"/>
          <a:chOff x="0" y="0"/>
          <a:chExt cx="0" cy="0"/>
        </a:xfrm>
      </p:grpSpPr>
      <p:sp>
        <p:nvSpPr>
          <p:cNvPr id="81" name="Google Shape;81;g28e96e449bd_0_7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700"/>
              <a:buFont typeface="Arial"/>
              <a:buNone/>
              <a:defRPr b="0" i="0" sz="3700" u="none" cap="none" strike="noStrike">
                <a:solidFill>
                  <a:schemeClr val="dk1"/>
                </a:solidFill>
                <a:latin typeface="Arial"/>
                <a:ea typeface="Arial"/>
                <a:cs typeface="Arial"/>
                <a:sym typeface="Arial"/>
              </a:defRPr>
            </a:lvl9pPr>
          </a:lstStyle>
          <a:p/>
        </p:txBody>
      </p:sp>
      <p:sp>
        <p:nvSpPr>
          <p:cNvPr id="82" name="Google Shape;82;g28e96e449bd_0_77"/>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dk2"/>
              </a:buClr>
              <a:buSzPts val="2400"/>
              <a:buFont typeface="Arial"/>
              <a:buChar char="●"/>
              <a:defRPr b="0" i="0" sz="2400" u="none" cap="none" strike="noStrike">
                <a:solidFill>
                  <a:schemeClr val="dk2"/>
                </a:solidFill>
                <a:latin typeface="Arial"/>
                <a:ea typeface="Arial"/>
                <a:cs typeface="Arial"/>
                <a:sym typeface="Arial"/>
              </a:defRPr>
            </a:lvl1pPr>
            <a:lvl2pPr indent="-349250" lvl="1" marL="914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2pPr>
            <a:lvl3pPr indent="-349250" lvl="2" marL="1371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3pPr>
            <a:lvl4pPr indent="-349250" lvl="3" marL="1828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4pPr>
            <a:lvl5pPr indent="-349250" lvl="4" marL="22860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5pPr>
            <a:lvl6pPr indent="-349250" lvl="5" marL="27432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6pPr>
            <a:lvl7pPr indent="-349250" lvl="6" marL="32004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7pPr>
            <a:lvl8pPr indent="-349250" lvl="7" marL="36576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8pPr>
            <a:lvl9pPr indent="-349250" lvl="8" marL="4114800" marR="0" rtl="0" algn="l">
              <a:lnSpc>
                <a:spcPct val="115000"/>
              </a:lnSpc>
              <a:spcBef>
                <a:spcPts val="0"/>
              </a:spcBef>
              <a:spcAft>
                <a:spcPts val="0"/>
              </a:spcAft>
              <a:buClr>
                <a:schemeClr val="dk2"/>
              </a:buClr>
              <a:buSzPts val="1900"/>
              <a:buFont typeface="Arial"/>
              <a:buChar char="■"/>
              <a:defRPr b="0" i="0" sz="1900" u="none" cap="none" strike="noStrike">
                <a:solidFill>
                  <a:schemeClr val="dk2"/>
                </a:solidFill>
                <a:latin typeface="Arial"/>
                <a:ea typeface="Arial"/>
                <a:cs typeface="Arial"/>
                <a:sym typeface="Arial"/>
              </a:defRPr>
            </a:lvl9pPr>
          </a:lstStyle>
          <a:p/>
        </p:txBody>
      </p:sp>
      <p:sp>
        <p:nvSpPr>
          <p:cNvPr id="83" name="Google Shape;83;g28e96e449bd_0_77"/>
          <p:cNvSpPr txBox="1"/>
          <p:nvPr>
            <p:ph idx="12" type="sldNum"/>
          </p:nvPr>
        </p:nvSpPr>
        <p:spPr>
          <a:xfrm>
            <a:off x="11296611" y="6217623"/>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jp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jp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g"/><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jpg"/><Relationship Id="rId4" Type="http://schemas.openxmlformats.org/officeDocument/2006/relationships/hyperlink" Target="http://www.youtube.com/watch?v=D84Dzt64cPo" TargetMode="External"/><Relationship Id="rId5" Type="http://schemas.openxmlformats.org/officeDocument/2006/relationships/image" Target="../media/image11.jpg"/><Relationship Id="rId6"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s://forms.gle/BmgGTYagxRdsXmwk9" TargetMode="External"/><Relationship Id="rId4" Type="http://schemas.openxmlformats.org/officeDocument/2006/relationships/image" Target="../media/image9.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3.jpg"/><Relationship Id="rId4" Type="http://schemas.openxmlformats.org/officeDocument/2006/relationships/hyperlink" Target="http://www.youtube.com/watch?v=CGoveTMaQ48" TargetMode="External"/><Relationship Id="rId5" Type="http://schemas.openxmlformats.org/officeDocument/2006/relationships/image" Target="../media/image10.jpg"/><Relationship Id="rId6"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pic>
        <p:nvPicPr>
          <p:cNvPr id="131" name="Google Shape;131;p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2" name="Google Shape;132;p1"/>
          <p:cNvPicPr preferRelativeResize="0"/>
          <p:nvPr/>
        </p:nvPicPr>
        <p:blipFill>
          <a:blip r:embed="rId4">
            <a:alphaModFix/>
          </a:blip>
          <a:stretch>
            <a:fillRect/>
          </a:stretch>
        </p:blipFill>
        <p:spPr>
          <a:xfrm>
            <a:off x="11039425" y="5661112"/>
            <a:ext cx="975700" cy="10291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g334386fa8cf_0_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38" name="Google Shape;138;g334386fa8cf_0_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sp>
        <p:nvSpPr>
          <p:cNvPr id="139" name="Google Shape;139;g334386fa8cf_0_0"/>
          <p:cNvSpPr txBox="1"/>
          <p:nvPr/>
        </p:nvSpPr>
        <p:spPr>
          <a:xfrm>
            <a:off x="786350" y="16733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Propósito</a:t>
            </a:r>
            <a:r>
              <a:rPr b="1" lang="es-ES" sz="1600">
                <a:solidFill>
                  <a:schemeClr val="dk1"/>
                </a:solidFill>
                <a:latin typeface="Poppins"/>
                <a:ea typeface="Poppins"/>
                <a:cs typeface="Poppins"/>
                <a:sym typeface="Poppins"/>
              </a:rPr>
              <a:t>:</a:t>
            </a:r>
            <a:r>
              <a:rPr lang="es-ES" sz="1600">
                <a:solidFill>
                  <a:schemeClr val="dk1"/>
                </a:solidFill>
                <a:latin typeface="Poppins Light"/>
                <a:ea typeface="Poppins Light"/>
                <a:cs typeface="Poppins Light"/>
                <a:sym typeface="Poppins Light"/>
              </a:rPr>
              <a:t> </a:t>
            </a:r>
            <a:r>
              <a:rPr lang="es-ES" sz="1600">
                <a:solidFill>
                  <a:schemeClr val="dk1"/>
                </a:solidFill>
                <a:latin typeface="Poppins Light"/>
                <a:ea typeface="Poppins Light"/>
                <a:cs typeface="Poppins Light"/>
                <a:sym typeface="Poppins Light"/>
              </a:rPr>
              <a:t>Desarrollar la habilidad de sumar tres números de tres dígitos en columna, aplicando el</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Clr>
                <a:schemeClr val="dk1"/>
              </a:buClr>
              <a:buSzPts val="1100"/>
              <a:buFont typeface="Arial"/>
              <a:buNone/>
            </a:pPr>
            <a:r>
              <a:rPr lang="es-ES" sz="1600">
                <a:solidFill>
                  <a:schemeClr val="dk1"/>
                </a:solidFill>
                <a:latin typeface="Poppins Light"/>
                <a:ea typeface="Poppins Light"/>
                <a:cs typeface="Poppins Light"/>
                <a:sym typeface="Poppins Light"/>
              </a:rPr>
              <a:t>procedimiento de reserva y siguiendo un orden claro para obtener el resultado correcto.</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0" name="Google Shape;140;g334386fa8cf_0_0"/>
          <p:cNvSpPr txBox="1"/>
          <p:nvPr/>
        </p:nvSpPr>
        <p:spPr>
          <a:xfrm>
            <a:off x="1158250" y="3097300"/>
            <a:ext cx="4698900" cy="34158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Objetivos de la Clase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5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rPr lang="es-ES" sz="1800">
                <a:solidFill>
                  <a:schemeClr val="dk1"/>
                </a:solidFill>
                <a:latin typeface="Poppins"/>
                <a:ea typeface="Poppins"/>
                <a:cs typeface="Poppins"/>
                <a:sym typeface="Poppins"/>
              </a:rPr>
              <a:t>1. </a:t>
            </a:r>
            <a:r>
              <a:rPr lang="es-ES" sz="1800">
                <a:solidFill>
                  <a:schemeClr val="dk1"/>
                </a:solidFill>
                <a:latin typeface="Poppins"/>
                <a:ea typeface="Poppins"/>
                <a:cs typeface="Poppins"/>
                <a:sym typeface="Poppins"/>
              </a:rPr>
              <a:t>Lograr sumar tres números de tres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dígitos al mismo tiempo.</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1" name="Google Shape;141;g334386fa8cf_0_0"/>
          <p:cNvSpPr txBox="1"/>
          <p:nvPr/>
        </p:nvSpPr>
        <p:spPr>
          <a:xfrm>
            <a:off x="6376050" y="3097175"/>
            <a:ext cx="4698900" cy="3415800"/>
          </a:xfrm>
          <a:prstGeom prst="rect">
            <a:avLst/>
          </a:prstGeom>
          <a:noFill/>
          <a:ln cap="flat" cmpd="sng" w="28575">
            <a:solidFill>
              <a:srgbClr val="3259A4"/>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s-ES" sz="2500">
                <a:solidFill>
                  <a:schemeClr val="dk1"/>
                </a:solidFill>
                <a:latin typeface="Poppins"/>
                <a:ea typeface="Poppins"/>
                <a:cs typeface="Poppins"/>
                <a:sym typeface="Poppins"/>
              </a:rPr>
              <a:t>Conceptos Clave</a:t>
            </a:r>
            <a:endParaRPr sz="25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Suma en columna.</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Tres números de tres dígitos.</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l">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ctr">
              <a:spcBef>
                <a:spcPts val="0"/>
              </a:spcBef>
              <a:spcAft>
                <a:spcPts val="0"/>
              </a:spcAft>
              <a:buNone/>
            </a:pPr>
            <a:r>
              <a:t/>
            </a:r>
            <a:endParaRPr sz="2800">
              <a:solidFill>
                <a:schemeClr val="dk1"/>
              </a:solidFill>
              <a:latin typeface="Poppins"/>
              <a:ea typeface="Poppins"/>
              <a:cs typeface="Poppins"/>
              <a:sym typeface="Poppins"/>
            </a:endParaRPr>
          </a:p>
        </p:txBody>
      </p:sp>
      <p:sp>
        <p:nvSpPr>
          <p:cNvPr id="142" name="Google Shape;142;g334386fa8cf_0_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pic>
        <p:nvPicPr>
          <p:cNvPr id="143" name="Google Shape;143;g334386fa8cf_0_0"/>
          <p:cNvPicPr preferRelativeResize="0"/>
          <p:nvPr/>
        </p:nvPicPr>
        <p:blipFill>
          <a:blip r:embed="rId3">
            <a:alphaModFix/>
          </a:blip>
          <a:stretch>
            <a:fillRect/>
          </a:stretch>
        </p:blipFill>
        <p:spPr>
          <a:xfrm>
            <a:off x="10932825" y="277737"/>
            <a:ext cx="975700" cy="1029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34386fa8cf_0_10"/>
          <p:cNvSpPr txBox="1"/>
          <p:nvPr/>
        </p:nvSpPr>
        <p:spPr>
          <a:xfrm>
            <a:off x="786350" y="1597175"/>
            <a:ext cx="10918500" cy="93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ES" sz="1600">
                <a:solidFill>
                  <a:srgbClr val="3259A4"/>
                </a:solidFill>
                <a:latin typeface="Poppins"/>
                <a:ea typeface="Poppins"/>
                <a:cs typeface="Poppins"/>
                <a:sym typeface="Poppins"/>
              </a:rPr>
              <a:t>Consejos para realizar la sesión</a:t>
            </a:r>
            <a:endParaRPr sz="1600">
              <a:solidFill>
                <a:schemeClr val="dk1"/>
              </a:solidFill>
              <a:latin typeface="Poppins Light"/>
              <a:ea typeface="Poppins Light"/>
              <a:cs typeface="Poppins Light"/>
              <a:sym typeface="Poppins Light"/>
            </a:endParaRPr>
          </a:p>
          <a:p>
            <a:pPr indent="0" lvl="0" marL="0" rtl="0" algn="ctr">
              <a:spcBef>
                <a:spcPts val="0"/>
              </a:spcBef>
              <a:spcAft>
                <a:spcPts val="0"/>
              </a:spcAft>
              <a:buNone/>
            </a:pPr>
            <a:r>
              <a:t/>
            </a:r>
            <a:endParaRPr sz="1600">
              <a:solidFill>
                <a:schemeClr val="dk1"/>
              </a:solidFill>
              <a:latin typeface="Poppins Light"/>
              <a:ea typeface="Poppins Light"/>
              <a:cs typeface="Poppins Light"/>
              <a:sym typeface="Poppins Light"/>
            </a:endParaRPr>
          </a:p>
        </p:txBody>
      </p:sp>
      <p:sp>
        <p:nvSpPr>
          <p:cNvPr id="149" name="Google Shape;149;g334386fa8cf_0_10"/>
          <p:cNvSpPr txBox="1"/>
          <p:nvPr/>
        </p:nvSpPr>
        <p:spPr>
          <a:xfrm>
            <a:off x="938750" y="2131575"/>
            <a:ext cx="10402500" cy="7834800"/>
          </a:xfrm>
          <a:prstGeom prst="rect">
            <a:avLst/>
          </a:prstGeom>
          <a:noFill/>
          <a:ln>
            <a:noFill/>
          </a:ln>
        </p:spPr>
        <p:txBody>
          <a:bodyPr anchorCtr="0" anchor="t" bIns="91425" lIns="91425" spcFirstLastPara="1" rIns="91425" wrap="square" tIns="91425">
            <a:spAutoFit/>
          </a:bodyPr>
          <a:lstStyle/>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En esta sesión revisarán el caso cuando son tres números de tres dígitos los que deben sumar para obtener un resultado. </a:t>
            </a:r>
            <a:r>
              <a:rPr b="1" lang="es-ES">
                <a:latin typeface="Poppins"/>
                <a:ea typeface="Poppins"/>
                <a:cs typeface="Poppins"/>
                <a:sym typeface="Poppins"/>
              </a:rPr>
              <a:t>Comienza repasando el concepto de suma en columna</a:t>
            </a:r>
            <a:r>
              <a:rPr lang="es-ES">
                <a:latin typeface="Poppins"/>
                <a:ea typeface="Poppins"/>
                <a:cs typeface="Poppins"/>
                <a:sym typeface="Poppins"/>
              </a:rPr>
              <a:t>. Muéstrale a tu estudiante </a:t>
            </a:r>
            <a:r>
              <a:rPr b="1" lang="es-ES">
                <a:latin typeface="Poppins"/>
                <a:ea typeface="Poppins"/>
                <a:cs typeface="Poppins"/>
                <a:sym typeface="Poppins"/>
              </a:rPr>
              <a:t>cómo colocar cada número en una columna</a:t>
            </a:r>
            <a:r>
              <a:rPr lang="es-ES">
                <a:latin typeface="Poppins"/>
                <a:ea typeface="Poppins"/>
                <a:cs typeface="Poppins"/>
                <a:sym typeface="Poppins"/>
              </a:rPr>
              <a:t> y explícale que se </a:t>
            </a:r>
            <a:r>
              <a:rPr b="1" lang="es-ES">
                <a:latin typeface="Poppins"/>
                <a:ea typeface="Poppins"/>
                <a:cs typeface="Poppins"/>
                <a:sym typeface="Poppins"/>
              </a:rPr>
              <a:t>sumarán las unidades, decenas y centenas de manera secuencial</a:t>
            </a:r>
            <a:r>
              <a:rPr lang="es-ES">
                <a:latin typeface="Poppins"/>
                <a:ea typeface="Poppins"/>
                <a:cs typeface="Poppins"/>
                <a:sym typeface="Poppins"/>
              </a:rPr>
              <a:t>, empezando desde la derecha.</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En base a lo anterior, </a:t>
            </a:r>
            <a:r>
              <a:rPr b="1" lang="es-ES">
                <a:latin typeface="Poppins"/>
                <a:ea typeface="Poppins"/>
                <a:cs typeface="Poppins"/>
                <a:sym typeface="Poppins"/>
              </a:rPr>
              <a:t>enfatízale a tu estudiante que no importa la cantidad de números </a:t>
            </a:r>
            <a:r>
              <a:rPr lang="es-ES">
                <a:latin typeface="Poppins"/>
                <a:ea typeface="Poppins"/>
                <a:cs typeface="Poppins"/>
                <a:sym typeface="Poppins"/>
              </a:rPr>
              <a:t>que sumen</a:t>
            </a:r>
            <a:r>
              <a:rPr b="1" lang="es-ES">
                <a:latin typeface="Poppins"/>
                <a:ea typeface="Poppins"/>
                <a:cs typeface="Poppins"/>
                <a:sym typeface="Poppins"/>
              </a:rPr>
              <a:t>,</a:t>
            </a:r>
            <a:r>
              <a:rPr lang="es-ES">
                <a:latin typeface="Poppins"/>
                <a:ea typeface="Poppins"/>
                <a:cs typeface="Poppins"/>
                <a:sym typeface="Poppins"/>
              </a:rPr>
              <a:t> sino que </a:t>
            </a:r>
            <a:r>
              <a:rPr b="1" lang="es-ES">
                <a:latin typeface="Poppins"/>
                <a:ea typeface="Poppins"/>
                <a:cs typeface="Poppins"/>
                <a:sym typeface="Poppins"/>
              </a:rPr>
              <a:t>debe ser ordenado al posicionarlos</a:t>
            </a:r>
            <a:r>
              <a:rPr lang="es-ES">
                <a:latin typeface="Poppins"/>
                <a:ea typeface="Poppins"/>
                <a:cs typeface="Poppins"/>
                <a:sym typeface="Poppins"/>
              </a:rPr>
              <a:t> en el lugar que les corresponde. Para asegurar que lo entienda, practiquen juntos los ejemplos entregados en la sesión para que luego sea él por sí solo el que lo haga. En ese proceso, pídele que </a:t>
            </a:r>
            <a:r>
              <a:rPr b="1" lang="es-ES">
                <a:latin typeface="Poppins"/>
                <a:ea typeface="Poppins"/>
                <a:cs typeface="Poppins"/>
                <a:sym typeface="Poppins"/>
              </a:rPr>
              <a:t>verbalice cada paso que lleva a cabo</a:t>
            </a:r>
            <a:r>
              <a:rPr lang="es-ES">
                <a:latin typeface="Poppins"/>
                <a:ea typeface="Poppins"/>
                <a:cs typeface="Poppins"/>
                <a:sym typeface="Poppins"/>
              </a:rPr>
              <a:t> para que puedas asegurarte que no esté cometiendo errores.</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a:latin typeface="Poppins"/>
                <a:ea typeface="Poppins"/>
                <a:cs typeface="Poppins"/>
                <a:sym typeface="Poppins"/>
              </a:rPr>
              <a:t>Por último, pregúntale: “</a:t>
            </a:r>
            <a:r>
              <a:rPr b="1" lang="es-ES">
                <a:latin typeface="Poppins"/>
                <a:ea typeface="Poppins"/>
                <a:cs typeface="Poppins"/>
                <a:sym typeface="Poppins"/>
              </a:rPr>
              <a:t>¿Qué pasaría si ahora tuvieran que sumar cinco números de tres dígitos simultáneamente?</a:t>
            </a:r>
            <a:r>
              <a:rPr lang="es-ES">
                <a:latin typeface="Poppins"/>
                <a:ea typeface="Poppins"/>
                <a:cs typeface="Poppins"/>
                <a:sym typeface="Poppins"/>
              </a:rPr>
              <a:t>” Debe haber interiorizado que </a:t>
            </a:r>
            <a:r>
              <a:rPr b="1" lang="es-ES">
                <a:latin typeface="Poppins"/>
                <a:ea typeface="Poppins"/>
                <a:cs typeface="Poppins"/>
                <a:sym typeface="Poppins"/>
              </a:rPr>
              <a:t>el procedimiento es el mismo</a:t>
            </a:r>
            <a:r>
              <a:rPr lang="es-ES">
                <a:latin typeface="Poppins"/>
                <a:ea typeface="Poppins"/>
                <a:cs typeface="Poppins"/>
                <a:sym typeface="Poppins"/>
              </a:rPr>
              <a:t> que ya conoce, aunque ahora deberá considerar más números al mismo tiempo.</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a:latin typeface="Poppins"/>
              <a:ea typeface="Poppins"/>
              <a:cs typeface="Poppins"/>
              <a:sym typeface="Poppins"/>
            </a:endParaRPr>
          </a:p>
          <a:p>
            <a:pPr indent="0" lvl="0" marL="0" rtl="0" algn="just">
              <a:lnSpc>
                <a:spcPct val="150000"/>
              </a:lnSpc>
              <a:spcBef>
                <a:spcPts val="0"/>
              </a:spcBef>
              <a:spcAft>
                <a:spcPts val="0"/>
              </a:spcAft>
              <a:buNone/>
            </a:pPr>
            <a:r>
              <a:t/>
            </a:r>
            <a:endParaRPr b="1">
              <a:latin typeface="Poppins"/>
              <a:ea typeface="Poppins"/>
              <a:cs typeface="Poppins"/>
              <a:sym typeface="Poppins"/>
            </a:endParaRPr>
          </a:p>
          <a:p>
            <a:pPr indent="0" lvl="0" marL="0" rtl="0" algn="just">
              <a:lnSpc>
                <a:spcPct val="150000"/>
              </a:lnSpc>
              <a:spcBef>
                <a:spcPts val="0"/>
              </a:spcBef>
              <a:spcAft>
                <a:spcPts val="0"/>
              </a:spcAft>
              <a:buNone/>
            </a:pPr>
            <a:r>
              <a:t/>
            </a:r>
            <a:endParaRPr i="1">
              <a:latin typeface="Poppins"/>
              <a:ea typeface="Poppins"/>
              <a:cs typeface="Poppins"/>
              <a:sym typeface="Poppins"/>
            </a:endParaRPr>
          </a:p>
        </p:txBody>
      </p:sp>
      <p:sp>
        <p:nvSpPr>
          <p:cNvPr id="150" name="Google Shape;150;g334386fa8cf_0_10"/>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1" name="Google Shape;151;g334386fa8cf_0_10"/>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52" name="Google Shape;152;g334386fa8cf_0_10"/>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53" name="Google Shape;153;g334386fa8cf_0_10"/>
          <p:cNvPicPr preferRelativeResize="0"/>
          <p:nvPr/>
        </p:nvPicPr>
        <p:blipFill>
          <a:blip r:embed="rId3">
            <a:alphaModFix/>
          </a:blip>
          <a:stretch>
            <a:fillRect/>
          </a:stretch>
        </p:blipFill>
        <p:spPr>
          <a:xfrm>
            <a:off x="10932825" y="277737"/>
            <a:ext cx="975700" cy="10291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334386fa8cf_0_19"/>
          <p:cNvSpPr txBox="1"/>
          <p:nvPr/>
        </p:nvSpPr>
        <p:spPr>
          <a:xfrm>
            <a:off x="197050" y="113775"/>
            <a:ext cx="4564200" cy="43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s-ES" sz="1800">
                <a:solidFill>
                  <a:schemeClr val="dk1"/>
                </a:solidFill>
                <a:latin typeface="Calibri"/>
                <a:ea typeface="Calibri"/>
                <a:cs typeface="Calibri"/>
                <a:sym typeface="Calibri"/>
              </a:rPr>
              <a:t>IMPORTANTE: Información sólo para tutor/a</a:t>
            </a:r>
            <a:endParaRPr sz="1800">
              <a:solidFill>
                <a:schemeClr val="dk1"/>
              </a:solidFill>
              <a:latin typeface="Calibri"/>
              <a:ea typeface="Calibri"/>
              <a:cs typeface="Calibri"/>
              <a:sym typeface="Calibri"/>
            </a:endParaRPr>
          </a:p>
        </p:txBody>
      </p:sp>
      <p:sp>
        <p:nvSpPr>
          <p:cNvPr id="159" name="Google Shape;159;g334386fa8cf_0_19"/>
          <p:cNvSpPr txBox="1"/>
          <p:nvPr/>
        </p:nvSpPr>
        <p:spPr>
          <a:xfrm>
            <a:off x="380275" y="1624950"/>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Para Complementar</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Al ser la última sesión avocada a la suma, pídele que realice un resumen de todo lo estudiando hasta el momento, indicando conceptos y procedimientos aprendidos.</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0" name="Google Shape;160;g334386fa8cf_0_19"/>
          <p:cNvSpPr txBox="1"/>
          <p:nvPr/>
        </p:nvSpPr>
        <p:spPr>
          <a:xfrm>
            <a:off x="380275" y="4058725"/>
            <a:ext cx="11268600" cy="207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ES" sz="2000">
                <a:solidFill>
                  <a:srgbClr val="3259A4"/>
                </a:solidFill>
                <a:latin typeface="Poppins"/>
                <a:ea typeface="Poppins"/>
                <a:cs typeface="Poppins"/>
                <a:sym typeface="Poppins"/>
              </a:rPr>
              <a:t>Preguntas de Cierre</a:t>
            </a:r>
            <a:endParaRPr b="1" sz="2000">
              <a:solidFill>
                <a:srgbClr val="3259A4"/>
              </a:solidFill>
              <a:latin typeface="Poppins"/>
              <a:ea typeface="Poppins"/>
              <a:cs typeface="Poppins"/>
              <a:sym typeface="Poppins"/>
            </a:endParaRPr>
          </a:p>
          <a:p>
            <a:pPr indent="0" lvl="0" marL="0" rtl="0" algn="l">
              <a:spcBef>
                <a:spcPts val="0"/>
              </a:spcBef>
              <a:spcAft>
                <a:spcPts val="0"/>
              </a:spcAft>
              <a:buNone/>
            </a:pPr>
            <a:r>
              <a:t/>
            </a:r>
            <a:endParaRPr b="1" sz="2000">
              <a:solidFill>
                <a:srgbClr val="3259A4"/>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1. ¿Cómo organizas los números en columnas para asegurarte de que sumas correctamente?</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rPr lang="es-ES" sz="1800">
                <a:solidFill>
                  <a:schemeClr val="dk1"/>
                </a:solidFill>
                <a:latin typeface="Poppins"/>
                <a:ea typeface="Poppins"/>
                <a:cs typeface="Poppins"/>
                <a:sym typeface="Poppins"/>
              </a:rPr>
              <a:t>2. ¿Qué haces cuando el resultado en una columna supera el 9?</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Clr>
                <a:schemeClr val="dk1"/>
              </a:buClr>
              <a:buSzPts val="1100"/>
              <a:buFont typeface="Arial"/>
              <a:buNone/>
            </a:pPr>
            <a:r>
              <a:t/>
            </a:r>
            <a:endParaRPr sz="1800">
              <a:solidFill>
                <a:schemeClr val="dk1"/>
              </a:solidFill>
              <a:latin typeface="Poppins"/>
              <a:ea typeface="Poppins"/>
              <a:cs typeface="Poppins"/>
              <a:sym typeface="Poppins"/>
            </a:endParaRPr>
          </a:p>
          <a:p>
            <a:pPr indent="0" lvl="0" marL="0" rtl="0" algn="just">
              <a:lnSpc>
                <a:spcPct val="150000"/>
              </a:lnSpc>
              <a:spcBef>
                <a:spcPts val="0"/>
              </a:spcBef>
              <a:spcAft>
                <a:spcPts val="0"/>
              </a:spcAft>
              <a:buNone/>
            </a:pPr>
            <a:r>
              <a:t/>
            </a:r>
            <a:endParaRPr sz="1800">
              <a:solidFill>
                <a:schemeClr val="dk1"/>
              </a:solidFill>
              <a:latin typeface="Poppins"/>
              <a:ea typeface="Poppins"/>
              <a:cs typeface="Poppins"/>
              <a:sym typeface="Poppins"/>
            </a:endParaRPr>
          </a:p>
          <a:p>
            <a:pPr indent="0" lvl="0" marL="0" rtl="0" algn="l">
              <a:spcBef>
                <a:spcPts val="0"/>
              </a:spcBef>
              <a:spcAft>
                <a:spcPts val="0"/>
              </a:spcAft>
              <a:buNone/>
            </a:pPr>
            <a:r>
              <a:t/>
            </a:r>
            <a:endParaRPr sz="2800">
              <a:solidFill>
                <a:schemeClr val="dk1"/>
              </a:solidFill>
              <a:latin typeface="Poppins"/>
              <a:ea typeface="Poppins"/>
              <a:cs typeface="Poppins"/>
              <a:sym typeface="Poppins"/>
            </a:endParaRPr>
          </a:p>
        </p:txBody>
      </p:sp>
      <p:sp>
        <p:nvSpPr>
          <p:cNvPr id="161" name="Google Shape;161;g334386fa8cf_0_19"/>
          <p:cNvSpPr/>
          <p:nvPr/>
        </p:nvSpPr>
        <p:spPr>
          <a:xfrm>
            <a:off x="2538175" y="630575"/>
            <a:ext cx="7727100" cy="630300"/>
          </a:xfrm>
          <a:prstGeom prst="roundRect">
            <a:avLst>
              <a:gd fmla="val 16667" name="adj"/>
            </a:avLst>
          </a:prstGeom>
          <a:solidFill>
            <a:srgbClr val="3259A4"/>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62" name="Google Shape;162;g334386fa8cf_0_19"/>
          <p:cNvSpPr txBox="1"/>
          <p:nvPr/>
        </p:nvSpPr>
        <p:spPr>
          <a:xfrm>
            <a:off x="3518200" y="676623"/>
            <a:ext cx="5757900" cy="63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s-ES" sz="2800">
                <a:solidFill>
                  <a:schemeClr val="lt1"/>
                </a:solidFill>
                <a:latin typeface="Poppins"/>
                <a:ea typeface="Poppins"/>
                <a:cs typeface="Poppins"/>
                <a:sym typeface="Poppins"/>
              </a:rPr>
              <a:t>PLANIFICACIÓN TUTORÍA</a:t>
            </a:r>
            <a:endParaRPr sz="2800">
              <a:solidFill>
                <a:schemeClr val="lt1"/>
              </a:solidFill>
              <a:latin typeface="Poppins"/>
              <a:ea typeface="Poppins"/>
              <a:cs typeface="Poppins"/>
              <a:sym typeface="Poppins"/>
            </a:endParaRPr>
          </a:p>
        </p:txBody>
      </p:sp>
      <p:pic>
        <p:nvPicPr>
          <p:cNvPr id="163" name="Google Shape;163;g334386fa8cf_0_19"/>
          <p:cNvPicPr preferRelativeResize="0"/>
          <p:nvPr/>
        </p:nvPicPr>
        <p:blipFill>
          <a:blip r:embed="rId3">
            <a:alphaModFix/>
          </a:blip>
          <a:stretch>
            <a:fillRect/>
          </a:stretch>
        </p:blipFill>
        <p:spPr>
          <a:xfrm>
            <a:off x="10932825" y="277737"/>
            <a:ext cx="975700" cy="10291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pic>
        <p:nvPicPr>
          <p:cNvPr id="168" name="Google Shape;168;p2"/>
          <p:cNvPicPr preferRelativeResize="0"/>
          <p:nvPr/>
        </p:nvPicPr>
        <p:blipFill rotWithShape="1">
          <a:blip r:embed="rId3">
            <a:alphaModFix/>
          </a:blip>
          <a:srcRect b="0" l="0" r="0" t="0"/>
          <a:stretch/>
        </p:blipFill>
        <p:spPr>
          <a:xfrm>
            <a:off x="1" y="0"/>
            <a:ext cx="12192000" cy="6858003"/>
          </a:xfrm>
          <a:prstGeom prst="rect">
            <a:avLst/>
          </a:prstGeom>
          <a:noFill/>
          <a:ln>
            <a:noFill/>
          </a:ln>
        </p:spPr>
      </p:pic>
      <p:pic>
        <p:nvPicPr>
          <p:cNvPr id="169" name="Google Shape;169;p2"/>
          <p:cNvPicPr preferRelativeResize="0"/>
          <p:nvPr/>
        </p:nvPicPr>
        <p:blipFill>
          <a:blip r:embed="rId4">
            <a:alphaModFix/>
          </a:blip>
          <a:stretch>
            <a:fillRect/>
          </a:stretch>
        </p:blipFill>
        <p:spPr>
          <a:xfrm>
            <a:off x="11057200" y="5216937"/>
            <a:ext cx="975700" cy="10291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260dc0a9a77_0_214"/>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175" name="Google Shape;175;g260dc0a9a77_0_214"/>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176" name="Google Shape;176;g260dc0a9a77_0_214"/>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177" name="Google Shape;177;g260dc0a9a77_0_214"/>
          <p:cNvSpPr txBox="1"/>
          <p:nvPr/>
        </p:nvSpPr>
        <p:spPr>
          <a:xfrm>
            <a:off x="251625" y="283775"/>
            <a:ext cx="11398200" cy="212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s-ES" sz="3300" u="sng" cap="none" strike="noStrike">
                <a:solidFill>
                  <a:schemeClr val="dk1"/>
                </a:solidFill>
                <a:latin typeface="Patrick Hand"/>
                <a:ea typeface="Patrick Hand"/>
                <a:cs typeface="Patrick Hand"/>
                <a:sym typeface="Patrick Hand"/>
              </a:rPr>
              <a:t>Suma de 3 números en columna</a:t>
            </a:r>
            <a:r>
              <a:rPr b="0" i="0" lang="es-ES" sz="3100" u="none" cap="none" strike="noStrike">
                <a:solidFill>
                  <a:schemeClr val="dk1"/>
                </a:solidFill>
                <a:latin typeface="Patrick Hand"/>
                <a:ea typeface="Patrick Hand"/>
                <a:cs typeface="Patrick Hand"/>
                <a:sym typeface="Patrick Hand"/>
              </a:rPr>
              <a:t> </a:t>
            </a:r>
            <a:endParaRPr b="0" i="0" sz="31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4000"/>
              <a:buFont typeface="Arial"/>
              <a:buNone/>
            </a:pPr>
            <a:r>
              <a:rPr b="0" i="0" lang="es-ES" sz="3100" u="none" cap="none" strike="noStrike">
                <a:solidFill>
                  <a:schemeClr val="dk1"/>
                </a:solidFill>
                <a:latin typeface="Patrick Hand"/>
                <a:ea typeface="Patrick Hand"/>
                <a:cs typeface="Patrick Hand"/>
                <a:sym typeface="Patrick Hand"/>
              </a:rPr>
              <a:t>Se utiliza el mismo procedimiento que en las sumas anteriores que hemos aprendido, veamos los pasos.</a:t>
            </a:r>
            <a:endParaRPr b="0" i="0" sz="3100" u="none" cap="none" strike="noStrike">
              <a:solidFill>
                <a:schemeClr val="dk1"/>
              </a:solidFill>
              <a:latin typeface="Patrick Hand"/>
              <a:ea typeface="Patrick Hand"/>
              <a:cs typeface="Patrick Hand"/>
              <a:sym typeface="Patrick Hand"/>
            </a:endParaRPr>
          </a:p>
          <a:p>
            <a:pPr indent="0" lvl="0" marL="0" marR="0" rtl="0" algn="just">
              <a:lnSpc>
                <a:spcPct val="100000"/>
              </a:lnSpc>
              <a:spcBef>
                <a:spcPts val="0"/>
              </a:spcBef>
              <a:spcAft>
                <a:spcPts val="0"/>
              </a:spcAft>
              <a:buClr>
                <a:srgbClr val="000000"/>
              </a:buClr>
              <a:buSzPts val="4000"/>
              <a:buFont typeface="Arial"/>
              <a:buNone/>
            </a:pPr>
            <a:r>
              <a:t/>
            </a:r>
            <a:endParaRPr b="0" i="0" sz="3100" u="none" cap="none" strike="noStrike">
              <a:solidFill>
                <a:schemeClr val="dk1"/>
              </a:solidFill>
              <a:latin typeface="Patrick Hand"/>
              <a:ea typeface="Patrick Hand"/>
              <a:cs typeface="Patrick Hand"/>
              <a:sym typeface="Patrick Hand"/>
            </a:endParaRPr>
          </a:p>
        </p:txBody>
      </p:sp>
      <p:sp>
        <p:nvSpPr>
          <p:cNvPr id="178" name="Google Shape;178;g260dc0a9a77_0_214"/>
          <p:cNvSpPr txBox="1"/>
          <p:nvPr/>
        </p:nvSpPr>
        <p:spPr>
          <a:xfrm>
            <a:off x="5074350" y="1825625"/>
            <a:ext cx="2043300" cy="2031900"/>
          </a:xfrm>
          <a:prstGeom prst="rect">
            <a:avLst/>
          </a:prstGeom>
          <a:noFill/>
          <a:ln cap="flat" cmpd="sng" w="9525">
            <a:solidFill>
              <a:srgbClr val="009287"/>
            </a:solidFill>
            <a:prstDash val="solid"/>
            <a:round/>
            <a:headEnd len="sm" w="sm" type="none"/>
            <a:tailEnd len="sm" w="sm" type="none"/>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2  5  6</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1   4  2</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a:t>
            </a:r>
            <a:r>
              <a:rPr b="0" i="0" lang="es-ES" sz="4000" u="none" cap="none" strike="noStrike">
                <a:solidFill>
                  <a:schemeClr val="dk1"/>
                </a:solidFill>
                <a:latin typeface="Patrick Hand"/>
                <a:ea typeface="Patrick Hand"/>
                <a:cs typeface="Patrick Hand"/>
                <a:sym typeface="Patrick Hand"/>
              </a:rPr>
              <a:t>2</a:t>
            </a:r>
            <a:r>
              <a:rPr b="0" i="0" lang="es-ES" sz="4000" u="none" cap="none" strike="noStrike">
                <a:solidFill>
                  <a:schemeClr val="dk1"/>
                </a:solidFill>
                <a:latin typeface="Patrick Hand"/>
                <a:ea typeface="Patrick Hand"/>
                <a:cs typeface="Patrick Hand"/>
                <a:sym typeface="Patrick Hand"/>
              </a:rPr>
              <a:t>  </a:t>
            </a:r>
            <a:r>
              <a:rPr b="0" i="0" lang="es-ES" sz="4000" u="none" cap="none" strike="noStrike">
                <a:solidFill>
                  <a:schemeClr val="dk1"/>
                </a:solidFill>
                <a:latin typeface="Patrick Hand"/>
                <a:ea typeface="Patrick Hand"/>
                <a:cs typeface="Patrick Hand"/>
                <a:sym typeface="Patrick Hand"/>
              </a:rPr>
              <a:t>3</a:t>
            </a:r>
            <a:r>
              <a:rPr b="0" i="0" lang="es-ES" sz="4000" u="none" cap="none" strike="noStrike">
                <a:solidFill>
                  <a:schemeClr val="dk1"/>
                </a:solidFill>
                <a:latin typeface="Patrick Hand"/>
                <a:ea typeface="Patrick Hand"/>
                <a:cs typeface="Patrick Hand"/>
                <a:sym typeface="Patrick Hand"/>
              </a:rPr>
              <a:t>  </a:t>
            </a:r>
            <a:r>
              <a:rPr b="0" i="0" lang="es-ES" sz="4000" u="none" cap="none" strike="noStrike">
                <a:solidFill>
                  <a:schemeClr val="dk1"/>
                </a:solidFill>
                <a:latin typeface="Patrick Hand"/>
                <a:ea typeface="Patrick Hand"/>
                <a:cs typeface="Patrick Hand"/>
                <a:sym typeface="Patrick Hand"/>
              </a:rPr>
              <a:t>3</a:t>
            </a:r>
            <a:endParaRPr b="0" i="0" sz="4000" u="none" cap="none" strike="noStrike">
              <a:solidFill>
                <a:schemeClr val="dk1"/>
              </a:solidFill>
              <a:latin typeface="Patrick Hand"/>
              <a:ea typeface="Patrick Hand"/>
              <a:cs typeface="Patrick Hand"/>
              <a:sym typeface="Patrick Hand"/>
            </a:endParaRPr>
          </a:p>
        </p:txBody>
      </p:sp>
      <p:cxnSp>
        <p:nvCxnSpPr>
          <p:cNvPr id="179" name="Google Shape;179;g260dc0a9a77_0_214"/>
          <p:cNvCxnSpPr/>
          <p:nvPr/>
        </p:nvCxnSpPr>
        <p:spPr>
          <a:xfrm>
            <a:off x="6200600" y="3992325"/>
            <a:ext cx="17700" cy="1533300"/>
          </a:xfrm>
          <a:prstGeom prst="straightConnector1">
            <a:avLst/>
          </a:prstGeom>
          <a:noFill/>
          <a:ln cap="flat" cmpd="sng" w="28575">
            <a:solidFill>
              <a:srgbClr val="009287"/>
            </a:solidFill>
            <a:prstDash val="solid"/>
            <a:round/>
            <a:headEnd len="sm" w="sm" type="none"/>
            <a:tailEnd len="med" w="med" type="triangle"/>
          </a:ln>
        </p:spPr>
      </p:cxnSp>
      <p:sp>
        <p:nvSpPr>
          <p:cNvPr id="180" name="Google Shape;180;g260dc0a9a77_0_214"/>
          <p:cNvSpPr txBox="1"/>
          <p:nvPr/>
        </p:nvSpPr>
        <p:spPr>
          <a:xfrm>
            <a:off x="4494625" y="5519450"/>
            <a:ext cx="4281900" cy="661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100"/>
              <a:buFont typeface="Arial"/>
              <a:buNone/>
            </a:pPr>
            <a:r>
              <a:rPr b="0" i="0" lang="es-ES" sz="3100" u="none" cap="none" strike="noStrike">
                <a:solidFill>
                  <a:schemeClr val="dk1"/>
                </a:solidFill>
                <a:latin typeface="Patrick Hand"/>
                <a:ea typeface="Patrick Hand"/>
                <a:cs typeface="Patrick Hand"/>
                <a:sym typeface="Patrick Hand"/>
              </a:rPr>
              <a:t>Pasos para resolverla</a:t>
            </a:r>
            <a:endParaRPr b="0" i="0" sz="1400" u="none" cap="none" strike="noStrike">
              <a:solidFill>
                <a:srgbClr val="000000"/>
              </a:solidFill>
              <a:latin typeface="Arial"/>
              <a:ea typeface="Arial"/>
              <a:cs typeface="Arial"/>
              <a:sym typeface="Arial"/>
            </a:endParaRPr>
          </a:p>
        </p:txBody>
      </p:sp>
      <p:pic>
        <p:nvPicPr>
          <p:cNvPr id="181" name="Google Shape;181;g260dc0a9a77_0_214"/>
          <p:cNvPicPr preferRelativeResize="0"/>
          <p:nvPr/>
        </p:nvPicPr>
        <p:blipFill>
          <a:blip r:embed="rId4">
            <a:alphaModFix/>
          </a:blip>
          <a:stretch>
            <a:fillRect/>
          </a:stretch>
        </p:blipFill>
        <p:spPr>
          <a:xfrm>
            <a:off x="11057200" y="5216937"/>
            <a:ext cx="975700" cy="10291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descr="Forma&#10;&#10;Descripción generada automáticamente con confianza media" id="186" name="Google Shape;186;g23a11cbbfed_0_14"/>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187" name="Google Shape;187;g23a11cbbfed_0_14"/>
          <p:cNvSpPr txBox="1"/>
          <p:nvPr/>
        </p:nvSpPr>
        <p:spPr>
          <a:xfrm>
            <a:off x="2261925" y="794725"/>
            <a:ext cx="2043300" cy="20319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2  5  6</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1   4  2</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2  3  3</a:t>
            </a:r>
            <a:endParaRPr b="0" i="0" sz="4000" u="none" cap="none" strike="noStrike">
              <a:solidFill>
                <a:schemeClr val="dk1"/>
              </a:solidFill>
              <a:latin typeface="Patrick Hand"/>
              <a:ea typeface="Patrick Hand"/>
              <a:cs typeface="Patrick Hand"/>
              <a:sym typeface="Patrick Hand"/>
            </a:endParaRPr>
          </a:p>
        </p:txBody>
      </p:sp>
      <p:sp>
        <p:nvSpPr>
          <p:cNvPr id="188" name="Google Shape;188;g23a11cbbfed_0_14"/>
          <p:cNvSpPr txBox="1"/>
          <p:nvPr/>
        </p:nvSpPr>
        <p:spPr>
          <a:xfrm>
            <a:off x="5619450" y="602425"/>
            <a:ext cx="6159900" cy="241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Comienzo sumando las unidades. En este caso 6 + 2 + 3 = 11. Puedo agrupar 10 unidades en 1 decena. Entonces me quedan 1 decena y 1 unidad. El 1 lo escribo bajo las U y el otro 1 sobre las D. </a:t>
            </a:r>
            <a:endParaRPr b="0" i="0" sz="2900" u="none" cap="none" strike="noStrike">
              <a:solidFill>
                <a:schemeClr val="dk1"/>
              </a:solidFill>
              <a:latin typeface="Patrick Hand"/>
              <a:ea typeface="Patrick Hand"/>
              <a:cs typeface="Patrick Hand"/>
              <a:sym typeface="Patrick Hand"/>
            </a:endParaRPr>
          </a:p>
        </p:txBody>
      </p:sp>
      <p:cxnSp>
        <p:nvCxnSpPr>
          <p:cNvPr id="189" name="Google Shape;189;g23a11cbbfed_0_14"/>
          <p:cNvCxnSpPr/>
          <p:nvPr/>
        </p:nvCxnSpPr>
        <p:spPr>
          <a:xfrm>
            <a:off x="2736125" y="2707850"/>
            <a:ext cx="1332600" cy="17700"/>
          </a:xfrm>
          <a:prstGeom prst="straightConnector1">
            <a:avLst/>
          </a:prstGeom>
          <a:noFill/>
          <a:ln cap="flat" cmpd="sng" w="9525">
            <a:solidFill>
              <a:schemeClr val="dk1"/>
            </a:solidFill>
            <a:prstDash val="solid"/>
            <a:round/>
            <a:headEnd len="sm" w="sm" type="none"/>
            <a:tailEnd len="sm" w="sm" type="none"/>
          </a:ln>
        </p:spPr>
      </p:cxnSp>
      <p:cxnSp>
        <p:nvCxnSpPr>
          <p:cNvPr id="190" name="Google Shape;190;g23a11cbbfed_0_14"/>
          <p:cNvCxnSpPr/>
          <p:nvPr/>
        </p:nvCxnSpPr>
        <p:spPr>
          <a:xfrm>
            <a:off x="2591225" y="5593975"/>
            <a:ext cx="1332600" cy="17700"/>
          </a:xfrm>
          <a:prstGeom prst="straightConnector1">
            <a:avLst/>
          </a:prstGeom>
          <a:noFill/>
          <a:ln cap="flat" cmpd="sng" w="9525">
            <a:solidFill>
              <a:schemeClr val="dk1"/>
            </a:solidFill>
            <a:prstDash val="solid"/>
            <a:round/>
            <a:headEnd len="sm" w="sm" type="none"/>
            <a:tailEnd len="sm" w="sm" type="none"/>
          </a:ln>
        </p:spPr>
      </p:cxnSp>
      <p:sp>
        <p:nvSpPr>
          <p:cNvPr id="191" name="Google Shape;191;g23a11cbbfed_0_14"/>
          <p:cNvSpPr txBox="1"/>
          <p:nvPr/>
        </p:nvSpPr>
        <p:spPr>
          <a:xfrm>
            <a:off x="3189425" y="30904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192" name="Google Shape;192;g23a11cbbfed_0_14"/>
          <p:cNvSpPr txBox="1"/>
          <p:nvPr/>
        </p:nvSpPr>
        <p:spPr>
          <a:xfrm>
            <a:off x="5710400" y="3437775"/>
            <a:ext cx="6284400" cy="2862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Luego sumo las decenas, en este caso 5 + 4 + 3 = 12 y le tengo que sumar también el 1 que tenía reservado. 12 + 1 = 13</a:t>
            </a:r>
            <a:endParaRPr b="0" i="0" sz="29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Por lo tanto agrupo 10 decenas en 1 centena. Me queda 1 centena y 3 decenas.</a:t>
            </a:r>
            <a:endParaRPr b="0" i="0" sz="29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900"/>
              <a:buFont typeface="Arial"/>
              <a:buNone/>
            </a:pPr>
            <a:r>
              <a:rPr b="0" i="0" lang="es-ES" sz="2900" u="none" cap="none" strike="noStrike">
                <a:solidFill>
                  <a:schemeClr val="dk1"/>
                </a:solidFill>
                <a:latin typeface="Patrick Hand"/>
                <a:ea typeface="Patrick Hand"/>
                <a:cs typeface="Patrick Hand"/>
                <a:sym typeface="Patrick Hand"/>
              </a:rPr>
              <a:t>Escribo el 3 bajo las D y el otro 1 sobre las C.</a:t>
            </a:r>
            <a:endParaRPr b="0" i="0" sz="2900" u="none" cap="none" strike="noStrike">
              <a:solidFill>
                <a:schemeClr val="dk1"/>
              </a:solidFill>
              <a:latin typeface="Patrick Hand"/>
              <a:ea typeface="Patrick Hand"/>
              <a:cs typeface="Patrick Hand"/>
              <a:sym typeface="Patrick Hand"/>
            </a:endParaRPr>
          </a:p>
        </p:txBody>
      </p:sp>
      <p:sp>
        <p:nvSpPr>
          <p:cNvPr id="193" name="Google Shape;193;g23a11cbbfed_0_14"/>
          <p:cNvSpPr/>
          <p:nvPr/>
        </p:nvSpPr>
        <p:spPr>
          <a:xfrm>
            <a:off x="633050" y="12595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1</a:t>
            </a:r>
            <a:endParaRPr b="0" i="0" sz="3000" u="none" cap="none" strike="noStrike">
              <a:solidFill>
                <a:srgbClr val="000000"/>
              </a:solidFill>
              <a:latin typeface="Patrick Hand"/>
              <a:ea typeface="Patrick Hand"/>
              <a:cs typeface="Patrick Hand"/>
              <a:sym typeface="Patrick Hand"/>
            </a:endParaRPr>
          </a:p>
        </p:txBody>
      </p:sp>
      <p:sp>
        <p:nvSpPr>
          <p:cNvPr id="194" name="Google Shape;194;g23a11cbbfed_0_14"/>
          <p:cNvSpPr/>
          <p:nvPr/>
        </p:nvSpPr>
        <p:spPr>
          <a:xfrm>
            <a:off x="633050" y="38565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2</a:t>
            </a:r>
            <a:endParaRPr b="0" i="0" sz="3000" u="none" cap="none" strike="noStrike">
              <a:solidFill>
                <a:srgbClr val="000000"/>
              </a:solidFill>
              <a:latin typeface="Patrick Hand"/>
              <a:ea typeface="Patrick Hand"/>
              <a:cs typeface="Patrick Hand"/>
              <a:sym typeface="Patrick Hand"/>
            </a:endParaRPr>
          </a:p>
        </p:txBody>
      </p:sp>
      <p:sp>
        <p:nvSpPr>
          <p:cNvPr id="195" name="Google Shape;195;g23a11cbbfed_0_14"/>
          <p:cNvSpPr txBox="1"/>
          <p:nvPr/>
        </p:nvSpPr>
        <p:spPr>
          <a:xfrm flipH="1">
            <a:off x="2972225" y="319425"/>
            <a:ext cx="13326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2900" u="none" cap="none" strike="noStrike">
                <a:solidFill>
                  <a:schemeClr val="dk1"/>
                </a:solidFill>
                <a:latin typeface="Patrick Hand"/>
                <a:ea typeface="Patrick Hand"/>
                <a:cs typeface="Patrick Hand"/>
                <a:sym typeface="Patrick Hand"/>
              </a:rPr>
              <a:t>C  D  U</a:t>
            </a:r>
            <a:endParaRPr b="0" i="0" sz="900" u="none" cap="none" strike="noStrike">
              <a:solidFill>
                <a:schemeClr val="dk1"/>
              </a:solidFill>
              <a:latin typeface="Arial"/>
              <a:ea typeface="Arial"/>
              <a:cs typeface="Arial"/>
              <a:sym typeface="Arial"/>
            </a:endParaRPr>
          </a:p>
        </p:txBody>
      </p:sp>
      <p:sp>
        <p:nvSpPr>
          <p:cNvPr id="196" name="Google Shape;196;g23a11cbbfed_0_14"/>
          <p:cNvSpPr txBox="1"/>
          <p:nvPr/>
        </p:nvSpPr>
        <p:spPr>
          <a:xfrm flipH="1">
            <a:off x="2812325" y="3437775"/>
            <a:ext cx="13326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2900" u="none" cap="none" strike="noStrike">
                <a:solidFill>
                  <a:schemeClr val="dk1"/>
                </a:solidFill>
                <a:latin typeface="Patrick Hand"/>
                <a:ea typeface="Patrick Hand"/>
                <a:cs typeface="Patrick Hand"/>
                <a:sym typeface="Patrick Hand"/>
              </a:rPr>
              <a:t>C  D  U</a:t>
            </a:r>
            <a:endParaRPr b="0" i="0" sz="900" u="none" cap="none" strike="noStrike">
              <a:solidFill>
                <a:schemeClr val="dk1"/>
              </a:solidFill>
              <a:latin typeface="Arial"/>
              <a:ea typeface="Arial"/>
              <a:cs typeface="Arial"/>
              <a:sym typeface="Arial"/>
            </a:endParaRPr>
          </a:p>
        </p:txBody>
      </p:sp>
      <p:sp>
        <p:nvSpPr>
          <p:cNvPr id="197" name="Google Shape;197;g23a11cbbfed_0_14"/>
          <p:cNvSpPr/>
          <p:nvPr/>
        </p:nvSpPr>
        <p:spPr>
          <a:xfrm>
            <a:off x="5557200" y="3536925"/>
            <a:ext cx="6437700" cy="2763900"/>
          </a:xfrm>
          <a:prstGeom prst="roundRect">
            <a:avLst>
              <a:gd fmla="val 16667" name="adj"/>
            </a:avLst>
          </a:prstGeom>
          <a:noFill/>
          <a:ln cap="flat" cmpd="sng" w="28575">
            <a:solidFill>
              <a:srgbClr val="009287"/>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23a11cbbfed_0_14"/>
          <p:cNvSpPr/>
          <p:nvPr/>
        </p:nvSpPr>
        <p:spPr>
          <a:xfrm>
            <a:off x="5494950" y="444075"/>
            <a:ext cx="6284400" cy="2862900"/>
          </a:xfrm>
          <a:prstGeom prst="roundRect">
            <a:avLst>
              <a:gd fmla="val 16667" name="adj"/>
            </a:avLst>
          </a:prstGeom>
          <a:noFill/>
          <a:ln cap="flat" cmpd="sng" w="28575">
            <a:solidFill>
              <a:srgbClr val="009287"/>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23a11cbbfed_0_14"/>
          <p:cNvSpPr txBox="1"/>
          <p:nvPr/>
        </p:nvSpPr>
        <p:spPr>
          <a:xfrm>
            <a:off x="2101625" y="3742575"/>
            <a:ext cx="2043300" cy="26475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2  5  6</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1   4  2</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2  3  3</a:t>
            </a:r>
            <a:endParaRPr b="0" i="0" sz="40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1</a:t>
            </a:r>
            <a:endParaRPr b="0" i="0" sz="4000" u="none" cap="none" strike="noStrike">
              <a:solidFill>
                <a:schemeClr val="dk1"/>
              </a:solidFill>
              <a:latin typeface="Patrick Hand"/>
              <a:ea typeface="Patrick Hand"/>
              <a:cs typeface="Patrick Hand"/>
              <a:sym typeface="Patrick Ha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g23a11cbbfed_0_30"/>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05" name="Google Shape;205;g23a11cbbfed_0_30"/>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06" name="Google Shape;206;g23a11cbbfed_0_30"/>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cxnSp>
        <p:nvCxnSpPr>
          <p:cNvPr id="207" name="Google Shape;207;g23a11cbbfed_0_30"/>
          <p:cNvCxnSpPr/>
          <p:nvPr/>
        </p:nvCxnSpPr>
        <p:spPr>
          <a:xfrm>
            <a:off x="2736125" y="2707850"/>
            <a:ext cx="1332600" cy="17700"/>
          </a:xfrm>
          <a:prstGeom prst="straightConnector1">
            <a:avLst/>
          </a:prstGeom>
          <a:noFill/>
          <a:ln cap="flat" cmpd="sng" w="9525">
            <a:solidFill>
              <a:schemeClr val="dk1"/>
            </a:solidFill>
            <a:prstDash val="solid"/>
            <a:round/>
            <a:headEnd len="sm" w="sm" type="none"/>
            <a:tailEnd len="sm" w="sm" type="none"/>
          </a:ln>
        </p:spPr>
      </p:cxnSp>
      <p:cxnSp>
        <p:nvCxnSpPr>
          <p:cNvPr id="208" name="Google Shape;208;g23a11cbbfed_0_30"/>
          <p:cNvCxnSpPr/>
          <p:nvPr/>
        </p:nvCxnSpPr>
        <p:spPr>
          <a:xfrm>
            <a:off x="2667425" y="5898775"/>
            <a:ext cx="1332600" cy="17700"/>
          </a:xfrm>
          <a:prstGeom prst="straightConnector1">
            <a:avLst/>
          </a:prstGeom>
          <a:noFill/>
          <a:ln cap="flat" cmpd="sng" w="9525">
            <a:solidFill>
              <a:schemeClr val="dk1"/>
            </a:solidFill>
            <a:prstDash val="solid"/>
            <a:round/>
            <a:headEnd len="sm" w="sm" type="none"/>
            <a:tailEnd len="sm" w="sm" type="none"/>
          </a:ln>
        </p:spPr>
      </p:cxnSp>
      <p:sp>
        <p:nvSpPr>
          <p:cNvPr id="209" name="Google Shape;209;g23a11cbbfed_0_30"/>
          <p:cNvSpPr txBox="1"/>
          <p:nvPr/>
        </p:nvSpPr>
        <p:spPr>
          <a:xfrm>
            <a:off x="3189425" y="5956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10" name="Google Shape;210;g23a11cbbfed_0_30"/>
          <p:cNvSpPr/>
          <p:nvPr/>
        </p:nvSpPr>
        <p:spPr>
          <a:xfrm>
            <a:off x="633050" y="12595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3</a:t>
            </a:r>
            <a:endParaRPr b="0" i="0" sz="3000" u="none" cap="none" strike="noStrike">
              <a:solidFill>
                <a:srgbClr val="000000"/>
              </a:solidFill>
              <a:latin typeface="Patrick Hand"/>
              <a:ea typeface="Patrick Hand"/>
              <a:cs typeface="Patrick Hand"/>
              <a:sym typeface="Patrick Hand"/>
            </a:endParaRPr>
          </a:p>
        </p:txBody>
      </p:sp>
      <p:sp>
        <p:nvSpPr>
          <p:cNvPr id="211" name="Google Shape;211;g23a11cbbfed_0_30"/>
          <p:cNvSpPr/>
          <p:nvPr/>
        </p:nvSpPr>
        <p:spPr>
          <a:xfrm>
            <a:off x="633050" y="3856575"/>
            <a:ext cx="613800" cy="532800"/>
          </a:xfrm>
          <a:prstGeom prst="ellipse">
            <a:avLst/>
          </a:prstGeom>
          <a:solidFill>
            <a:srgbClr val="00928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3000"/>
              <a:buFont typeface="Arial"/>
              <a:buNone/>
            </a:pPr>
            <a:r>
              <a:rPr b="0" i="0" lang="es-ES" sz="3000" u="none" cap="none" strike="noStrike">
                <a:solidFill>
                  <a:srgbClr val="000000"/>
                </a:solidFill>
                <a:latin typeface="Patrick Hand"/>
                <a:ea typeface="Patrick Hand"/>
                <a:cs typeface="Patrick Hand"/>
                <a:sym typeface="Patrick Hand"/>
              </a:rPr>
              <a:t>4</a:t>
            </a:r>
            <a:endParaRPr b="0" i="0" sz="3000" u="none" cap="none" strike="noStrike">
              <a:solidFill>
                <a:srgbClr val="000000"/>
              </a:solidFill>
              <a:latin typeface="Patrick Hand"/>
              <a:ea typeface="Patrick Hand"/>
              <a:cs typeface="Patrick Hand"/>
              <a:sym typeface="Patrick Hand"/>
            </a:endParaRPr>
          </a:p>
        </p:txBody>
      </p:sp>
      <p:sp>
        <p:nvSpPr>
          <p:cNvPr id="212" name="Google Shape;212;g23a11cbbfed_0_30"/>
          <p:cNvSpPr txBox="1"/>
          <p:nvPr/>
        </p:nvSpPr>
        <p:spPr>
          <a:xfrm>
            <a:off x="2819825" y="59560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13" name="Google Shape;213;g23a11cbbfed_0_30"/>
          <p:cNvSpPr txBox="1"/>
          <p:nvPr/>
        </p:nvSpPr>
        <p:spPr>
          <a:xfrm>
            <a:off x="5761475" y="844250"/>
            <a:ext cx="5946900" cy="2031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3000" u="none" cap="none" strike="noStrike">
                <a:solidFill>
                  <a:schemeClr val="dk1"/>
                </a:solidFill>
                <a:latin typeface="Patrick Hand"/>
                <a:ea typeface="Patrick Hand"/>
                <a:cs typeface="Patrick Hand"/>
                <a:sym typeface="Patrick Hand"/>
              </a:rPr>
              <a:t>Luego sumo las centenas, en este caso 2 + 1 + 2= 5 y le tengo que sumar también el 1 que tenía reservado. 5 + 1 = 6</a:t>
            </a:r>
            <a:endParaRPr b="0" i="0" sz="3000" u="none" cap="none" strike="noStrike">
              <a:solidFill>
                <a:schemeClr val="dk1"/>
              </a:solidFill>
              <a:latin typeface="Patrick Hand"/>
              <a:ea typeface="Patrick Hand"/>
              <a:cs typeface="Patrick Hand"/>
              <a:sym typeface="Patrick Hand"/>
            </a:endParaRPr>
          </a:p>
          <a:p>
            <a:pPr indent="0" lvl="0" marL="0" marR="0" rtl="0" algn="l">
              <a:lnSpc>
                <a:spcPct val="100000"/>
              </a:lnSpc>
              <a:spcBef>
                <a:spcPts val="0"/>
              </a:spcBef>
              <a:spcAft>
                <a:spcPts val="0"/>
              </a:spcAft>
              <a:buClr>
                <a:srgbClr val="000000"/>
              </a:buClr>
              <a:buSzPts val="2900"/>
              <a:buFont typeface="Arial"/>
              <a:buNone/>
            </a:pPr>
            <a:r>
              <a:rPr b="0" i="0" lang="es-ES" sz="3000" u="none" cap="none" strike="noStrike">
                <a:solidFill>
                  <a:schemeClr val="dk1"/>
                </a:solidFill>
                <a:latin typeface="Patrick Hand"/>
                <a:ea typeface="Patrick Hand"/>
                <a:cs typeface="Patrick Hand"/>
                <a:sym typeface="Patrick Hand"/>
              </a:rPr>
              <a:t>Escribo el 6 bajos las centenas.</a:t>
            </a:r>
            <a:endParaRPr b="0" i="0" sz="3000" u="none" cap="none" strike="noStrike">
              <a:solidFill>
                <a:schemeClr val="dk1"/>
              </a:solidFill>
              <a:latin typeface="Patrick Hand"/>
              <a:ea typeface="Patrick Hand"/>
              <a:cs typeface="Patrick Hand"/>
              <a:sym typeface="Patrick Hand"/>
            </a:endParaRPr>
          </a:p>
        </p:txBody>
      </p:sp>
      <p:sp>
        <p:nvSpPr>
          <p:cNvPr id="214" name="Google Shape;214;g23a11cbbfed_0_30"/>
          <p:cNvSpPr txBox="1"/>
          <p:nvPr/>
        </p:nvSpPr>
        <p:spPr>
          <a:xfrm>
            <a:off x="2736125" y="37128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15" name="Google Shape;215;g23a11cbbfed_0_30"/>
          <p:cNvSpPr txBox="1"/>
          <p:nvPr/>
        </p:nvSpPr>
        <p:spPr>
          <a:xfrm>
            <a:off x="3189425" y="37128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16" name="Google Shape;216;g23a11cbbfed_0_30"/>
          <p:cNvSpPr txBox="1"/>
          <p:nvPr/>
        </p:nvSpPr>
        <p:spPr>
          <a:xfrm flipH="1">
            <a:off x="2819825" y="243225"/>
            <a:ext cx="13326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2900" u="none" cap="none" strike="noStrike">
                <a:solidFill>
                  <a:schemeClr val="dk1"/>
                </a:solidFill>
                <a:latin typeface="Patrick Hand"/>
                <a:ea typeface="Patrick Hand"/>
                <a:cs typeface="Patrick Hand"/>
                <a:sym typeface="Patrick Hand"/>
              </a:rPr>
              <a:t>C  D  U</a:t>
            </a:r>
            <a:endParaRPr b="0" i="0" sz="900" u="none" cap="none" strike="noStrike">
              <a:solidFill>
                <a:schemeClr val="dk1"/>
              </a:solidFill>
              <a:latin typeface="Arial"/>
              <a:ea typeface="Arial"/>
              <a:cs typeface="Arial"/>
              <a:sym typeface="Arial"/>
            </a:endParaRPr>
          </a:p>
        </p:txBody>
      </p:sp>
      <p:sp>
        <p:nvSpPr>
          <p:cNvPr id="217" name="Google Shape;217;g23a11cbbfed_0_30"/>
          <p:cNvSpPr txBox="1"/>
          <p:nvPr/>
        </p:nvSpPr>
        <p:spPr>
          <a:xfrm flipH="1">
            <a:off x="2761674" y="3366050"/>
            <a:ext cx="1332600" cy="631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2900" u="none" cap="none" strike="noStrike">
                <a:solidFill>
                  <a:schemeClr val="dk1"/>
                </a:solidFill>
                <a:latin typeface="Patrick Hand"/>
                <a:ea typeface="Patrick Hand"/>
                <a:cs typeface="Patrick Hand"/>
                <a:sym typeface="Patrick Hand"/>
              </a:rPr>
              <a:t>C  D  U</a:t>
            </a:r>
            <a:endParaRPr b="0" i="0" sz="900" u="none" cap="none" strike="noStrike">
              <a:solidFill>
                <a:schemeClr val="dk1"/>
              </a:solidFill>
              <a:latin typeface="Arial"/>
              <a:ea typeface="Arial"/>
              <a:cs typeface="Arial"/>
              <a:sym typeface="Arial"/>
            </a:endParaRPr>
          </a:p>
        </p:txBody>
      </p:sp>
      <p:sp>
        <p:nvSpPr>
          <p:cNvPr id="218" name="Google Shape;218;g23a11cbbfed_0_30"/>
          <p:cNvSpPr txBox="1"/>
          <p:nvPr/>
        </p:nvSpPr>
        <p:spPr>
          <a:xfrm>
            <a:off x="5761475" y="4373125"/>
            <a:ext cx="31929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900"/>
              <a:buFont typeface="Arial"/>
              <a:buNone/>
            </a:pPr>
            <a:r>
              <a:rPr b="0" i="0" lang="es-ES" sz="3000" u="none" cap="none" strike="noStrike">
                <a:solidFill>
                  <a:schemeClr val="dk1"/>
                </a:solidFill>
                <a:latin typeface="Patrick Hand"/>
                <a:ea typeface="Patrick Hand"/>
                <a:cs typeface="Patrick Hand"/>
                <a:sym typeface="Patrick Hand"/>
              </a:rPr>
              <a:t>Obtengo el resultado</a:t>
            </a:r>
            <a:endParaRPr b="0" i="0" sz="3000" u="none" cap="none" strike="noStrike">
              <a:solidFill>
                <a:schemeClr val="dk1"/>
              </a:solidFill>
              <a:latin typeface="Patrick Hand"/>
              <a:ea typeface="Patrick Hand"/>
              <a:cs typeface="Patrick Hand"/>
              <a:sym typeface="Patrick Hand"/>
            </a:endParaRPr>
          </a:p>
        </p:txBody>
      </p:sp>
      <p:sp>
        <p:nvSpPr>
          <p:cNvPr id="219" name="Google Shape;219;g23a11cbbfed_0_30"/>
          <p:cNvSpPr/>
          <p:nvPr/>
        </p:nvSpPr>
        <p:spPr>
          <a:xfrm>
            <a:off x="5634200" y="757500"/>
            <a:ext cx="6284400" cy="2486400"/>
          </a:xfrm>
          <a:prstGeom prst="roundRect">
            <a:avLst>
              <a:gd fmla="val 16667" name="adj"/>
            </a:avLst>
          </a:prstGeom>
          <a:noFill/>
          <a:ln cap="flat" cmpd="sng" w="28575">
            <a:solidFill>
              <a:srgbClr val="009287"/>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g23a11cbbfed_0_30"/>
          <p:cNvSpPr/>
          <p:nvPr/>
        </p:nvSpPr>
        <p:spPr>
          <a:xfrm>
            <a:off x="5634200" y="4303950"/>
            <a:ext cx="3734100" cy="923700"/>
          </a:xfrm>
          <a:prstGeom prst="roundRect">
            <a:avLst>
              <a:gd fmla="val 16667" name="adj"/>
            </a:avLst>
          </a:prstGeom>
          <a:noFill/>
          <a:ln cap="flat" cmpd="sng" w="28575">
            <a:solidFill>
              <a:srgbClr val="009287"/>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g23a11cbbfed_0_30"/>
          <p:cNvSpPr txBox="1"/>
          <p:nvPr/>
        </p:nvSpPr>
        <p:spPr>
          <a:xfrm>
            <a:off x="2133600" y="874425"/>
            <a:ext cx="2175000" cy="26475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2  5  6</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1   4  2</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2  3  3</a:t>
            </a:r>
            <a:endParaRPr b="0" i="0" sz="40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3  1</a:t>
            </a:r>
            <a:endParaRPr b="0" i="0" sz="4000" u="none" cap="none" strike="noStrike">
              <a:solidFill>
                <a:schemeClr val="dk1"/>
              </a:solidFill>
              <a:latin typeface="Patrick Hand"/>
              <a:ea typeface="Patrick Hand"/>
              <a:cs typeface="Patrick Hand"/>
              <a:sym typeface="Patrick Hand"/>
            </a:endParaRPr>
          </a:p>
        </p:txBody>
      </p:sp>
      <p:sp>
        <p:nvSpPr>
          <p:cNvPr id="222" name="Google Shape;222;g23a11cbbfed_0_30"/>
          <p:cNvSpPr txBox="1"/>
          <p:nvPr/>
        </p:nvSpPr>
        <p:spPr>
          <a:xfrm>
            <a:off x="2192713" y="3981900"/>
            <a:ext cx="2175000" cy="2647500"/>
          </a:xfrm>
          <a:prstGeom prst="rect">
            <a:avLst/>
          </a:prstGeom>
          <a:noFill/>
          <a:ln>
            <a:noFill/>
          </a:ln>
        </p:spPr>
        <p:txBody>
          <a:bodyPr anchorCtr="0" anchor="t" bIns="91425" lIns="91425" spcFirstLastPara="1" rIns="91425" wrap="square" tIns="91425">
            <a:spAutoFit/>
          </a:bodyPr>
          <a:lstStyle/>
          <a:p>
            <a:pPr indent="457200" lvl="0" marL="0" marR="0" rtl="0" algn="ctr">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2  5  6</a:t>
            </a:r>
            <a:endParaRPr b="0" i="0" sz="4000" u="none" cap="none" strike="noStrike">
              <a:solidFill>
                <a:schemeClr val="dk1"/>
              </a:solidFill>
              <a:latin typeface="Patrick Hand"/>
              <a:ea typeface="Patrick Hand"/>
              <a:cs typeface="Patrick Hand"/>
              <a:sym typeface="Patrick Hand"/>
            </a:endParaRPr>
          </a:p>
          <a:p>
            <a:pPr indent="45720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1   4  2</a:t>
            </a:r>
            <a:endParaRPr b="0" i="0" sz="4000" u="none" cap="none" strike="noStrike">
              <a:solidFill>
                <a:schemeClr val="dk1"/>
              </a:solidFill>
              <a:latin typeface="Patrick Hand"/>
              <a:ea typeface="Patrick Hand"/>
              <a:cs typeface="Patrick Hand"/>
              <a:sym typeface="Patrick Hand"/>
            </a:endParaRPr>
          </a:p>
          <a:p>
            <a:pPr indent="-457200" lvl="0" marL="457200" marR="0" rtl="0" algn="l">
              <a:lnSpc>
                <a:spcPct val="100000"/>
              </a:lnSpc>
              <a:spcBef>
                <a:spcPts val="0"/>
              </a:spcBef>
              <a:spcAft>
                <a:spcPts val="0"/>
              </a:spcAft>
              <a:buClr>
                <a:schemeClr val="dk1"/>
              </a:buClr>
              <a:buSzPts val="4000"/>
              <a:buFont typeface="Patrick Hand"/>
              <a:buChar char="+"/>
            </a:pPr>
            <a:r>
              <a:rPr b="0" i="0" lang="es-ES" sz="4000" u="none" cap="none" strike="noStrike">
                <a:solidFill>
                  <a:schemeClr val="dk1"/>
                </a:solidFill>
                <a:latin typeface="Patrick Hand"/>
                <a:ea typeface="Patrick Hand"/>
                <a:cs typeface="Patrick Hand"/>
                <a:sym typeface="Patrick Hand"/>
              </a:rPr>
              <a:t> 2  3  3</a:t>
            </a:r>
            <a:endParaRPr b="0" i="0" sz="4000" u="none" cap="none" strike="noStrike">
              <a:solidFill>
                <a:schemeClr val="dk1"/>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 6	 3  1</a:t>
            </a:r>
            <a:endParaRPr b="0" i="0" sz="4000" u="none" cap="none" strike="noStrike">
              <a:solidFill>
                <a:schemeClr val="dk1"/>
              </a:solidFill>
              <a:latin typeface="Patrick Hand"/>
              <a:ea typeface="Patrick Hand"/>
              <a:cs typeface="Patrick Hand"/>
              <a:sym typeface="Patrick Hand"/>
            </a:endParaRPr>
          </a:p>
        </p:txBody>
      </p:sp>
      <p:pic>
        <p:nvPicPr>
          <p:cNvPr id="223" name="Google Shape;223;g23a11cbbfed_0_30"/>
          <p:cNvPicPr preferRelativeResize="0"/>
          <p:nvPr/>
        </p:nvPicPr>
        <p:blipFill>
          <a:blip r:embed="rId4">
            <a:alphaModFix/>
          </a:blip>
          <a:stretch>
            <a:fillRect/>
          </a:stretch>
        </p:blipFill>
        <p:spPr>
          <a:xfrm>
            <a:off x="11057200" y="5216937"/>
            <a:ext cx="975700" cy="10291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g2601a83bd95_0_93"/>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29" name="Google Shape;229;g2601a83bd95_0_93"/>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30" name="Google Shape;230;g2601a83bd95_0_93"/>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31" name="Google Shape;231;g2601a83bd95_0_93"/>
          <p:cNvSpPr txBox="1"/>
          <p:nvPr/>
        </p:nvSpPr>
        <p:spPr>
          <a:xfrm>
            <a:off x="99225" y="2155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232" name="Google Shape;232;g2601a83bd95_0_93"/>
          <p:cNvSpPr txBox="1"/>
          <p:nvPr/>
        </p:nvSpPr>
        <p:spPr>
          <a:xfrm>
            <a:off x="99225" y="770950"/>
            <a:ext cx="124974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Abre tu cuaderno y resolvamos los siguientes ejercicios. Recuerda ver si es necesario agrupar. </a:t>
            </a:r>
            <a:endParaRPr b="0" i="0" sz="400" u="none" cap="none" strike="noStrike">
              <a:solidFill>
                <a:srgbClr val="000000"/>
              </a:solidFill>
              <a:latin typeface="Arial"/>
              <a:ea typeface="Arial"/>
              <a:cs typeface="Arial"/>
              <a:sym typeface="Arial"/>
            </a:endParaRPr>
          </a:p>
        </p:txBody>
      </p:sp>
      <p:sp>
        <p:nvSpPr>
          <p:cNvPr id="233" name="Google Shape;233;g2601a83bd95_0_93"/>
          <p:cNvSpPr txBox="1"/>
          <p:nvPr/>
        </p:nvSpPr>
        <p:spPr>
          <a:xfrm>
            <a:off x="1860738" y="169082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1 2  9 </a:t>
            </a:r>
            <a:endParaRPr b="0" i="0" sz="3400" u="none" cap="none" strike="noStrike">
              <a:solidFill>
                <a:srgbClr val="000000"/>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3 1  3</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4 1  2</a:t>
            </a:r>
            <a:endParaRPr b="0" i="0" sz="3400" u="none" cap="none" strike="noStrike">
              <a:solidFill>
                <a:srgbClr val="000000"/>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400"/>
              <a:buFont typeface="Arial"/>
              <a:buNone/>
            </a:pPr>
            <a:r>
              <a:t/>
            </a:r>
            <a:endParaRPr b="0" i="0" sz="3400" u="none" cap="none" strike="noStrike">
              <a:solidFill>
                <a:srgbClr val="000000"/>
              </a:solidFill>
              <a:latin typeface="Patrick Hand"/>
              <a:ea typeface="Patrick Hand"/>
              <a:cs typeface="Patrick Hand"/>
              <a:sym typeface="Patrick Hand"/>
            </a:endParaRPr>
          </a:p>
        </p:txBody>
      </p:sp>
      <p:sp>
        <p:nvSpPr>
          <p:cNvPr id="234" name="Google Shape;234;g2601a83bd95_0_93"/>
          <p:cNvSpPr txBox="1"/>
          <p:nvPr/>
        </p:nvSpPr>
        <p:spPr>
          <a:xfrm>
            <a:off x="5038275" y="16775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2 2  8 </a:t>
            </a:r>
            <a:endParaRPr b="0" i="0" sz="3400" u="none" cap="none" strike="noStrike">
              <a:solidFill>
                <a:srgbClr val="000000"/>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2 6  6</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3 2  1</a:t>
            </a:r>
            <a:endParaRPr b="0" i="0" sz="3400" u="none" cap="none" strike="noStrike">
              <a:solidFill>
                <a:srgbClr val="000000"/>
              </a:solidFill>
              <a:latin typeface="Patrick Hand"/>
              <a:ea typeface="Patrick Hand"/>
              <a:cs typeface="Patrick Hand"/>
              <a:sym typeface="Patrick Hand"/>
            </a:endParaRPr>
          </a:p>
        </p:txBody>
      </p:sp>
      <p:sp>
        <p:nvSpPr>
          <p:cNvPr id="235" name="Google Shape;235;g2601a83bd95_0_93"/>
          <p:cNvSpPr txBox="1"/>
          <p:nvPr/>
        </p:nvSpPr>
        <p:spPr>
          <a:xfrm>
            <a:off x="8584150" y="16775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1 5  0 </a:t>
            </a:r>
            <a:endParaRPr b="0" i="0" sz="3400" u="none" cap="none" strike="noStrike">
              <a:solidFill>
                <a:srgbClr val="000000"/>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6 3 3</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2 9</a:t>
            </a:r>
            <a:endParaRPr b="0" i="0" sz="3400" u="none" cap="none" strike="noStrike">
              <a:solidFill>
                <a:srgbClr val="000000"/>
              </a:solidFill>
              <a:latin typeface="Patrick Hand"/>
              <a:ea typeface="Patrick Hand"/>
              <a:cs typeface="Patrick Hand"/>
              <a:sym typeface="Patrick Hand"/>
            </a:endParaRPr>
          </a:p>
        </p:txBody>
      </p:sp>
      <p:sp>
        <p:nvSpPr>
          <p:cNvPr id="236" name="Google Shape;236;g2601a83bd95_0_93"/>
          <p:cNvSpPr txBox="1"/>
          <p:nvPr/>
        </p:nvSpPr>
        <p:spPr>
          <a:xfrm>
            <a:off x="1860750" y="40636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8 1  7</a:t>
            </a:r>
            <a:endParaRPr b="0" i="0" sz="3400" u="none" cap="none" strike="noStrike">
              <a:solidFill>
                <a:srgbClr val="000000"/>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5  5</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7  2</a:t>
            </a:r>
            <a:endParaRPr b="0" i="0" sz="3400" u="none" cap="none" strike="noStrike">
              <a:solidFill>
                <a:srgbClr val="000000"/>
              </a:solidFill>
              <a:latin typeface="Patrick Hand"/>
              <a:ea typeface="Patrick Hand"/>
              <a:cs typeface="Patrick Hand"/>
              <a:sym typeface="Patrick Hand"/>
            </a:endParaRPr>
          </a:p>
        </p:txBody>
      </p:sp>
      <p:sp>
        <p:nvSpPr>
          <p:cNvPr id="237" name="Google Shape;237;g2601a83bd95_0_93"/>
          <p:cNvSpPr txBox="1"/>
          <p:nvPr/>
        </p:nvSpPr>
        <p:spPr>
          <a:xfrm>
            <a:off x="5038275" y="40688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3 2 2 </a:t>
            </a:r>
            <a:endParaRPr b="0" i="0" sz="3400" u="none" cap="none" strike="noStrike">
              <a:solidFill>
                <a:srgbClr val="000000"/>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2 3 9</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1  6 7</a:t>
            </a:r>
            <a:endParaRPr b="0" i="0" sz="3400" u="none" cap="none" strike="noStrike">
              <a:solidFill>
                <a:srgbClr val="000000"/>
              </a:solidFill>
              <a:latin typeface="Patrick Hand"/>
              <a:ea typeface="Patrick Hand"/>
              <a:cs typeface="Patrick Hand"/>
              <a:sym typeface="Patrick Hand"/>
            </a:endParaRPr>
          </a:p>
        </p:txBody>
      </p:sp>
      <p:sp>
        <p:nvSpPr>
          <p:cNvPr id="238" name="Google Shape;238;g2601a83bd95_0_93"/>
          <p:cNvSpPr txBox="1"/>
          <p:nvPr/>
        </p:nvSpPr>
        <p:spPr>
          <a:xfrm>
            <a:off x="8584150" y="3992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2 6 0 </a:t>
            </a:r>
            <a:endParaRPr b="0" i="0" sz="3400" u="none" cap="none" strike="noStrike">
              <a:solidFill>
                <a:srgbClr val="000000"/>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1  1  6</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1  0 0</a:t>
            </a:r>
            <a:endParaRPr b="0" i="0" sz="3400" u="none" cap="none" strike="noStrike">
              <a:solidFill>
                <a:srgbClr val="000000"/>
              </a:solidFill>
              <a:latin typeface="Patrick Hand"/>
              <a:ea typeface="Patrick Hand"/>
              <a:cs typeface="Patrick Hand"/>
              <a:sym typeface="Patrick Hand"/>
            </a:endParaRPr>
          </a:p>
        </p:txBody>
      </p:sp>
      <p:sp>
        <p:nvSpPr>
          <p:cNvPr id="239" name="Google Shape;239;g2601a83bd95_0_93"/>
          <p:cNvSpPr txBox="1"/>
          <p:nvPr/>
        </p:nvSpPr>
        <p:spPr>
          <a:xfrm>
            <a:off x="2329950" y="31755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8 5  4</a:t>
            </a:r>
            <a:endParaRPr b="0" i="0" sz="1400" u="none" cap="none" strike="noStrike">
              <a:solidFill>
                <a:srgbClr val="000000"/>
              </a:solidFill>
              <a:latin typeface="Arial"/>
              <a:ea typeface="Arial"/>
              <a:cs typeface="Arial"/>
              <a:sym typeface="Arial"/>
            </a:endParaRPr>
          </a:p>
        </p:txBody>
      </p:sp>
      <p:sp>
        <p:nvSpPr>
          <p:cNvPr id="240" name="Google Shape;240;g2601a83bd95_0_93"/>
          <p:cNvSpPr txBox="1"/>
          <p:nvPr/>
        </p:nvSpPr>
        <p:spPr>
          <a:xfrm>
            <a:off x="5533250" y="31755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8 1 5</a:t>
            </a:r>
            <a:endParaRPr b="0" i="0" sz="1400" u="none" cap="none" strike="noStrike">
              <a:solidFill>
                <a:srgbClr val="000000"/>
              </a:solidFill>
              <a:latin typeface="Arial"/>
              <a:ea typeface="Arial"/>
              <a:cs typeface="Arial"/>
              <a:sym typeface="Arial"/>
            </a:endParaRPr>
          </a:p>
        </p:txBody>
      </p:sp>
      <p:cxnSp>
        <p:nvCxnSpPr>
          <p:cNvPr id="241" name="Google Shape;241;g2601a83bd95_0_93"/>
          <p:cNvCxnSpPr/>
          <p:nvPr/>
        </p:nvCxnSpPr>
        <p:spPr>
          <a:xfrm>
            <a:off x="88834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42" name="Google Shape;242;g2601a83bd95_0_93"/>
          <p:cNvCxnSpPr/>
          <p:nvPr/>
        </p:nvCxnSpPr>
        <p:spPr>
          <a:xfrm>
            <a:off x="53020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43" name="Google Shape;243;g2601a83bd95_0_93"/>
          <p:cNvCxnSpPr/>
          <p:nvPr/>
        </p:nvCxnSpPr>
        <p:spPr>
          <a:xfrm>
            <a:off x="2177825" y="3271850"/>
            <a:ext cx="1172700" cy="0"/>
          </a:xfrm>
          <a:prstGeom prst="straightConnector1">
            <a:avLst/>
          </a:prstGeom>
          <a:noFill/>
          <a:ln cap="flat" cmpd="sng" w="9525">
            <a:solidFill>
              <a:schemeClr val="dk1"/>
            </a:solidFill>
            <a:prstDash val="solid"/>
            <a:round/>
            <a:headEnd len="sm" w="sm" type="none"/>
            <a:tailEnd len="sm" w="sm" type="none"/>
          </a:ln>
        </p:spPr>
      </p:cxnSp>
      <p:sp>
        <p:nvSpPr>
          <p:cNvPr id="244" name="Google Shape;244;g2601a83bd95_0_93"/>
          <p:cNvSpPr txBox="1"/>
          <p:nvPr/>
        </p:nvSpPr>
        <p:spPr>
          <a:xfrm>
            <a:off x="9048425" y="31956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8 1 2</a:t>
            </a:r>
            <a:endParaRPr b="0" i="0" sz="1400" u="none" cap="none" strike="noStrike">
              <a:solidFill>
                <a:srgbClr val="000000"/>
              </a:solidFill>
              <a:latin typeface="Arial"/>
              <a:ea typeface="Arial"/>
              <a:cs typeface="Arial"/>
              <a:sym typeface="Arial"/>
            </a:endParaRPr>
          </a:p>
        </p:txBody>
      </p:sp>
      <p:cxnSp>
        <p:nvCxnSpPr>
          <p:cNvPr id="245" name="Google Shape;245;g2601a83bd95_0_93"/>
          <p:cNvCxnSpPr/>
          <p:nvPr/>
        </p:nvCxnSpPr>
        <p:spPr>
          <a:xfrm>
            <a:off x="8959625" y="5557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46" name="Google Shape;246;g2601a83bd95_0_93"/>
          <p:cNvCxnSpPr/>
          <p:nvPr/>
        </p:nvCxnSpPr>
        <p:spPr>
          <a:xfrm>
            <a:off x="5302025" y="5710250"/>
            <a:ext cx="1172700" cy="0"/>
          </a:xfrm>
          <a:prstGeom prst="straightConnector1">
            <a:avLst/>
          </a:prstGeom>
          <a:noFill/>
          <a:ln cap="flat" cmpd="sng" w="9525">
            <a:solidFill>
              <a:schemeClr val="dk1"/>
            </a:solidFill>
            <a:prstDash val="solid"/>
            <a:round/>
            <a:headEnd len="sm" w="sm" type="none"/>
            <a:tailEnd len="sm" w="sm" type="none"/>
          </a:ln>
        </p:spPr>
      </p:cxnSp>
      <p:cxnSp>
        <p:nvCxnSpPr>
          <p:cNvPr id="247" name="Google Shape;247;g2601a83bd95_0_93"/>
          <p:cNvCxnSpPr/>
          <p:nvPr/>
        </p:nvCxnSpPr>
        <p:spPr>
          <a:xfrm>
            <a:off x="2177825" y="5710250"/>
            <a:ext cx="1172700" cy="0"/>
          </a:xfrm>
          <a:prstGeom prst="straightConnector1">
            <a:avLst/>
          </a:prstGeom>
          <a:noFill/>
          <a:ln cap="flat" cmpd="sng" w="9525">
            <a:solidFill>
              <a:schemeClr val="dk1"/>
            </a:solidFill>
            <a:prstDash val="solid"/>
            <a:round/>
            <a:headEnd len="sm" w="sm" type="none"/>
            <a:tailEnd len="sm" w="sm" type="none"/>
          </a:ln>
        </p:spPr>
      </p:cxnSp>
      <p:sp>
        <p:nvSpPr>
          <p:cNvPr id="248" name="Google Shape;248;g2601a83bd95_0_93"/>
          <p:cNvSpPr txBox="1"/>
          <p:nvPr/>
        </p:nvSpPr>
        <p:spPr>
          <a:xfrm>
            <a:off x="9137275" y="55917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4  7 6</a:t>
            </a:r>
            <a:endParaRPr b="0" i="0" sz="1400" u="none" cap="none" strike="noStrike">
              <a:solidFill>
                <a:srgbClr val="000000"/>
              </a:solidFill>
              <a:latin typeface="Arial"/>
              <a:ea typeface="Arial"/>
              <a:cs typeface="Arial"/>
              <a:sym typeface="Arial"/>
            </a:endParaRPr>
          </a:p>
        </p:txBody>
      </p:sp>
      <p:sp>
        <p:nvSpPr>
          <p:cNvPr id="249" name="Google Shape;249;g2601a83bd95_0_93"/>
          <p:cNvSpPr txBox="1"/>
          <p:nvPr/>
        </p:nvSpPr>
        <p:spPr>
          <a:xfrm>
            <a:off x="5390825" y="57102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7 2 8</a:t>
            </a:r>
            <a:endParaRPr b="0" i="0" sz="1400" u="none" cap="none" strike="noStrike">
              <a:solidFill>
                <a:srgbClr val="000000"/>
              </a:solidFill>
              <a:latin typeface="Arial"/>
              <a:ea typeface="Arial"/>
              <a:cs typeface="Arial"/>
              <a:sym typeface="Arial"/>
            </a:endParaRPr>
          </a:p>
        </p:txBody>
      </p:sp>
      <p:sp>
        <p:nvSpPr>
          <p:cNvPr id="250" name="Google Shape;250;g2601a83bd95_0_93"/>
          <p:cNvSpPr txBox="1"/>
          <p:nvPr/>
        </p:nvSpPr>
        <p:spPr>
          <a:xfrm>
            <a:off x="2136900" y="5655200"/>
            <a:ext cx="1533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9  4  4</a:t>
            </a:r>
            <a:endParaRPr b="0" i="0" sz="1400" u="none" cap="none" strike="noStrike">
              <a:solidFill>
                <a:srgbClr val="000000"/>
              </a:solidFill>
              <a:latin typeface="Arial"/>
              <a:ea typeface="Arial"/>
              <a:cs typeface="Arial"/>
              <a:sym typeface="Arial"/>
            </a:endParaRPr>
          </a:p>
        </p:txBody>
      </p:sp>
      <p:sp>
        <p:nvSpPr>
          <p:cNvPr id="251" name="Google Shape;251;g2601a83bd95_0_93"/>
          <p:cNvSpPr txBox="1"/>
          <p:nvPr/>
        </p:nvSpPr>
        <p:spPr>
          <a:xfrm>
            <a:off x="2558250" y="14219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52" name="Google Shape;252;g2601a83bd95_0_93"/>
          <p:cNvSpPr txBox="1"/>
          <p:nvPr/>
        </p:nvSpPr>
        <p:spPr>
          <a:xfrm>
            <a:off x="5695625" y="13587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53" name="Google Shape;253;g2601a83bd95_0_93"/>
          <p:cNvSpPr txBox="1"/>
          <p:nvPr/>
        </p:nvSpPr>
        <p:spPr>
          <a:xfrm>
            <a:off x="2578500" y="37588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54" name="Google Shape;254;g2601a83bd95_0_93"/>
          <p:cNvSpPr txBox="1"/>
          <p:nvPr/>
        </p:nvSpPr>
        <p:spPr>
          <a:xfrm>
            <a:off x="5695625" y="370492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55" name="Google Shape;255;g2601a83bd95_0_93"/>
          <p:cNvSpPr txBox="1"/>
          <p:nvPr/>
        </p:nvSpPr>
        <p:spPr>
          <a:xfrm>
            <a:off x="5390825" y="13234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56" name="Google Shape;256;g2601a83bd95_0_93"/>
          <p:cNvSpPr txBox="1"/>
          <p:nvPr/>
        </p:nvSpPr>
        <p:spPr>
          <a:xfrm>
            <a:off x="2273700" y="37588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57" name="Google Shape;257;g2601a83bd95_0_93"/>
          <p:cNvSpPr txBox="1"/>
          <p:nvPr/>
        </p:nvSpPr>
        <p:spPr>
          <a:xfrm>
            <a:off x="9256775" y="13587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58" name="Google Shape;258;g2601a83bd95_0_93"/>
          <p:cNvSpPr txBox="1"/>
          <p:nvPr/>
        </p:nvSpPr>
        <p:spPr>
          <a:xfrm>
            <a:off x="8917350" y="13587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cxnSp>
        <p:nvCxnSpPr>
          <p:cNvPr id="259" name="Google Shape;259;g2601a83bd95_0_93"/>
          <p:cNvCxnSpPr/>
          <p:nvPr/>
        </p:nvCxnSpPr>
        <p:spPr>
          <a:xfrm>
            <a:off x="-3532" y="3810000"/>
            <a:ext cx="12192000" cy="0"/>
          </a:xfrm>
          <a:prstGeom prst="straightConnector1">
            <a:avLst/>
          </a:prstGeom>
          <a:noFill/>
          <a:ln cap="flat" cmpd="sng" w="9525">
            <a:solidFill>
              <a:srgbClr val="009287"/>
            </a:solidFill>
            <a:prstDash val="solid"/>
            <a:round/>
            <a:headEnd len="sm" w="sm" type="none"/>
            <a:tailEnd len="sm" w="sm" type="none"/>
          </a:ln>
        </p:spPr>
      </p:cxnSp>
      <p:sp>
        <p:nvSpPr>
          <p:cNvPr id="260" name="Google Shape;260;g2601a83bd95_0_93"/>
          <p:cNvSpPr txBox="1"/>
          <p:nvPr/>
        </p:nvSpPr>
        <p:spPr>
          <a:xfrm>
            <a:off x="5467025" y="370492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pic>
        <p:nvPicPr>
          <p:cNvPr id="261" name="Google Shape;261;g2601a83bd95_0_93"/>
          <p:cNvPicPr preferRelativeResize="0"/>
          <p:nvPr/>
        </p:nvPicPr>
        <p:blipFill>
          <a:blip r:embed="rId4">
            <a:alphaModFix/>
          </a:blip>
          <a:stretch>
            <a:fillRect/>
          </a:stretch>
        </p:blipFill>
        <p:spPr>
          <a:xfrm>
            <a:off x="11057200" y="521693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g26112c2e02c_0_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t/>
            </a:r>
            <a:endParaRPr/>
          </a:p>
        </p:txBody>
      </p:sp>
      <p:sp>
        <p:nvSpPr>
          <p:cNvPr id="267" name="Google Shape;267;g26112c2e02c_0_8"/>
          <p:cNvSpPr txBox="1"/>
          <p:nvPr>
            <p:ph idx="1" type="body"/>
          </p:nvPr>
        </p:nvSpPr>
        <p:spPr>
          <a:xfrm>
            <a:off x="838200" y="1825625"/>
            <a:ext cx="10515600" cy="43512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p:txBody>
      </p:sp>
      <p:pic>
        <p:nvPicPr>
          <p:cNvPr descr="Forma&#10;&#10;Descripción generada automáticamente con confianza media" id="268" name="Google Shape;268;g26112c2e02c_0_8"/>
          <p:cNvPicPr preferRelativeResize="0"/>
          <p:nvPr>
            <p:ph idx="1" type="body"/>
          </p:nvPr>
        </p:nvPicPr>
        <p:blipFill rotWithShape="1">
          <a:blip r:embed="rId3">
            <a:alphaModFix/>
          </a:blip>
          <a:srcRect b="0" l="0" r="0" t="0"/>
          <a:stretch/>
        </p:blipFill>
        <p:spPr>
          <a:xfrm>
            <a:off x="-3532" y="0"/>
            <a:ext cx="12192000" cy="6858000"/>
          </a:xfrm>
          <a:prstGeom prst="rect">
            <a:avLst/>
          </a:prstGeom>
          <a:noFill/>
          <a:ln>
            <a:noFill/>
          </a:ln>
        </p:spPr>
      </p:pic>
      <p:sp>
        <p:nvSpPr>
          <p:cNvPr id="269" name="Google Shape;269;g26112c2e02c_0_8"/>
          <p:cNvSpPr txBox="1"/>
          <p:nvPr/>
        </p:nvSpPr>
        <p:spPr>
          <a:xfrm>
            <a:off x="99225" y="215575"/>
            <a:ext cx="3000000" cy="800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0" i="0" lang="es-ES" sz="4000" u="none" cap="none" strike="noStrike">
                <a:solidFill>
                  <a:schemeClr val="dk1"/>
                </a:solidFill>
                <a:latin typeface="Patrick Hand"/>
                <a:ea typeface="Patrick Hand"/>
                <a:cs typeface="Patrick Hand"/>
                <a:sym typeface="Patrick Hand"/>
              </a:rPr>
              <a:t>Ejercicios</a:t>
            </a:r>
            <a:endParaRPr b="0" i="0" sz="1400" u="none" cap="none" strike="noStrike">
              <a:solidFill>
                <a:srgbClr val="000000"/>
              </a:solidFill>
              <a:latin typeface="Arial"/>
              <a:ea typeface="Arial"/>
              <a:cs typeface="Arial"/>
              <a:sym typeface="Arial"/>
            </a:endParaRPr>
          </a:p>
        </p:txBody>
      </p:sp>
      <p:sp>
        <p:nvSpPr>
          <p:cNvPr id="270" name="Google Shape;270;g26112c2e02c_0_8"/>
          <p:cNvSpPr txBox="1"/>
          <p:nvPr/>
        </p:nvSpPr>
        <p:spPr>
          <a:xfrm>
            <a:off x="99225" y="770950"/>
            <a:ext cx="124974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ES" sz="3000" u="none" cap="none" strike="noStrike">
                <a:solidFill>
                  <a:schemeClr val="dk1"/>
                </a:solidFill>
                <a:latin typeface="Patrick Hand"/>
                <a:ea typeface="Patrick Hand"/>
                <a:cs typeface="Patrick Hand"/>
                <a:sym typeface="Patrick Hand"/>
              </a:rPr>
              <a:t>Abre tu cuaderno y resolvamos los siguientes ejercicios. Recuerda ver si es necesario agrupar. </a:t>
            </a:r>
            <a:endParaRPr b="0" i="0" sz="400" u="none" cap="none" strike="noStrike">
              <a:solidFill>
                <a:srgbClr val="000000"/>
              </a:solidFill>
              <a:latin typeface="Arial"/>
              <a:ea typeface="Arial"/>
              <a:cs typeface="Arial"/>
              <a:sym typeface="Arial"/>
            </a:endParaRPr>
          </a:p>
        </p:txBody>
      </p:sp>
      <p:sp>
        <p:nvSpPr>
          <p:cNvPr id="271" name="Google Shape;271;g26112c2e02c_0_8"/>
          <p:cNvSpPr txBox="1"/>
          <p:nvPr/>
        </p:nvSpPr>
        <p:spPr>
          <a:xfrm>
            <a:off x="1860738" y="169082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1 2  6 </a:t>
            </a:r>
            <a:endParaRPr b="0" i="0" sz="3400" u="none" cap="none" strike="noStrike">
              <a:solidFill>
                <a:srgbClr val="000000"/>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4 1  7</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2 0  3</a:t>
            </a:r>
            <a:endParaRPr b="0" i="0" sz="3400" u="none" cap="none" strike="noStrike">
              <a:solidFill>
                <a:srgbClr val="000000"/>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400"/>
              <a:buFont typeface="Arial"/>
              <a:buNone/>
            </a:pPr>
            <a:r>
              <a:t/>
            </a:r>
            <a:endParaRPr b="0" i="0" sz="3400" u="none" cap="none" strike="noStrike">
              <a:solidFill>
                <a:srgbClr val="000000"/>
              </a:solidFill>
              <a:latin typeface="Patrick Hand"/>
              <a:ea typeface="Patrick Hand"/>
              <a:cs typeface="Patrick Hand"/>
              <a:sym typeface="Patrick Hand"/>
            </a:endParaRPr>
          </a:p>
        </p:txBody>
      </p:sp>
      <p:sp>
        <p:nvSpPr>
          <p:cNvPr id="272" name="Google Shape;272;g26112c2e02c_0_8"/>
          <p:cNvSpPr txBox="1"/>
          <p:nvPr/>
        </p:nvSpPr>
        <p:spPr>
          <a:xfrm>
            <a:off x="5038275" y="16775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1 0  8 </a:t>
            </a:r>
            <a:endParaRPr b="0" i="0" sz="3400" u="none" cap="none" strike="noStrike">
              <a:solidFill>
                <a:srgbClr val="000000"/>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5 4  9</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1 3  7</a:t>
            </a:r>
            <a:endParaRPr b="0" i="0" sz="3400" u="none" cap="none" strike="noStrike">
              <a:solidFill>
                <a:srgbClr val="000000"/>
              </a:solidFill>
              <a:latin typeface="Patrick Hand"/>
              <a:ea typeface="Patrick Hand"/>
              <a:cs typeface="Patrick Hand"/>
              <a:sym typeface="Patrick Hand"/>
            </a:endParaRPr>
          </a:p>
        </p:txBody>
      </p:sp>
      <p:sp>
        <p:nvSpPr>
          <p:cNvPr id="273" name="Google Shape;273;g26112c2e02c_0_8"/>
          <p:cNvSpPr txBox="1"/>
          <p:nvPr/>
        </p:nvSpPr>
        <p:spPr>
          <a:xfrm>
            <a:off x="8584150" y="1677575"/>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3 7 0 </a:t>
            </a:r>
            <a:endParaRPr b="0" i="0" sz="3400" u="none" cap="none" strike="noStrike">
              <a:solidFill>
                <a:srgbClr val="000000"/>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5 0 0</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4 8</a:t>
            </a:r>
            <a:endParaRPr b="0" i="0" sz="3400" u="none" cap="none" strike="noStrike">
              <a:solidFill>
                <a:srgbClr val="000000"/>
              </a:solidFill>
              <a:latin typeface="Patrick Hand"/>
              <a:ea typeface="Patrick Hand"/>
              <a:cs typeface="Patrick Hand"/>
              <a:sym typeface="Patrick Hand"/>
            </a:endParaRPr>
          </a:p>
        </p:txBody>
      </p:sp>
      <p:sp>
        <p:nvSpPr>
          <p:cNvPr id="274" name="Google Shape;274;g26112c2e02c_0_8"/>
          <p:cNvSpPr txBox="1"/>
          <p:nvPr/>
        </p:nvSpPr>
        <p:spPr>
          <a:xfrm>
            <a:off x="1860750" y="406365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5 2  5</a:t>
            </a:r>
            <a:endParaRPr b="0" i="0" sz="3400" u="none" cap="none" strike="noStrike">
              <a:solidFill>
                <a:srgbClr val="000000"/>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1 7  8</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6  4</a:t>
            </a:r>
            <a:endParaRPr b="0" i="0" sz="3400" u="none" cap="none" strike="noStrike">
              <a:solidFill>
                <a:srgbClr val="000000"/>
              </a:solidFill>
              <a:latin typeface="Patrick Hand"/>
              <a:ea typeface="Patrick Hand"/>
              <a:cs typeface="Patrick Hand"/>
              <a:sym typeface="Patrick Hand"/>
            </a:endParaRPr>
          </a:p>
        </p:txBody>
      </p:sp>
      <p:sp>
        <p:nvSpPr>
          <p:cNvPr id="275" name="Google Shape;275;g26112c2e02c_0_8"/>
          <p:cNvSpPr txBox="1"/>
          <p:nvPr/>
        </p:nvSpPr>
        <p:spPr>
          <a:xfrm>
            <a:off x="5038275" y="40688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8 0 1 </a:t>
            </a:r>
            <a:endParaRPr b="0" i="0" sz="3400" u="none" cap="none" strike="noStrike">
              <a:solidFill>
                <a:srgbClr val="000000"/>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1 2 3</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1  5 6</a:t>
            </a:r>
            <a:endParaRPr b="0" i="0" sz="3400" u="none" cap="none" strike="noStrike">
              <a:solidFill>
                <a:srgbClr val="000000"/>
              </a:solidFill>
              <a:latin typeface="Patrick Hand"/>
              <a:ea typeface="Patrick Hand"/>
              <a:cs typeface="Patrick Hand"/>
              <a:sym typeface="Patrick Hand"/>
            </a:endParaRPr>
          </a:p>
        </p:txBody>
      </p:sp>
      <p:sp>
        <p:nvSpPr>
          <p:cNvPr id="276" name="Google Shape;276;g26112c2e02c_0_8"/>
          <p:cNvSpPr txBox="1"/>
          <p:nvPr/>
        </p:nvSpPr>
        <p:spPr>
          <a:xfrm>
            <a:off x="8584150" y="3992600"/>
            <a:ext cx="1616700" cy="1510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2 3 3 </a:t>
            </a:r>
            <a:endParaRPr b="0" i="0" sz="3400" u="none" cap="none" strike="noStrike">
              <a:solidFill>
                <a:srgbClr val="000000"/>
              </a:solidFill>
              <a:latin typeface="Patrick Hand"/>
              <a:ea typeface="Patrick Hand"/>
              <a:cs typeface="Patrick Hand"/>
              <a:sym typeface="Patrick Hand"/>
            </a:endParaRPr>
          </a:p>
          <a:p>
            <a:pPr indent="0" lvl="0" marL="457200" marR="0" rtl="0" algn="l">
              <a:lnSpc>
                <a:spcPct val="100000"/>
              </a:lnSpc>
              <a:spcBef>
                <a:spcPts val="0"/>
              </a:spcBef>
              <a:spcAft>
                <a:spcPts val="0"/>
              </a:spcAft>
              <a:buClr>
                <a:srgbClr val="000000"/>
              </a:buClr>
              <a:buSzPts val="3400"/>
              <a:buFont typeface="Arial"/>
              <a:buNone/>
            </a:pPr>
            <a:r>
              <a:rPr b="0" i="0" lang="es-ES" sz="3400" u="none" cap="none" strike="noStrike">
                <a:solidFill>
                  <a:srgbClr val="000000"/>
                </a:solidFill>
                <a:latin typeface="Patrick Hand"/>
                <a:ea typeface="Patrick Hand"/>
                <a:cs typeface="Patrick Hand"/>
                <a:sym typeface="Patrick Hand"/>
              </a:rPr>
              <a:t> 5 0 8</a:t>
            </a:r>
            <a:endParaRPr b="0" i="0" sz="3400" u="none" cap="none" strike="noStrike">
              <a:solidFill>
                <a:srgbClr val="000000"/>
              </a:solidFill>
              <a:latin typeface="Patrick Hand"/>
              <a:ea typeface="Patrick Hand"/>
              <a:cs typeface="Patrick Hand"/>
              <a:sym typeface="Patrick Hand"/>
            </a:endParaRPr>
          </a:p>
          <a:p>
            <a:pPr indent="-444500" lvl="0" marL="457200" marR="0" rtl="0" algn="l">
              <a:lnSpc>
                <a:spcPct val="100000"/>
              </a:lnSpc>
              <a:spcBef>
                <a:spcPts val="0"/>
              </a:spcBef>
              <a:spcAft>
                <a:spcPts val="0"/>
              </a:spcAft>
              <a:buClr>
                <a:srgbClr val="000000"/>
              </a:buClr>
              <a:buSzPts val="3400"/>
              <a:buFont typeface="Patrick Hand"/>
              <a:buChar char="+"/>
            </a:pPr>
            <a:r>
              <a:rPr b="0" i="0" lang="es-ES" sz="3400" u="none" cap="none" strike="noStrike">
                <a:solidFill>
                  <a:srgbClr val="000000"/>
                </a:solidFill>
                <a:latin typeface="Patrick Hand"/>
                <a:ea typeface="Patrick Hand"/>
                <a:cs typeface="Patrick Hand"/>
                <a:sym typeface="Patrick Hand"/>
              </a:rPr>
              <a:t> 1  1 1</a:t>
            </a:r>
            <a:endParaRPr b="0" i="0" sz="3400" u="none" cap="none" strike="noStrike">
              <a:solidFill>
                <a:srgbClr val="000000"/>
              </a:solidFill>
              <a:latin typeface="Patrick Hand"/>
              <a:ea typeface="Patrick Hand"/>
              <a:cs typeface="Patrick Hand"/>
              <a:sym typeface="Patrick Hand"/>
            </a:endParaRPr>
          </a:p>
        </p:txBody>
      </p:sp>
      <p:sp>
        <p:nvSpPr>
          <p:cNvPr id="277" name="Google Shape;277;g26112c2e02c_0_8"/>
          <p:cNvSpPr txBox="1"/>
          <p:nvPr/>
        </p:nvSpPr>
        <p:spPr>
          <a:xfrm>
            <a:off x="2329950" y="31755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7  4 6</a:t>
            </a:r>
            <a:endParaRPr b="0" i="0" sz="1400" u="none" cap="none" strike="noStrike">
              <a:solidFill>
                <a:srgbClr val="000000"/>
              </a:solidFill>
              <a:latin typeface="Arial"/>
              <a:ea typeface="Arial"/>
              <a:cs typeface="Arial"/>
              <a:sym typeface="Arial"/>
            </a:endParaRPr>
          </a:p>
        </p:txBody>
      </p:sp>
      <p:sp>
        <p:nvSpPr>
          <p:cNvPr id="278" name="Google Shape;278;g26112c2e02c_0_8"/>
          <p:cNvSpPr txBox="1"/>
          <p:nvPr/>
        </p:nvSpPr>
        <p:spPr>
          <a:xfrm>
            <a:off x="5533250" y="3175525"/>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7 9  4</a:t>
            </a:r>
            <a:endParaRPr b="0" i="0" sz="1400" u="none" cap="none" strike="noStrike">
              <a:solidFill>
                <a:srgbClr val="000000"/>
              </a:solidFill>
              <a:latin typeface="Arial"/>
              <a:ea typeface="Arial"/>
              <a:cs typeface="Arial"/>
              <a:sym typeface="Arial"/>
            </a:endParaRPr>
          </a:p>
        </p:txBody>
      </p:sp>
      <p:cxnSp>
        <p:nvCxnSpPr>
          <p:cNvPr id="279" name="Google Shape;279;g26112c2e02c_0_8"/>
          <p:cNvCxnSpPr/>
          <p:nvPr/>
        </p:nvCxnSpPr>
        <p:spPr>
          <a:xfrm>
            <a:off x="88834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80" name="Google Shape;280;g26112c2e02c_0_8"/>
          <p:cNvCxnSpPr/>
          <p:nvPr/>
        </p:nvCxnSpPr>
        <p:spPr>
          <a:xfrm>
            <a:off x="5302025" y="3271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81" name="Google Shape;281;g26112c2e02c_0_8"/>
          <p:cNvCxnSpPr/>
          <p:nvPr/>
        </p:nvCxnSpPr>
        <p:spPr>
          <a:xfrm>
            <a:off x="2177825" y="3271850"/>
            <a:ext cx="1172700" cy="0"/>
          </a:xfrm>
          <a:prstGeom prst="straightConnector1">
            <a:avLst/>
          </a:prstGeom>
          <a:noFill/>
          <a:ln cap="flat" cmpd="sng" w="9525">
            <a:solidFill>
              <a:schemeClr val="dk1"/>
            </a:solidFill>
            <a:prstDash val="solid"/>
            <a:round/>
            <a:headEnd len="sm" w="sm" type="none"/>
            <a:tailEnd len="sm" w="sm" type="none"/>
          </a:ln>
        </p:spPr>
      </p:cxnSp>
      <p:sp>
        <p:nvSpPr>
          <p:cNvPr id="282" name="Google Shape;282;g26112c2e02c_0_8"/>
          <p:cNvSpPr txBox="1"/>
          <p:nvPr/>
        </p:nvSpPr>
        <p:spPr>
          <a:xfrm>
            <a:off x="9124625" y="31956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9 1 8</a:t>
            </a:r>
            <a:endParaRPr b="0" i="0" sz="1400" u="none" cap="none" strike="noStrike">
              <a:solidFill>
                <a:srgbClr val="000000"/>
              </a:solidFill>
              <a:latin typeface="Arial"/>
              <a:ea typeface="Arial"/>
              <a:cs typeface="Arial"/>
              <a:sym typeface="Arial"/>
            </a:endParaRPr>
          </a:p>
        </p:txBody>
      </p:sp>
      <p:cxnSp>
        <p:nvCxnSpPr>
          <p:cNvPr id="283" name="Google Shape;283;g26112c2e02c_0_8"/>
          <p:cNvCxnSpPr/>
          <p:nvPr/>
        </p:nvCxnSpPr>
        <p:spPr>
          <a:xfrm>
            <a:off x="8959625" y="5557850"/>
            <a:ext cx="1172700" cy="0"/>
          </a:xfrm>
          <a:prstGeom prst="straightConnector1">
            <a:avLst/>
          </a:prstGeom>
          <a:noFill/>
          <a:ln cap="flat" cmpd="sng" w="9525">
            <a:solidFill>
              <a:schemeClr val="dk1"/>
            </a:solidFill>
            <a:prstDash val="solid"/>
            <a:round/>
            <a:headEnd len="sm" w="sm" type="none"/>
            <a:tailEnd len="sm" w="sm" type="none"/>
          </a:ln>
        </p:spPr>
      </p:cxnSp>
      <p:cxnSp>
        <p:nvCxnSpPr>
          <p:cNvPr id="284" name="Google Shape;284;g26112c2e02c_0_8"/>
          <p:cNvCxnSpPr/>
          <p:nvPr/>
        </p:nvCxnSpPr>
        <p:spPr>
          <a:xfrm>
            <a:off x="5302025" y="5710250"/>
            <a:ext cx="1172700" cy="0"/>
          </a:xfrm>
          <a:prstGeom prst="straightConnector1">
            <a:avLst/>
          </a:prstGeom>
          <a:noFill/>
          <a:ln cap="flat" cmpd="sng" w="9525">
            <a:solidFill>
              <a:schemeClr val="dk1"/>
            </a:solidFill>
            <a:prstDash val="solid"/>
            <a:round/>
            <a:headEnd len="sm" w="sm" type="none"/>
            <a:tailEnd len="sm" w="sm" type="none"/>
          </a:ln>
        </p:spPr>
      </p:cxnSp>
      <p:cxnSp>
        <p:nvCxnSpPr>
          <p:cNvPr id="285" name="Google Shape;285;g26112c2e02c_0_8"/>
          <p:cNvCxnSpPr/>
          <p:nvPr/>
        </p:nvCxnSpPr>
        <p:spPr>
          <a:xfrm>
            <a:off x="2177825" y="5710250"/>
            <a:ext cx="1172700" cy="0"/>
          </a:xfrm>
          <a:prstGeom prst="straightConnector1">
            <a:avLst/>
          </a:prstGeom>
          <a:noFill/>
          <a:ln cap="flat" cmpd="sng" w="9525">
            <a:solidFill>
              <a:schemeClr val="dk1"/>
            </a:solidFill>
            <a:prstDash val="solid"/>
            <a:round/>
            <a:headEnd len="sm" w="sm" type="none"/>
            <a:tailEnd len="sm" w="sm" type="none"/>
          </a:ln>
        </p:spPr>
      </p:cxnSp>
      <p:sp>
        <p:nvSpPr>
          <p:cNvPr id="286" name="Google Shape;286;g26112c2e02c_0_8"/>
          <p:cNvSpPr txBox="1"/>
          <p:nvPr/>
        </p:nvSpPr>
        <p:spPr>
          <a:xfrm>
            <a:off x="9137275" y="5591750"/>
            <a:ext cx="11475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8  5 2</a:t>
            </a:r>
            <a:endParaRPr b="0" i="0" sz="1400" u="none" cap="none" strike="noStrike">
              <a:solidFill>
                <a:srgbClr val="000000"/>
              </a:solidFill>
              <a:latin typeface="Arial"/>
              <a:ea typeface="Arial"/>
              <a:cs typeface="Arial"/>
              <a:sym typeface="Arial"/>
            </a:endParaRPr>
          </a:p>
        </p:txBody>
      </p:sp>
      <p:sp>
        <p:nvSpPr>
          <p:cNvPr id="287" name="Google Shape;287;g26112c2e02c_0_8"/>
          <p:cNvSpPr txBox="1"/>
          <p:nvPr/>
        </p:nvSpPr>
        <p:spPr>
          <a:xfrm>
            <a:off x="5390825" y="5710250"/>
            <a:ext cx="1533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1 0 8 0</a:t>
            </a:r>
            <a:endParaRPr b="0" i="0" sz="1400" u="none" cap="none" strike="noStrike">
              <a:solidFill>
                <a:srgbClr val="000000"/>
              </a:solidFill>
              <a:latin typeface="Arial"/>
              <a:ea typeface="Arial"/>
              <a:cs typeface="Arial"/>
              <a:sym typeface="Arial"/>
            </a:endParaRPr>
          </a:p>
        </p:txBody>
      </p:sp>
      <p:sp>
        <p:nvSpPr>
          <p:cNvPr id="288" name="Google Shape;288;g26112c2e02c_0_8"/>
          <p:cNvSpPr txBox="1"/>
          <p:nvPr/>
        </p:nvSpPr>
        <p:spPr>
          <a:xfrm>
            <a:off x="2136900" y="5655200"/>
            <a:ext cx="1533600" cy="70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400"/>
              <a:buFont typeface="Arial"/>
              <a:buNone/>
            </a:pPr>
            <a:r>
              <a:rPr b="0" i="0" lang="es-ES" sz="3400" u="none" cap="none" strike="noStrike">
                <a:solidFill>
                  <a:schemeClr val="dk1"/>
                </a:solidFill>
                <a:latin typeface="Patrick Hand"/>
                <a:ea typeface="Patrick Hand"/>
                <a:cs typeface="Patrick Hand"/>
                <a:sym typeface="Patrick Hand"/>
              </a:rPr>
              <a:t>  7 6  7</a:t>
            </a:r>
            <a:endParaRPr b="0" i="0" sz="1400" u="none" cap="none" strike="noStrike">
              <a:solidFill>
                <a:srgbClr val="000000"/>
              </a:solidFill>
              <a:latin typeface="Arial"/>
              <a:ea typeface="Arial"/>
              <a:cs typeface="Arial"/>
              <a:sym typeface="Arial"/>
            </a:endParaRPr>
          </a:p>
        </p:txBody>
      </p:sp>
      <p:sp>
        <p:nvSpPr>
          <p:cNvPr id="289" name="Google Shape;289;g26112c2e02c_0_8"/>
          <p:cNvSpPr txBox="1"/>
          <p:nvPr/>
        </p:nvSpPr>
        <p:spPr>
          <a:xfrm>
            <a:off x="2558250" y="14219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90" name="Google Shape;290;g26112c2e02c_0_8"/>
          <p:cNvSpPr txBox="1"/>
          <p:nvPr/>
        </p:nvSpPr>
        <p:spPr>
          <a:xfrm>
            <a:off x="5695625" y="13587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2</a:t>
            </a:r>
            <a:endParaRPr b="0" i="0" sz="1200" u="none" cap="none" strike="noStrike">
              <a:solidFill>
                <a:srgbClr val="FF0000"/>
              </a:solidFill>
              <a:latin typeface="Arial"/>
              <a:ea typeface="Arial"/>
              <a:cs typeface="Arial"/>
              <a:sym typeface="Arial"/>
            </a:endParaRPr>
          </a:p>
        </p:txBody>
      </p:sp>
      <p:sp>
        <p:nvSpPr>
          <p:cNvPr id="291" name="Google Shape;291;g26112c2e02c_0_8"/>
          <p:cNvSpPr txBox="1"/>
          <p:nvPr/>
        </p:nvSpPr>
        <p:spPr>
          <a:xfrm>
            <a:off x="2578500" y="37588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92" name="Google Shape;292;g26112c2e02c_0_8"/>
          <p:cNvSpPr txBox="1"/>
          <p:nvPr/>
        </p:nvSpPr>
        <p:spPr>
          <a:xfrm>
            <a:off x="5695625" y="370492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93" name="Google Shape;293;g26112c2e02c_0_8"/>
          <p:cNvSpPr txBox="1"/>
          <p:nvPr/>
        </p:nvSpPr>
        <p:spPr>
          <a:xfrm>
            <a:off x="2273700" y="3758850"/>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sp>
        <p:nvSpPr>
          <p:cNvPr id="294" name="Google Shape;294;g26112c2e02c_0_8"/>
          <p:cNvSpPr txBox="1"/>
          <p:nvPr/>
        </p:nvSpPr>
        <p:spPr>
          <a:xfrm>
            <a:off x="8917350" y="135877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cxnSp>
        <p:nvCxnSpPr>
          <p:cNvPr id="295" name="Google Shape;295;g26112c2e02c_0_8"/>
          <p:cNvCxnSpPr/>
          <p:nvPr/>
        </p:nvCxnSpPr>
        <p:spPr>
          <a:xfrm>
            <a:off x="-3532" y="3810000"/>
            <a:ext cx="12192000" cy="0"/>
          </a:xfrm>
          <a:prstGeom prst="straightConnector1">
            <a:avLst/>
          </a:prstGeom>
          <a:noFill/>
          <a:ln cap="flat" cmpd="sng" w="9525">
            <a:solidFill>
              <a:srgbClr val="009287"/>
            </a:solidFill>
            <a:prstDash val="solid"/>
            <a:round/>
            <a:headEnd len="sm" w="sm" type="none"/>
            <a:tailEnd len="sm" w="sm" type="none"/>
          </a:ln>
        </p:spPr>
      </p:cxnSp>
      <p:sp>
        <p:nvSpPr>
          <p:cNvPr id="296" name="Google Shape;296;g26112c2e02c_0_8"/>
          <p:cNvSpPr txBox="1"/>
          <p:nvPr/>
        </p:nvSpPr>
        <p:spPr>
          <a:xfrm>
            <a:off x="9343350" y="3704925"/>
            <a:ext cx="426000" cy="677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200"/>
              <a:buFont typeface="Arial"/>
              <a:buNone/>
            </a:pPr>
            <a:r>
              <a:rPr b="0" i="0" lang="es-ES" sz="3200" u="none" cap="none" strike="noStrike">
                <a:solidFill>
                  <a:srgbClr val="FF0000"/>
                </a:solidFill>
                <a:latin typeface="Patrick Hand"/>
                <a:ea typeface="Patrick Hand"/>
                <a:cs typeface="Patrick Hand"/>
                <a:sym typeface="Patrick Hand"/>
              </a:rPr>
              <a:t>1</a:t>
            </a:r>
            <a:endParaRPr b="0" i="0" sz="1200" u="none" cap="none" strike="noStrike">
              <a:solidFill>
                <a:srgbClr val="FF0000"/>
              </a:solidFill>
              <a:latin typeface="Arial"/>
              <a:ea typeface="Arial"/>
              <a:cs typeface="Arial"/>
              <a:sym typeface="Arial"/>
            </a:endParaRPr>
          </a:p>
        </p:txBody>
      </p:sp>
      <p:pic>
        <p:nvPicPr>
          <p:cNvPr id="297" name="Google Shape;297;g26112c2e02c_0_8"/>
          <p:cNvPicPr preferRelativeResize="0"/>
          <p:nvPr/>
        </p:nvPicPr>
        <p:blipFill>
          <a:blip r:embed="rId4">
            <a:alphaModFix/>
          </a:blip>
          <a:stretch>
            <a:fillRect/>
          </a:stretch>
        </p:blipFill>
        <p:spPr>
          <a:xfrm>
            <a:off x="11057200" y="5216937"/>
            <a:ext cx="975700" cy="10291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descr="Forma&#10;&#10;Descripción generada automáticamente con confianza media" id="302" name="Google Shape;302;g2b508a51537_0_0"/>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03" name="Google Shape;303;g2b508a51537_0_0"/>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¡Resumen de hoy!</a:t>
            </a:r>
            <a:endParaRPr b="0" i="0" sz="1900" u="none" cap="none" strike="noStrike">
              <a:solidFill>
                <a:schemeClr val="lt1"/>
              </a:solidFill>
              <a:highlight>
                <a:srgbClr val="009287"/>
              </a:highlight>
              <a:latin typeface="Arial"/>
              <a:ea typeface="Arial"/>
              <a:cs typeface="Arial"/>
              <a:sym typeface="Arial"/>
            </a:endParaRPr>
          </a:p>
        </p:txBody>
      </p:sp>
      <p:sp>
        <p:nvSpPr>
          <p:cNvPr id="304" name="Google Shape;304;g2b508a51537_0_0"/>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suma" id="305" name="Google Shape;305;g2b508a51537_0_0" title="Resumen - Suma (8) - 3 números en columna">
            <a:hlinkClick r:id="rId4"/>
          </p:cNvPr>
          <p:cNvPicPr preferRelativeResize="0"/>
          <p:nvPr/>
        </p:nvPicPr>
        <p:blipFill>
          <a:blip r:embed="rId5">
            <a:alphaModFix/>
          </a:blip>
          <a:stretch>
            <a:fillRect/>
          </a:stretch>
        </p:blipFill>
        <p:spPr>
          <a:xfrm>
            <a:off x="1764375" y="1398450"/>
            <a:ext cx="8663450" cy="4873200"/>
          </a:xfrm>
          <a:prstGeom prst="rect">
            <a:avLst/>
          </a:prstGeom>
          <a:noFill/>
          <a:ln cap="flat" cmpd="sng" w="28575">
            <a:solidFill>
              <a:schemeClr val="dk2"/>
            </a:solidFill>
            <a:prstDash val="solid"/>
            <a:round/>
            <a:headEnd len="sm" w="sm" type="none"/>
            <a:tailEnd len="sm" w="sm" type="none"/>
          </a:ln>
        </p:spPr>
      </p:pic>
      <p:pic>
        <p:nvPicPr>
          <p:cNvPr id="306" name="Google Shape;306;g2b508a51537_0_0"/>
          <p:cNvPicPr preferRelativeResize="0"/>
          <p:nvPr/>
        </p:nvPicPr>
        <p:blipFill>
          <a:blip r:embed="rId6">
            <a:alphaModFix/>
          </a:blip>
          <a:stretch>
            <a:fillRect/>
          </a:stretch>
        </p:blipFill>
        <p:spPr>
          <a:xfrm>
            <a:off x="11057200" y="521693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5"/>
                                        </p:tgtEl>
                                        <p:attrNameLst>
                                          <p:attrName>style.visibility</p:attrName>
                                        </p:attrNameLst>
                                      </p:cBhvr>
                                      <p:to>
                                        <p:strVal val="visible"/>
                                      </p:to>
                                    </p:set>
                                    <p:animEffect filter="fade" transition="in">
                                      <p:cBhvr>
                                        <p:cTn dur="1000"/>
                                        <p:tgtEl>
                                          <p:spTgt spid="3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g28e96e449bd_0_62"/>
          <p:cNvSpPr txBox="1"/>
          <p:nvPr/>
        </p:nvSpPr>
        <p:spPr>
          <a:xfrm>
            <a:off x="1046979" y="488799"/>
            <a:ext cx="10098000" cy="7848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¡Ahora es tu turno!</a:t>
            </a:r>
            <a:endParaRPr b="0" i="0" sz="4300" u="none" cap="none" strike="noStrike">
              <a:solidFill>
                <a:schemeClr val="lt1"/>
              </a:solidFill>
              <a:highlight>
                <a:srgbClr val="009287"/>
              </a:highlight>
              <a:latin typeface="Arial"/>
              <a:ea typeface="Arial"/>
              <a:cs typeface="Arial"/>
              <a:sym typeface="Arial"/>
            </a:endParaRPr>
          </a:p>
        </p:txBody>
      </p:sp>
      <p:sp>
        <p:nvSpPr>
          <p:cNvPr id="312" name="Google Shape;312;g28e96e449bd_0_62"/>
          <p:cNvSpPr txBox="1"/>
          <p:nvPr/>
        </p:nvSpPr>
        <p:spPr>
          <a:xfrm>
            <a:off x="6562400"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2) ¿Cuál es el resultado?</a:t>
            </a:r>
            <a:endParaRPr sz="1900"/>
          </a:p>
        </p:txBody>
      </p:sp>
      <p:sp>
        <p:nvSpPr>
          <p:cNvPr id="313" name="Google Shape;313;g28e96e449bd_0_62"/>
          <p:cNvSpPr txBox="1"/>
          <p:nvPr/>
        </p:nvSpPr>
        <p:spPr>
          <a:xfrm>
            <a:off x="1046967" y="1214700"/>
            <a:ext cx="4340700" cy="6156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lang="es-ES" sz="3200">
                <a:solidFill>
                  <a:schemeClr val="dk1"/>
                </a:solidFill>
                <a:latin typeface="Patrick Hand"/>
                <a:ea typeface="Patrick Hand"/>
                <a:cs typeface="Patrick Hand"/>
                <a:sym typeface="Patrick Hand"/>
              </a:rPr>
              <a:t>1) ¿Cuál es el resultado?</a:t>
            </a:r>
            <a:endParaRPr sz="1900"/>
          </a:p>
        </p:txBody>
      </p:sp>
      <p:sp>
        <p:nvSpPr>
          <p:cNvPr id="314" name="Google Shape;314;g28e96e449bd_0_62"/>
          <p:cNvSpPr txBox="1"/>
          <p:nvPr/>
        </p:nvSpPr>
        <p:spPr>
          <a:xfrm>
            <a:off x="1855167" y="2716167"/>
            <a:ext cx="2724300" cy="2693700"/>
          </a:xfrm>
          <a:prstGeom prst="rect">
            <a:avLst/>
          </a:prstGeom>
          <a:noFill/>
          <a:ln>
            <a:noFill/>
          </a:ln>
        </p:spPr>
        <p:txBody>
          <a:bodyPr anchorCtr="0" anchor="t" bIns="121900" lIns="121900" spcFirstLastPara="1" rIns="121900" wrap="square" tIns="121900">
            <a:spAutoFit/>
          </a:bodyPr>
          <a:lstStyle/>
          <a:p>
            <a:pPr indent="609600" lvl="0" marL="0" marR="0" rtl="0" algn="ctr">
              <a:lnSpc>
                <a:spcPct val="100000"/>
              </a:lnSpc>
              <a:spcBef>
                <a:spcPts val="0"/>
              </a:spcBef>
              <a:spcAft>
                <a:spcPts val="0"/>
              </a:spcAft>
              <a:buClr>
                <a:srgbClr val="000000"/>
              </a:buClr>
              <a:buSzPts val="5300"/>
              <a:buFont typeface="Arial"/>
              <a:buNone/>
            </a:pPr>
            <a:r>
              <a:rPr lang="es-ES" sz="5300">
                <a:latin typeface="Patrick Hand"/>
                <a:ea typeface="Patrick Hand"/>
                <a:cs typeface="Patrick Hand"/>
                <a:sym typeface="Patrick Hand"/>
              </a:rPr>
              <a:t>3</a:t>
            </a:r>
            <a:r>
              <a:rPr b="0" i="0" lang="es-ES" sz="5300" u="none" cap="none" strike="noStrike">
                <a:solidFill>
                  <a:srgbClr val="000000"/>
                </a:solidFill>
                <a:latin typeface="Patrick Hand"/>
                <a:ea typeface="Patrick Hand"/>
                <a:cs typeface="Patrick Hand"/>
                <a:sym typeface="Patrick Hand"/>
              </a:rPr>
              <a:t>  </a:t>
            </a:r>
            <a:r>
              <a:rPr lang="es-ES" sz="5300">
                <a:latin typeface="Patrick Hand"/>
                <a:ea typeface="Patrick Hand"/>
                <a:cs typeface="Patrick Hand"/>
                <a:sym typeface="Patrick Hand"/>
              </a:rPr>
              <a:t>9</a:t>
            </a:r>
            <a:r>
              <a:rPr b="0" i="0" lang="es-ES" sz="5300" u="none" cap="none" strike="noStrike">
                <a:solidFill>
                  <a:srgbClr val="000000"/>
                </a:solidFill>
                <a:latin typeface="Patrick Hand"/>
                <a:ea typeface="Patrick Hand"/>
                <a:cs typeface="Patrick Hand"/>
                <a:sym typeface="Patrick Hand"/>
              </a:rPr>
              <a:t>  </a:t>
            </a:r>
            <a:r>
              <a:rPr lang="es-ES" sz="5300">
                <a:latin typeface="Patrick Hand"/>
                <a:ea typeface="Patrick Hand"/>
                <a:cs typeface="Patrick Hand"/>
                <a:sym typeface="Patrick Hand"/>
              </a:rPr>
              <a:t>2</a:t>
            </a:r>
            <a:endParaRPr b="0" i="0" sz="5300" u="none" cap="none" strike="noStrike">
              <a:solidFill>
                <a:srgbClr val="000000"/>
              </a:solidFill>
              <a:latin typeface="Patrick Hand"/>
              <a:ea typeface="Patrick Hand"/>
              <a:cs typeface="Patrick Hand"/>
              <a:sym typeface="Patrick Hand"/>
            </a:endParaRPr>
          </a:p>
          <a:p>
            <a:pPr indent="609600" lvl="0" marL="0" marR="0" rtl="0" algn="l">
              <a:lnSpc>
                <a:spcPct val="100000"/>
              </a:lnSpc>
              <a:spcBef>
                <a:spcPts val="0"/>
              </a:spcBef>
              <a:spcAft>
                <a:spcPts val="0"/>
              </a:spcAft>
              <a:buClr>
                <a:srgbClr val="000000"/>
              </a:buClr>
              <a:buSzPts val="5300"/>
              <a:buFont typeface="Arial"/>
              <a:buNone/>
            </a:pPr>
            <a:r>
              <a:rPr b="0" i="0" lang="es-ES" sz="5300" u="none" cap="none" strike="noStrike">
                <a:solidFill>
                  <a:srgbClr val="000000"/>
                </a:solidFill>
                <a:latin typeface="Patrick Hand"/>
                <a:ea typeface="Patrick Hand"/>
                <a:cs typeface="Patrick Hand"/>
                <a:sym typeface="Patrick Hand"/>
              </a:rPr>
              <a:t> </a:t>
            </a:r>
            <a:r>
              <a:rPr lang="es-ES" sz="5300">
                <a:latin typeface="Patrick Hand"/>
                <a:ea typeface="Patrick Hand"/>
                <a:cs typeface="Patrick Hand"/>
                <a:sym typeface="Patrick Hand"/>
              </a:rPr>
              <a:t>3</a:t>
            </a:r>
            <a:r>
              <a:rPr b="0" i="0" lang="es-ES" sz="5300" u="none" cap="none" strike="noStrike">
                <a:solidFill>
                  <a:srgbClr val="000000"/>
                </a:solidFill>
                <a:latin typeface="Patrick Hand"/>
                <a:ea typeface="Patrick Hand"/>
                <a:cs typeface="Patrick Hand"/>
                <a:sym typeface="Patrick Hand"/>
              </a:rPr>
              <a:t>  </a:t>
            </a:r>
            <a:r>
              <a:rPr lang="es-ES" sz="5300">
                <a:latin typeface="Patrick Hand"/>
                <a:ea typeface="Patrick Hand"/>
                <a:cs typeface="Patrick Hand"/>
                <a:sym typeface="Patrick Hand"/>
              </a:rPr>
              <a:t>6</a:t>
            </a:r>
            <a:r>
              <a:rPr b="0" i="0" lang="es-ES" sz="5300" u="none" cap="none" strike="noStrike">
                <a:solidFill>
                  <a:srgbClr val="000000"/>
                </a:solidFill>
                <a:latin typeface="Patrick Hand"/>
                <a:ea typeface="Patrick Hand"/>
                <a:cs typeface="Patrick Hand"/>
                <a:sym typeface="Patrick Hand"/>
              </a:rPr>
              <a:t>  </a:t>
            </a:r>
            <a:r>
              <a:rPr lang="es-ES" sz="5300">
                <a:latin typeface="Patrick Hand"/>
                <a:ea typeface="Patrick Hand"/>
                <a:cs typeface="Patrick Hand"/>
                <a:sym typeface="Patrick Hand"/>
              </a:rPr>
              <a:t>1</a:t>
            </a:r>
            <a:endParaRPr b="0" i="0" sz="5300" u="none" cap="none" strike="noStrike">
              <a:solidFill>
                <a:srgbClr val="000000"/>
              </a:solidFill>
              <a:latin typeface="Patrick Hand"/>
              <a:ea typeface="Patrick Hand"/>
              <a:cs typeface="Patrick Hand"/>
              <a:sym typeface="Patrick Hand"/>
            </a:endParaRPr>
          </a:p>
          <a:p>
            <a:pPr indent="-603250" lvl="0" marL="609600" marR="0" rtl="0" algn="l">
              <a:lnSpc>
                <a:spcPct val="100000"/>
              </a:lnSpc>
              <a:spcBef>
                <a:spcPts val="0"/>
              </a:spcBef>
              <a:spcAft>
                <a:spcPts val="0"/>
              </a:spcAft>
              <a:buClr>
                <a:srgbClr val="000000"/>
              </a:buClr>
              <a:buSzPts val="5300"/>
              <a:buFont typeface="Patrick Hand"/>
              <a:buChar char="+"/>
            </a:pPr>
            <a:r>
              <a:rPr b="0" i="0" lang="es-ES" sz="5300" u="none" cap="none" strike="noStrike">
                <a:solidFill>
                  <a:srgbClr val="000000"/>
                </a:solidFill>
                <a:latin typeface="Patrick Hand"/>
                <a:ea typeface="Patrick Hand"/>
                <a:cs typeface="Patrick Hand"/>
                <a:sym typeface="Patrick Hand"/>
              </a:rPr>
              <a:t> </a:t>
            </a:r>
            <a:r>
              <a:rPr lang="es-ES" sz="5300">
                <a:latin typeface="Patrick Hand"/>
                <a:ea typeface="Patrick Hand"/>
                <a:cs typeface="Patrick Hand"/>
                <a:sym typeface="Patrick Hand"/>
              </a:rPr>
              <a:t>1</a:t>
            </a:r>
            <a:r>
              <a:rPr b="0" i="0" lang="es-ES" sz="5300" u="none" cap="none" strike="noStrike">
                <a:solidFill>
                  <a:srgbClr val="000000"/>
                </a:solidFill>
                <a:latin typeface="Patrick Hand"/>
                <a:ea typeface="Patrick Hand"/>
                <a:cs typeface="Patrick Hand"/>
                <a:sym typeface="Patrick Hand"/>
              </a:rPr>
              <a:t>  </a:t>
            </a:r>
            <a:r>
              <a:rPr lang="es-ES" sz="5300">
                <a:latin typeface="Patrick Hand"/>
                <a:ea typeface="Patrick Hand"/>
                <a:cs typeface="Patrick Hand"/>
                <a:sym typeface="Patrick Hand"/>
              </a:rPr>
              <a:t>7</a:t>
            </a:r>
            <a:r>
              <a:rPr b="0" i="0" lang="es-ES" sz="5300" u="none" cap="none" strike="noStrike">
                <a:solidFill>
                  <a:srgbClr val="000000"/>
                </a:solidFill>
                <a:latin typeface="Patrick Hand"/>
                <a:ea typeface="Patrick Hand"/>
                <a:cs typeface="Patrick Hand"/>
                <a:sym typeface="Patrick Hand"/>
              </a:rPr>
              <a:t>  3</a:t>
            </a:r>
            <a:endParaRPr b="0" i="0" sz="5300" u="none" cap="none" strike="noStrike">
              <a:solidFill>
                <a:srgbClr val="000000"/>
              </a:solidFill>
              <a:latin typeface="Patrick Hand"/>
              <a:ea typeface="Patrick Hand"/>
              <a:cs typeface="Patrick Hand"/>
              <a:sym typeface="Patrick Hand"/>
            </a:endParaRPr>
          </a:p>
        </p:txBody>
      </p:sp>
      <p:cxnSp>
        <p:nvCxnSpPr>
          <p:cNvPr id="315" name="Google Shape;315;g28e96e449bd_0_62"/>
          <p:cNvCxnSpPr/>
          <p:nvPr/>
        </p:nvCxnSpPr>
        <p:spPr>
          <a:xfrm>
            <a:off x="2487433" y="5267000"/>
            <a:ext cx="1776900" cy="23700"/>
          </a:xfrm>
          <a:prstGeom prst="straightConnector1">
            <a:avLst/>
          </a:prstGeom>
          <a:noFill/>
          <a:ln cap="flat" cmpd="sng" w="9525">
            <a:solidFill>
              <a:srgbClr val="000000"/>
            </a:solidFill>
            <a:prstDash val="solid"/>
            <a:round/>
            <a:headEnd len="sm" w="sm" type="none"/>
            <a:tailEnd len="sm" w="sm" type="none"/>
          </a:ln>
        </p:spPr>
      </p:cxnSp>
      <p:sp>
        <p:nvSpPr>
          <p:cNvPr id="316" name="Google Shape;316;g28e96e449bd_0_62"/>
          <p:cNvSpPr txBox="1"/>
          <p:nvPr/>
        </p:nvSpPr>
        <p:spPr>
          <a:xfrm flipH="1">
            <a:off x="2802133" y="2082433"/>
            <a:ext cx="1776900" cy="8466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300"/>
              <a:buFont typeface="Arial"/>
              <a:buNone/>
            </a:pPr>
            <a:r>
              <a:rPr b="0" i="0" lang="es-ES" sz="3900" u="none" cap="none" strike="noStrike">
                <a:solidFill>
                  <a:srgbClr val="000000"/>
                </a:solidFill>
                <a:latin typeface="Patrick Hand"/>
                <a:ea typeface="Patrick Hand"/>
                <a:cs typeface="Patrick Hand"/>
                <a:sym typeface="Patrick Hand"/>
              </a:rPr>
              <a:t>C  D  U</a:t>
            </a:r>
            <a:endParaRPr b="0" i="0" sz="1200" u="none" cap="none" strike="noStrike">
              <a:solidFill>
                <a:srgbClr val="000000"/>
              </a:solidFill>
              <a:latin typeface="Arial"/>
              <a:ea typeface="Arial"/>
              <a:cs typeface="Arial"/>
              <a:sym typeface="Arial"/>
            </a:endParaRPr>
          </a:p>
        </p:txBody>
      </p:sp>
      <p:sp>
        <p:nvSpPr>
          <p:cNvPr id="317" name="Google Shape;317;g28e96e449bd_0_62"/>
          <p:cNvSpPr txBox="1"/>
          <p:nvPr/>
        </p:nvSpPr>
        <p:spPr>
          <a:xfrm>
            <a:off x="7370600" y="2716167"/>
            <a:ext cx="2724300" cy="2693700"/>
          </a:xfrm>
          <a:prstGeom prst="rect">
            <a:avLst/>
          </a:prstGeom>
          <a:noFill/>
          <a:ln>
            <a:noFill/>
          </a:ln>
        </p:spPr>
        <p:txBody>
          <a:bodyPr anchorCtr="0" anchor="t" bIns="121900" lIns="121900" spcFirstLastPara="1" rIns="121900" wrap="square" tIns="121900">
            <a:spAutoFit/>
          </a:bodyPr>
          <a:lstStyle/>
          <a:p>
            <a:pPr indent="609600" lvl="0" marL="0" marR="0" rtl="0" algn="ctr">
              <a:lnSpc>
                <a:spcPct val="100000"/>
              </a:lnSpc>
              <a:spcBef>
                <a:spcPts val="0"/>
              </a:spcBef>
              <a:spcAft>
                <a:spcPts val="0"/>
              </a:spcAft>
              <a:buClr>
                <a:srgbClr val="000000"/>
              </a:buClr>
              <a:buSzPts val="5300"/>
              <a:buFont typeface="Arial"/>
              <a:buNone/>
            </a:pPr>
            <a:r>
              <a:rPr lang="es-ES" sz="5300">
                <a:latin typeface="Patrick Hand"/>
                <a:ea typeface="Patrick Hand"/>
                <a:cs typeface="Patrick Hand"/>
                <a:sym typeface="Patrick Hand"/>
              </a:rPr>
              <a:t>3</a:t>
            </a:r>
            <a:r>
              <a:rPr b="0" i="0" lang="es-ES" sz="5300" u="none" cap="none" strike="noStrike">
                <a:solidFill>
                  <a:srgbClr val="000000"/>
                </a:solidFill>
                <a:latin typeface="Patrick Hand"/>
                <a:ea typeface="Patrick Hand"/>
                <a:cs typeface="Patrick Hand"/>
                <a:sym typeface="Patrick Hand"/>
              </a:rPr>
              <a:t>  </a:t>
            </a:r>
            <a:r>
              <a:rPr lang="es-ES" sz="5300">
                <a:latin typeface="Patrick Hand"/>
                <a:ea typeface="Patrick Hand"/>
                <a:cs typeface="Patrick Hand"/>
                <a:sym typeface="Patrick Hand"/>
              </a:rPr>
              <a:t>8</a:t>
            </a:r>
            <a:r>
              <a:rPr b="0" i="0" lang="es-ES" sz="5300" u="none" cap="none" strike="noStrike">
                <a:solidFill>
                  <a:srgbClr val="000000"/>
                </a:solidFill>
                <a:latin typeface="Patrick Hand"/>
                <a:ea typeface="Patrick Hand"/>
                <a:cs typeface="Patrick Hand"/>
                <a:sym typeface="Patrick Hand"/>
              </a:rPr>
              <a:t>  </a:t>
            </a:r>
            <a:r>
              <a:rPr lang="es-ES" sz="5300">
                <a:latin typeface="Patrick Hand"/>
                <a:ea typeface="Patrick Hand"/>
                <a:cs typeface="Patrick Hand"/>
                <a:sym typeface="Patrick Hand"/>
              </a:rPr>
              <a:t>9</a:t>
            </a:r>
            <a:endParaRPr b="0" i="0" sz="5300" u="none" cap="none" strike="noStrike">
              <a:solidFill>
                <a:srgbClr val="000000"/>
              </a:solidFill>
              <a:latin typeface="Patrick Hand"/>
              <a:ea typeface="Patrick Hand"/>
              <a:cs typeface="Patrick Hand"/>
              <a:sym typeface="Patrick Hand"/>
            </a:endParaRPr>
          </a:p>
          <a:p>
            <a:pPr indent="609600" lvl="0" marL="0" marR="0" rtl="0" algn="l">
              <a:lnSpc>
                <a:spcPct val="100000"/>
              </a:lnSpc>
              <a:spcBef>
                <a:spcPts val="0"/>
              </a:spcBef>
              <a:spcAft>
                <a:spcPts val="0"/>
              </a:spcAft>
              <a:buClr>
                <a:srgbClr val="000000"/>
              </a:buClr>
              <a:buSzPts val="5300"/>
              <a:buFont typeface="Arial"/>
              <a:buNone/>
            </a:pPr>
            <a:r>
              <a:rPr b="0" i="0" lang="es-ES" sz="5300" u="none" cap="none" strike="noStrike">
                <a:solidFill>
                  <a:srgbClr val="000000"/>
                </a:solidFill>
                <a:latin typeface="Patrick Hand"/>
                <a:ea typeface="Patrick Hand"/>
                <a:cs typeface="Patrick Hand"/>
                <a:sym typeface="Patrick Hand"/>
              </a:rPr>
              <a:t> 1   </a:t>
            </a:r>
            <a:r>
              <a:rPr lang="es-ES" sz="5300">
                <a:latin typeface="Patrick Hand"/>
                <a:ea typeface="Patrick Hand"/>
                <a:cs typeface="Patrick Hand"/>
                <a:sym typeface="Patrick Hand"/>
              </a:rPr>
              <a:t>7</a:t>
            </a:r>
            <a:r>
              <a:rPr b="0" i="0" lang="es-ES" sz="5300" u="none" cap="none" strike="noStrike">
                <a:solidFill>
                  <a:srgbClr val="000000"/>
                </a:solidFill>
                <a:latin typeface="Patrick Hand"/>
                <a:ea typeface="Patrick Hand"/>
                <a:cs typeface="Patrick Hand"/>
                <a:sym typeface="Patrick Hand"/>
              </a:rPr>
              <a:t>  </a:t>
            </a:r>
            <a:r>
              <a:rPr lang="es-ES" sz="5300">
                <a:latin typeface="Patrick Hand"/>
                <a:ea typeface="Patrick Hand"/>
                <a:cs typeface="Patrick Hand"/>
                <a:sym typeface="Patrick Hand"/>
              </a:rPr>
              <a:t>6</a:t>
            </a:r>
            <a:endParaRPr b="0" i="0" sz="5300" u="none" cap="none" strike="noStrike">
              <a:solidFill>
                <a:srgbClr val="000000"/>
              </a:solidFill>
              <a:latin typeface="Patrick Hand"/>
              <a:ea typeface="Patrick Hand"/>
              <a:cs typeface="Patrick Hand"/>
              <a:sym typeface="Patrick Hand"/>
            </a:endParaRPr>
          </a:p>
          <a:p>
            <a:pPr indent="-603250" lvl="0" marL="609600" marR="0" rtl="0" algn="l">
              <a:lnSpc>
                <a:spcPct val="100000"/>
              </a:lnSpc>
              <a:spcBef>
                <a:spcPts val="0"/>
              </a:spcBef>
              <a:spcAft>
                <a:spcPts val="0"/>
              </a:spcAft>
              <a:buClr>
                <a:srgbClr val="000000"/>
              </a:buClr>
              <a:buSzPts val="5300"/>
              <a:buFont typeface="Patrick Hand"/>
              <a:buChar char="+"/>
            </a:pPr>
            <a:r>
              <a:rPr b="0" i="0" lang="es-ES" sz="5300" u="none" cap="none" strike="noStrike">
                <a:solidFill>
                  <a:srgbClr val="000000"/>
                </a:solidFill>
                <a:latin typeface="Patrick Hand"/>
                <a:ea typeface="Patrick Hand"/>
                <a:cs typeface="Patrick Hand"/>
                <a:sym typeface="Patrick Hand"/>
              </a:rPr>
              <a:t> </a:t>
            </a:r>
            <a:r>
              <a:rPr lang="es-ES" sz="5300">
                <a:latin typeface="Patrick Hand"/>
                <a:ea typeface="Patrick Hand"/>
                <a:cs typeface="Patrick Hand"/>
                <a:sym typeface="Patrick Hand"/>
              </a:rPr>
              <a:t>2</a:t>
            </a:r>
            <a:r>
              <a:rPr b="0" i="0" lang="es-ES" sz="5300" u="none" cap="none" strike="noStrike">
                <a:solidFill>
                  <a:srgbClr val="000000"/>
                </a:solidFill>
                <a:latin typeface="Patrick Hand"/>
                <a:ea typeface="Patrick Hand"/>
                <a:cs typeface="Patrick Hand"/>
                <a:sym typeface="Patrick Hand"/>
              </a:rPr>
              <a:t>  </a:t>
            </a:r>
            <a:r>
              <a:rPr lang="es-ES" sz="5300">
                <a:latin typeface="Patrick Hand"/>
                <a:ea typeface="Patrick Hand"/>
                <a:cs typeface="Patrick Hand"/>
                <a:sym typeface="Patrick Hand"/>
              </a:rPr>
              <a:t>5</a:t>
            </a:r>
            <a:r>
              <a:rPr b="0" i="0" lang="es-ES" sz="5300" u="none" cap="none" strike="noStrike">
                <a:solidFill>
                  <a:srgbClr val="000000"/>
                </a:solidFill>
                <a:latin typeface="Patrick Hand"/>
                <a:ea typeface="Patrick Hand"/>
                <a:cs typeface="Patrick Hand"/>
                <a:sym typeface="Patrick Hand"/>
              </a:rPr>
              <a:t>  </a:t>
            </a:r>
            <a:r>
              <a:rPr lang="es-ES" sz="5300">
                <a:latin typeface="Patrick Hand"/>
                <a:ea typeface="Patrick Hand"/>
                <a:cs typeface="Patrick Hand"/>
                <a:sym typeface="Patrick Hand"/>
              </a:rPr>
              <a:t>8</a:t>
            </a:r>
            <a:endParaRPr b="0" i="0" sz="5300" u="none" cap="none" strike="noStrike">
              <a:solidFill>
                <a:srgbClr val="000000"/>
              </a:solidFill>
              <a:latin typeface="Patrick Hand"/>
              <a:ea typeface="Patrick Hand"/>
              <a:cs typeface="Patrick Hand"/>
              <a:sym typeface="Patrick Hand"/>
            </a:endParaRPr>
          </a:p>
        </p:txBody>
      </p:sp>
      <p:cxnSp>
        <p:nvCxnSpPr>
          <p:cNvPr id="318" name="Google Shape;318;g28e96e449bd_0_62"/>
          <p:cNvCxnSpPr/>
          <p:nvPr/>
        </p:nvCxnSpPr>
        <p:spPr>
          <a:xfrm>
            <a:off x="8002867" y="5267000"/>
            <a:ext cx="1776900" cy="23700"/>
          </a:xfrm>
          <a:prstGeom prst="straightConnector1">
            <a:avLst/>
          </a:prstGeom>
          <a:noFill/>
          <a:ln cap="flat" cmpd="sng" w="9525">
            <a:solidFill>
              <a:srgbClr val="000000"/>
            </a:solidFill>
            <a:prstDash val="solid"/>
            <a:round/>
            <a:headEnd len="sm" w="sm" type="none"/>
            <a:tailEnd len="sm" w="sm" type="none"/>
          </a:ln>
        </p:spPr>
      </p:cxnSp>
      <p:sp>
        <p:nvSpPr>
          <p:cNvPr id="319" name="Google Shape;319;g28e96e449bd_0_62"/>
          <p:cNvSpPr txBox="1"/>
          <p:nvPr/>
        </p:nvSpPr>
        <p:spPr>
          <a:xfrm flipH="1">
            <a:off x="8317567" y="2082433"/>
            <a:ext cx="1776900" cy="846600"/>
          </a:xfrm>
          <a:prstGeom prst="rect">
            <a:avLst/>
          </a:prstGeom>
          <a:noFill/>
          <a:ln>
            <a:noFill/>
          </a:ln>
        </p:spPr>
        <p:txBody>
          <a:bodyPr anchorCtr="0" anchor="t" bIns="121900" lIns="121900" spcFirstLastPara="1" rIns="121900" wrap="square" tIns="121900">
            <a:spAutoFit/>
          </a:bodyPr>
          <a:lstStyle/>
          <a:p>
            <a:pPr indent="0" lvl="0" marL="0" marR="0" rtl="0" algn="l">
              <a:lnSpc>
                <a:spcPct val="100000"/>
              </a:lnSpc>
              <a:spcBef>
                <a:spcPts val="0"/>
              </a:spcBef>
              <a:spcAft>
                <a:spcPts val="0"/>
              </a:spcAft>
              <a:buClr>
                <a:srgbClr val="000000"/>
              </a:buClr>
              <a:buSzPts val="4300"/>
              <a:buFont typeface="Arial"/>
              <a:buNone/>
            </a:pPr>
            <a:r>
              <a:rPr b="0" i="0" lang="es-ES" sz="3900" u="none" cap="none" strike="noStrike">
                <a:solidFill>
                  <a:srgbClr val="000000"/>
                </a:solidFill>
                <a:latin typeface="Patrick Hand"/>
                <a:ea typeface="Patrick Hand"/>
                <a:cs typeface="Patrick Hand"/>
                <a:sym typeface="Patrick Hand"/>
              </a:rPr>
              <a:t>C  D  U</a:t>
            </a:r>
            <a:endParaRPr b="0" i="0" sz="1200" u="none" cap="none" strike="noStrike">
              <a:solidFill>
                <a:srgbClr val="000000"/>
              </a:solidFill>
              <a:latin typeface="Arial"/>
              <a:ea typeface="Arial"/>
              <a:cs typeface="Arial"/>
              <a:sym typeface="Arial"/>
            </a:endParaRPr>
          </a:p>
        </p:txBody>
      </p:sp>
      <p:sp>
        <p:nvSpPr>
          <p:cNvPr id="320" name="Google Shape;320;g28e96e449bd_0_62"/>
          <p:cNvSpPr txBox="1"/>
          <p:nvPr/>
        </p:nvSpPr>
        <p:spPr>
          <a:xfrm>
            <a:off x="3048000" y="5425359"/>
            <a:ext cx="6096000" cy="708000"/>
          </a:xfrm>
          <a:prstGeom prst="rect">
            <a:avLst/>
          </a:prstGeom>
          <a:noFill/>
          <a:ln>
            <a:noFill/>
          </a:ln>
        </p:spPr>
        <p:txBody>
          <a:bodyPr anchorCtr="0" anchor="t" bIns="60925" lIns="121900" spcFirstLastPara="1" rIns="121900" wrap="square" tIns="60925">
            <a:spAutoFit/>
          </a:bodyPr>
          <a:lstStyle/>
          <a:p>
            <a:pPr indent="0" lvl="0" marL="0" marR="0" rtl="0" algn="ctr">
              <a:lnSpc>
                <a:spcPct val="100000"/>
              </a:lnSpc>
              <a:spcBef>
                <a:spcPts val="0"/>
              </a:spcBef>
              <a:spcAft>
                <a:spcPts val="0"/>
              </a:spcAft>
              <a:buNone/>
            </a:pPr>
            <a:r>
              <a:rPr b="1" i="0" lang="es-ES" sz="1900" u="none" cap="none" strike="noStrike">
                <a:solidFill>
                  <a:srgbClr val="000000"/>
                </a:solidFill>
                <a:latin typeface="Calibri"/>
                <a:ea typeface="Calibri"/>
                <a:cs typeface="Calibri"/>
                <a:sym typeface="Calibri"/>
              </a:rPr>
              <a:t>RESPONDER ACÁ:</a:t>
            </a:r>
            <a:endParaRPr sz="1900"/>
          </a:p>
          <a:p>
            <a:pPr indent="0" lvl="0" marL="0" marR="0" rtl="0" algn="ctr">
              <a:lnSpc>
                <a:spcPct val="100000"/>
              </a:lnSpc>
              <a:spcBef>
                <a:spcPts val="0"/>
              </a:spcBef>
              <a:spcAft>
                <a:spcPts val="0"/>
              </a:spcAft>
              <a:buNone/>
            </a:pPr>
            <a:r>
              <a:rPr b="1" lang="es-ES" sz="1900" u="sng">
                <a:solidFill>
                  <a:schemeClr val="hlink"/>
                </a:solidFill>
                <a:latin typeface="Calibri"/>
                <a:ea typeface="Calibri"/>
                <a:cs typeface="Calibri"/>
                <a:sym typeface="Calibri"/>
                <a:hlinkClick r:id="rId3"/>
              </a:rPr>
              <a:t>https://forms.gle/BmgGTYagxRdsXmwk9</a:t>
            </a:r>
            <a:r>
              <a:rPr b="1" lang="es-ES" sz="1900">
                <a:latin typeface="Calibri"/>
                <a:ea typeface="Calibri"/>
                <a:cs typeface="Calibri"/>
                <a:sym typeface="Calibri"/>
              </a:rPr>
              <a:t> </a:t>
            </a:r>
            <a:endParaRPr sz="1900"/>
          </a:p>
        </p:txBody>
      </p:sp>
      <p:pic>
        <p:nvPicPr>
          <p:cNvPr id="321" name="Google Shape;321;g28e96e449bd_0_62"/>
          <p:cNvPicPr preferRelativeResize="0"/>
          <p:nvPr/>
        </p:nvPicPr>
        <p:blipFill rotWithShape="1">
          <a:blip r:embed="rId4">
            <a:alphaModFix/>
          </a:blip>
          <a:srcRect b="8334" l="8325" r="8334" t="8325"/>
          <a:stretch/>
        </p:blipFill>
        <p:spPr>
          <a:xfrm>
            <a:off x="4853800" y="2385633"/>
            <a:ext cx="2484402" cy="2484402"/>
          </a:xfrm>
          <a:prstGeom prst="rect">
            <a:avLst/>
          </a:prstGeom>
          <a:noFill/>
          <a:ln>
            <a:noFill/>
          </a:ln>
        </p:spPr>
      </p:pic>
      <p:pic>
        <p:nvPicPr>
          <p:cNvPr id="322" name="Google Shape;322;g28e96e449bd_0_62"/>
          <p:cNvPicPr preferRelativeResize="0"/>
          <p:nvPr/>
        </p:nvPicPr>
        <p:blipFill>
          <a:blip r:embed="rId5">
            <a:alphaModFix/>
          </a:blip>
          <a:stretch>
            <a:fillRect/>
          </a:stretch>
        </p:blipFill>
        <p:spPr>
          <a:xfrm>
            <a:off x="11057200" y="521693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descr="Forma&#10;&#10;Descripción generada automáticamente con confianza media" id="327" name="Google Shape;327;g2b508a51537_0_7"/>
          <p:cNvPicPr preferRelativeResize="0"/>
          <p:nvPr>
            <p:ph idx="1" type="body"/>
          </p:nvPr>
        </p:nvPicPr>
        <p:blipFill rotWithShape="1">
          <a:blip r:embed="rId3">
            <a:alphaModFix/>
          </a:blip>
          <a:srcRect b="0" l="0" r="0" t="0"/>
          <a:stretch/>
        </p:blipFill>
        <p:spPr>
          <a:xfrm>
            <a:off x="-7" y="12767"/>
            <a:ext cx="12192000" cy="6858000"/>
          </a:xfrm>
          <a:prstGeom prst="rect">
            <a:avLst/>
          </a:prstGeom>
          <a:noFill/>
          <a:ln>
            <a:noFill/>
          </a:ln>
        </p:spPr>
      </p:pic>
      <p:sp>
        <p:nvSpPr>
          <p:cNvPr id="328" name="Google Shape;328;g2b508a51537_0_7"/>
          <p:cNvSpPr txBox="1"/>
          <p:nvPr/>
        </p:nvSpPr>
        <p:spPr>
          <a:xfrm>
            <a:off x="1857393" y="490361"/>
            <a:ext cx="8477100" cy="908100"/>
          </a:xfrm>
          <a:prstGeom prst="rect">
            <a:avLst/>
          </a:prstGeom>
          <a:noFill/>
          <a:ln>
            <a:noFill/>
          </a:ln>
        </p:spPr>
        <p:txBody>
          <a:bodyPr anchorCtr="0" anchor="t" bIns="121900" lIns="121900" spcFirstLastPara="1" rIns="121900" wrap="square" tIns="121900">
            <a:spAutoFit/>
          </a:bodyPr>
          <a:lstStyle/>
          <a:p>
            <a:pPr indent="0" lvl="0" marL="0" marR="0" rtl="0" algn="ctr">
              <a:lnSpc>
                <a:spcPct val="100000"/>
              </a:lnSpc>
              <a:spcBef>
                <a:spcPts val="0"/>
              </a:spcBef>
              <a:spcAft>
                <a:spcPts val="0"/>
              </a:spcAft>
              <a:buClr>
                <a:srgbClr val="000000"/>
              </a:buClr>
              <a:buSzPts val="4300"/>
              <a:buFont typeface="Arial"/>
              <a:buNone/>
            </a:pPr>
            <a:r>
              <a:rPr b="0" i="0" lang="es-ES" sz="4300" u="none" cap="none" strike="noStrike">
                <a:solidFill>
                  <a:schemeClr val="lt1"/>
                </a:solidFill>
                <a:highlight>
                  <a:srgbClr val="009287"/>
                </a:highlight>
                <a:latin typeface="Patrick Hand"/>
                <a:ea typeface="Patrick Hand"/>
                <a:cs typeface="Patrick Hand"/>
                <a:sym typeface="Patrick Hand"/>
              </a:rPr>
              <a:t>¡Reforcemos lo aprendido!</a:t>
            </a:r>
            <a:endParaRPr b="0" i="0" sz="1900" u="none" cap="none" strike="noStrike">
              <a:solidFill>
                <a:schemeClr val="lt1"/>
              </a:solidFill>
              <a:highlight>
                <a:srgbClr val="009287"/>
              </a:highlight>
              <a:latin typeface="Arial"/>
              <a:ea typeface="Arial"/>
              <a:cs typeface="Arial"/>
              <a:sym typeface="Arial"/>
            </a:endParaRPr>
          </a:p>
        </p:txBody>
      </p:sp>
      <p:sp>
        <p:nvSpPr>
          <p:cNvPr id="329" name="Google Shape;329;g2b508a51537_0_7"/>
          <p:cNvSpPr/>
          <p:nvPr/>
        </p:nvSpPr>
        <p:spPr>
          <a:xfrm>
            <a:off x="2459659" y="1626836"/>
            <a:ext cx="7272900" cy="3630000"/>
          </a:xfrm>
          <a:prstGeom prst="rect">
            <a:avLst/>
          </a:prstGeom>
          <a:solidFill>
            <a:srgbClr val="F5C571"/>
          </a:solidFill>
          <a:ln cap="flat" cmpd="sng" w="25400">
            <a:solidFill>
              <a:schemeClr val="dk1"/>
            </a:solidFill>
            <a:prstDash val="solid"/>
            <a:round/>
            <a:headEnd len="sm" w="sm" type="none"/>
            <a:tailEnd len="sm" w="sm" type="none"/>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None/>
            </a:pPr>
            <a:r>
              <a:t/>
            </a:r>
            <a:endParaRPr b="0" i="0" sz="1900" u="none" cap="none" strike="noStrike">
              <a:solidFill>
                <a:schemeClr val="lt1"/>
              </a:solidFill>
              <a:latin typeface="Arial"/>
              <a:ea typeface="Arial"/>
              <a:cs typeface="Arial"/>
              <a:sym typeface="Arial"/>
            </a:endParaRPr>
          </a:p>
        </p:txBody>
      </p:sp>
      <p:pic>
        <p:nvPicPr>
          <p:cNvPr descr="¿Te gustaría ser Tutor o inscribirte como Estudiante de Conectado Aprendo? &#10;¡Regístrate en nuestro sitio web! https://www.conectadoaprendo.cl/&#10;&#10;¡Síguenos en nuestras redes sociales!&#10;https://www.instagram.com/conectado_aprendo&#10;https://www.linkedin.com/in/fundacion-conectado-aprendo-535bb4241&#10;https://www.instagram.com/clubdegoceporlalectura_ca/&#10;&#10;Consultas generales (mail):&#10;contacto@conectadoaprendo.cl&#10;&#10;Profesor y producción:&#10;https://www.youtube.com/@psudiego&#10;&#10;#tutorias #mineduc #suma" id="330" name="Google Shape;330;g2b508a51537_0_7" title="Reforzamiento - Suma (8) - 3 números en columna">
            <a:hlinkClick r:id="rId4"/>
          </p:cNvPr>
          <p:cNvPicPr preferRelativeResize="0"/>
          <p:nvPr/>
        </p:nvPicPr>
        <p:blipFill>
          <a:blip r:embed="rId5">
            <a:alphaModFix/>
          </a:blip>
          <a:stretch>
            <a:fillRect/>
          </a:stretch>
        </p:blipFill>
        <p:spPr>
          <a:xfrm>
            <a:off x="1788225" y="1398450"/>
            <a:ext cx="8615750" cy="4846350"/>
          </a:xfrm>
          <a:prstGeom prst="rect">
            <a:avLst/>
          </a:prstGeom>
          <a:noFill/>
          <a:ln cap="flat" cmpd="sng" w="28575">
            <a:solidFill>
              <a:schemeClr val="dk2"/>
            </a:solidFill>
            <a:prstDash val="solid"/>
            <a:round/>
            <a:headEnd len="sm" w="sm" type="none"/>
            <a:tailEnd len="sm" w="sm" type="none"/>
          </a:ln>
        </p:spPr>
      </p:pic>
      <p:pic>
        <p:nvPicPr>
          <p:cNvPr id="331" name="Google Shape;331;g2b508a51537_0_7"/>
          <p:cNvPicPr preferRelativeResize="0"/>
          <p:nvPr/>
        </p:nvPicPr>
        <p:blipFill>
          <a:blip r:embed="rId6">
            <a:alphaModFix/>
          </a:blip>
          <a:stretch>
            <a:fillRect/>
          </a:stretch>
        </p:blipFill>
        <p:spPr>
          <a:xfrm>
            <a:off x="11057200" y="5216937"/>
            <a:ext cx="975700" cy="102917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10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2023-06-14T18:49:54Z</dcterms:created>
  <dc:creator>Antonia  Hola</dc:creator>
</cp:coreProperties>
</file>