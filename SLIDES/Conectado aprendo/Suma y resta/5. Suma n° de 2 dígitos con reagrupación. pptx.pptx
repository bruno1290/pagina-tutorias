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atrick Hand"/>
      <p:regular r:id="rId21"/>
    </p:embeddedFont>
    <p:embeddedFont>
      <p:font typeface="Poppins"/>
      <p:regular r:id="rId22"/>
      <p:bold r:id="rId23"/>
      <p:italic r:id="rId24"/>
      <p:boldItalic r:id="rId25"/>
    </p:embeddedFont>
    <p:embeddedFont>
      <p:font typeface="Poppi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rzG5ONOQYeaPljoJ0Z3sJ56+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2F1375-C35D-43D4-9839-F0AD575E0F30}">
  <a:tblStyle styleId="{022F1375-C35D-43D4-9839-F0AD575E0F3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regular.fntdata"/><Relationship Id="rId21" Type="http://schemas.openxmlformats.org/officeDocument/2006/relationships/font" Target="fonts/PatrickHand-regular.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Light-regular.fntdata"/><Relationship Id="rId25" Type="http://schemas.openxmlformats.org/officeDocument/2006/relationships/font" Target="fonts/Poppins-boldItalic.fntdata"/><Relationship Id="rId28" Type="http://schemas.openxmlformats.org/officeDocument/2006/relationships/font" Target="fonts/PoppinsLight-italic.fntdata"/><Relationship Id="rId27" Type="http://schemas.openxmlformats.org/officeDocument/2006/relationships/font" Target="fonts/Poppins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752964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75296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752964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752964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7529642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752964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7c23691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7c23691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0dc0a9a7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60dc0a9a7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0dc0a9a77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260dc0a9a77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01a83bd95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601a83bd95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60dc0a9a77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260dc0a9a77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b502cc01f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2b502cc01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65b9acf521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58" name="Google Shape;358;g265b9acf521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b502cc01f7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2b502cc01f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9acf521_0_15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9acf521_0_15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9acf521_0_15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9acf521_0_15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9acf521_0_15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9acf521_0_15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9acf521_0_15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9acf521_0_15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9acf521_0_16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9acf521_0_16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9acf521_0_16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9acf521_0_16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9acf521_0_16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9acf521_0_16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9acf521_0_16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9acf521_0_16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9acf521_0_17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9acf521_0_17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9acf521_0_17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9acf521_0_17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9acf521_0_17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9acf521_0_17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9acf521_0_17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9acf521_0_17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9acf521_0_17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9acf521_0_17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9acf521_0_18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9acf521_0_1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9acf521_0_18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9acf521_0_18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9acf521_0_1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9acf521_0_1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9acf521_0_14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9acf521_0_14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9acf521_0_14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jp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hyperlink" Target="http://www.youtube.com/watch?v=PnFOlp7KW7s" TargetMode="External"/><Relationship Id="rId5" Type="http://schemas.openxmlformats.org/officeDocument/2006/relationships/image" Target="../media/image14.jp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forms.gle/W4TxTmH9G27ffUBz6" TargetMode="External"/><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6.jpg"/><Relationship Id="rId4" Type="http://schemas.openxmlformats.org/officeDocument/2006/relationships/hyperlink" Target="http://www.youtube.com/watch?v=3oycVtWz63Y" TargetMode="External"/><Relationship Id="rId5" Type="http://schemas.openxmlformats.org/officeDocument/2006/relationships/image" Target="../media/image18.jp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0906875" y="55722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7529642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7529642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7529642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Desarrollar la habilidad para sumar números de dos dígitos con reagrupación,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comprendiendo el proceso de agrupar unidades en decenas.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7529642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a:t>
            </a:r>
            <a:r>
              <a:rPr lang="es-ES" sz="1800">
                <a:solidFill>
                  <a:schemeClr val="dk1"/>
                </a:solidFill>
                <a:latin typeface="Poppins"/>
                <a:ea typeface="Poppins"/>
                <a:cs typeface="Poppins"/>
                <a:sym typeface="Poppins"/>
              </a:rPr>
              <a:t>Enseñar a sumar números de dos dígitos cuando se debe reagrupar.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7529642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Suma con reagrupación.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Decenas reservadas.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7529642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7529642_0_0"/>
          <p:cNvPicPr preferRelativeResize="0"/>
          <p:nvPr/>
        </p:nvPicPr>
        <p:blipFill>
          <a:blip r:embed="rId3">
            <a:alphaModFix/>
          </a:blip>
          <a:stretch>
            <a:fillRect/>
          </a:stretch>
        </p:blipFill>
        <p:spPr>
          <a:xfrm>
            <a:off x="10889100"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7529642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7529642_0_10"/>
          <p:cNvSpPr txBox="1"/>
          <p:nvPr/>
        </p:nvSpPr>
        <p:spPr>
          <a:xfrm>
            <a:off x="938750" y="2283975"/>
            <a:ext cx="10402500" cy="6541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utiliza los </a:t>
            </a:r>
            <a:r>
              <a:rPr b="1" lang="es-ES">
                <a:latin typeface="Poppins"/>
                <a:ea typeface="Poppins"/>
                <a:cs typeface="Poppins"/>
                <a:sym typeface="Poppins"/>
              </a:rPr>
              <a:t>bloques</a:t>
            </a:r>
            <a:r>
              <a:rPr lang="es-ES">
                <a:latin typeface="Poppins"/>
                <a:ea typeface="Poppins"/>
                <a:cs typeface="Poppins"/>
                <a:sym typeface="Poppins"/>
              </a:rPr>
              <a:t> que ya has traído en sesiones anteriores para que tu estudiante </a:t>
            </a:r>
            <a:r>
              <a:rPr b="1" lang="es-ES">
                <a:latin typeface="Poppins"/>
                <a:ea typeface="Poppins"/>
                <a:cs typeface="Poppins"/>
                <a:sym typeface="Poppins"/>
              </a:rPr>
              <a:t>visualice la reagrupación de unidades en decenas</a:t>
            </a:r>
            <a:r>
              <a:rPr lang="es-ES">
                <a:latin typeface="Poppins"/>
                <a:ea typeface="Poppins"/>
                <a:cs typeface="Poppins"/>
                <a:sym typeface="Poppins"/>
              </a:rPr>
              <a:t>, ya que generalmente no les resulta intuitivo cambiar de dígito con una reserva.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Es muy importante que guíes a tu estudiante en </a:t>
            </a:r>
            <a:r>
              <a:rPr b="1" lang="es-ES">
                <a:latin typeface="Poppins"/>
                <a:ea typeface="Poppins"/>
                <a:cs typeface="Poppins"/>
                <a:sym typeface="Poppins"/>
              </a:rPr>
              <a:t>cómo escribir las unidades en su columna y colocar la decena en la parte superior de la columna de decenas, como “reserva”</a:t>
            </a:r>
            <a:r>
              <a:rPr lang="es-ES">
                <a:latin typeface="Poppins"/>
                <a:ea typeface="Poppins"/>
                <a:cs typeface="Poppins"/>
                <a:sym typeface="Poppins"/>
              </a:rPr>
              <a:t>.</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Practiquen con diferentes ejemplos hasta que se sienta cómodo con el procedimiento, ya que los estudiantes tienden a confundir la ubicación de los resultados.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Una vez practicados los ejemplos en conjunto, pídele que </a:t>
            </a:r>
            <a:r>
              <a:rPr b="1" lang="es-ES">
                <a:latin typeface="Poppins"/>
                <a:ea typeface="Poppins"/>
                <a:cs typeface="Poppins"/>
                <a:sym typeface="Poppins"/>
              </a:rPr>
              <a:t>resuelva una suma con reagrupación de manera independiente</a:t>
            </a:r>
            <a:r>
              <a:rPr lang="es-ES">
                <a:latin typeface="Poppins"/>
                <a:ea typeface="Poppins"/>
                <a:cs typeface="Poppins"/>
                <a:sym typeface="Poppins"/>
              </a:rPr>
              <a:t>, explicando en voz alta cada paso y asegurándote de que comprende cuándo y cómo hacer la reserva de la decena.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7529642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7529642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7529642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7529642_0_10"/>
          <p:cNvPicPr preferRelativeResize="0"/>
          <p:nvPr/>
        </p:nvPicPr>
        <p:blipFill>
          <a:blip r:embed="rId3">
            <a:alphaModFix/>
          </a:blip>
          <a:stretch>
            <a:fillRect/>
          </a:stretch>
        </p:blipFill>
        <p:spPr>
          <a:xfrm>
            <a:off x="108891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7529642_0_28"/>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7529642_0_28"/>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practique sumas de dos dígitos con reagrupación en casa usando lápiz y papel, dibujando columnas de unidades y decenas. Esto le permitirá practicar el concepto de reserva y solidificar el procedimiento aprendido en la sesión.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7529642_0_28"/>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significa reagrupar en una suma de dos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¿Por qué reservamos una decena cuando el resultado de las unidades es 10 o más?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¿Cómo sabes dónde colocar las decenas y las unidades en la suma?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7529642_0_28"/>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7529642_0_28"/>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7529642_0_28"/>
          <p:cNvPicPr preferRelativeResize="0"/>
          <p:nvPr/>
        </p:nvPicPr>
        <p:blipFill>
          <a:blip r:embed="rId3">
            <a:alphaModFix/>
          </a:blip>
          <a:stretch>
            <a:fillRect/>
          </a:stretch>
        </p:blipFill>
        <p:spPr>
          <a:xfrm>
            <a:off x="108891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1995" cy="6858000"/>
          </a:xfrm>
          <a:prstGeom prst="rect">
            <a:avLst/>
          </a:prstGeom>
          <a:noFill/>
          <a:ln>
            <a:noFill/>
          </a:ln>
        </p:spPr>
      </p:pic>
      <p:pic>
        <p:nvPicPr>
          <p:cNvPr id="169" name="Google Shape;169;p2"/>
          <p:cNvPicPr preferRelativeResize="0"/>
          <p:nvPr/>
        </p:nvPicPr>
        <p:blipFill>
          <a:blip r:embed="rId4">
            <a:alphaModFix/>
          </a:blip>
          <a:stretch>
            <a:fillRect/>
          </a:stretch>
        </p:blipFill>
        <p:spPr>
          <a:xfrm>
            <a:off x="11013475" y="52346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7c236910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7c2369102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7c2369102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7c2369102_0_0"/>
          <p:cNvSpPr txBox="1"/>
          <p:nvPr/>
        </p:nvSpPr>
        <p:spPr>
          <a:xfrm>
            <a:off x="1733800" y="689425"/>
            <a:ext cx="8368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7c2369102_0_0"/>
          <p:cNvSpPr txBox="1"/>
          <p:nvPr/>
        </p:nvSpPr>
        <p:spPr>
          <a:xfrm>
            <a:off x="1321500" y="1428150"/>
            <a:ext cx="100323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7c2369102_0_0"/>
          <p:cNvPicPr preferRelativeResize="0"/>
          <p:nvPr/>
        </p:nvPicPr>
        <p:blipFill>
          <a:blip r:embed="rId8">
            <a:alphaModFix/>
          </a:blip>
          <a:stretch>
            <a:fillRect/>
          </a:stretch>
        </p:blipFill>
        <p:spPr>
          <a:xfrm>
            <a:off x="11013475" y="5234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Forma&#10;&#10;Descripción generada automáticamente con confianza media" id="184" name="Google Shape;184;g260dc0a9a77_0_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185" name="Google Shape;185;g260dc0a9a77_0_0"/>
          <p:cNvSpPr/>
          <p:nvPr/>
        </p:nvSpPr>
        <p:spPr>
          <a:xfrm>
            <a:off x="8226050" y="1296975"/>
            <a:ext cx="327300" cy="1523700"/>
          </a:xfrm>
          <a:prstGeom prst="rect">
            <a:avLst/>
          </a:prstGeom>
          <a:solidFill>
            <a:srgbClr val="009287"/>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260dc0a9a77_0_0"/>
          <p:cNvSpPr txBox="1"/>
          <p:nvPr/>
        </p:nvSpPr>
        <p:spPr>
          <a:xfrm>
            <a:off x="251625" y="283775"/>
            <a:ext cx="113982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¿Qué sucede cuando al sumar las unidades el resultado es mayor que 10?</a:t>
            </a:r>
            <a:endParaRPr b="0" i="0" sz="1700" u="none" cap="none" strike="noStrike">
              <a:solidFill>
                <a:srgbClr val="000000"/>
              </a:solidFill>
              <a:latin typeface="Arial"/>
              <a:ea typeface="Arial"/>
              <a:cs typeface="Arial"/>
              <a:sym typeface="Arial"/>
            </a:endParaRPr>
          </a:p>
        </p:txBody>
      </p:sp>
      <p:pic>
        <p:nvPicPr>
          <p:cNvPr id="187" name="Google Shape;187;g260dc0a9a77_0_0"/>
          <p:cNvPicPr preferRelativeResize="0"/>
          <p:nvPr/>
        </p:nvPicPr>
        <p:blipFill rotWithShape="1">
          <a:blip r:embed="rId4">
            <a:alphaModFix/>
          </a:blip>
          <a:srcRect b="0" l="0" r="0" t="0"/>
          <a:stretch/>
        </p:blipFill>
        <p:spPr>
          <a:xfrm>
            <a:off x="1596682" y="1346549"/>
            <a:ext cx="129013" cy="1337388"/>
          </a:xfrm>
          <a:prstGeom prst="rect">
            <a:avLst/>
          </a:prstGeom>
          <a:noFill/>
          <a:ln>
            <a:noFill/>
          </a:ln>
        </p:spPr>
      </p:pic>
      <p:pic>
        <p:nvPicPr>
          <p:cNvPr id="188" name="Google Shape;188;g260dc0a9a77_0_0"/>
          <p:cNvPicPr preferRelativeResize="0"/>
          <p:nvPr/>
        </p:nvPicPr>
        <p:blipFill rotWithShape="1">
          <a:blip r:embed="rId4">
            <a:alphaModFix/>
          </a:blip>
          <a:srcRect b="0" l="0" r="0" t="0"/>
          <a:stretch/>
        </p:blipFill>
        <p:spPr>
          <a:xfrm>
            <a:off x="1402078" y="1346549"/>
            <a:ext cx="129013" cy="1337388"/>
          </a:xfrm>
          <a:prstGeom prst="rect">
            <a:avLst/>
          </a:prstGeom>
          <a:noFill/>
          <a:ln>
            <a:noFill/>
          </a:ln>
        </p:spPr>
      </p:pic>
      <p:pic>
        <p:nvPicPr>
          <p:cNvPr id="189" name="Google Shape;189;g260dc0a9a77_0_0"/>
          <p:cNvPicPr preferRelativeResize="0"/>
          <p:nvPr/>
        </p:nvPicPr>
        <p:blipFill rotWithShape="1">
          <a:blip r:embed="rId4">
            <a:alphaModFix/>
          </a:blip>
          <a:srcRect b="0" l="0" r="0" t="0"/>
          <a:stretch/>
        </p:blipFill>
        <p:spPr>
          <a:xfrm>
            <a:off x="1775415" y="1346549"/>
            <a:ext cx="129013" cy="1337388"/>
          </a:xfrm>
          <a:prstGeom prst="rect">
            <a:avLst/>
          </a:prstGeom>
          <a:noFill/>
          <a:ln>
            <a:noFill/>
          </a:ln>
        </p:spPr>
      </p:pic>
      <p:pic>
        <p:nvPicPr>
          <p:cNvPr id="190" name="Google Shape;190;g260dc0a9a77_0_0"/>
          <p:cNvPicPr preferRelativeResize="0"/>
          <p:nvPr/>
        </p:nvPicPr>
        <p:blipFill rotWithShape="1">
          <a:blip r:embed="rId4">
            <a:alphaModFix/>
          </a:blip>
          <a:srcRect b="0" l="0" r="0" t="0"/>
          <a:stretch/>
        </p:blipFill>
        <p:spPr>
          <a:xfrm>
            <a:off x="1604620" y="2902549"/>
            <a:ext cx="129013" cy="1337388"/>
          </a:xfrm>
          <a:prstGeom prst="rect">
            <a:avLst/>
          </a:prstGeom>
          <a:noFill/>
          <a:ln>
            <a:noFill/>
          </a:ln>
        </p:spPr>
      </p:pic>
      <p:pic>
        <p:nvPicPr>
          <p:cNvPr id="191" name="Google Shape;191;g260dc0a9a77_0_0"/>
          <p:cNvPicPr preferRelativeResize="0"/>
          <p:nvPr/>
        </p:nvPicPr>
        <p:blipFill rotWithShape="1">
          <a:blip r:embed="rId4">
            <a:alphaModFix/>
          </a:blip>
          <a:srcRect b="0" l="0" r="0" t="0"/>
          <a:stretch/>
        </p:blipFill>
        <p:spPr>
          <a:xfrm>
            <a:off x="1410015" y="2902549"/>
            <a:ext cx="129013" cy="1337388"/>
          </a:xfrm>
          <a:prstGeom prst="rect">
            <a:avLst/>
          </a:prstGeom>
          <a:noFill/>
          <a:ln>
            <a:noFill/>
          </a:ln>
        </p:spPr>
      </p:pic>
      <p:pic>
        <p:nvPicPr>
          <p:cNvPr id="192" name="Google Shape;192;g260dc0a9a77_0_0"/>
          <p:cNvPicPr preferRelativeResize="0"/>
          <p:nvPr/>
        </p:nvPicPr>
        <p:blipFill rotWithShape="1">
          <a:blip r:embed="rId4">
            <a:alphaModFix/>
          </a:blip>
          <a:srcRect b="0" l="0" r="0" t="0"/>
          <a:stretch/>
        </p:blipFill>
        <p:spPr>
          <a:xfrm>
            <a:off x="8320102" y="1440699"/>
            <a:ext cx="129013" cy="1337388"/>
          </a:xfrm>
          <a:prstGeom prst="rect">
            <a:avLst/>
          </a:prstGeom>
          <a:noFill/>
          <a:ln cap="flat" cmpd="sng" w="9525">
            <a:solidFill>
              <a:srgbClr val="009287"/>
            </a:solidFill>
            <a:prstDash val="solid"/>
            <a:round/>
            <a:headEnd len="sm" w="sm" type="none"/>
            <a:tailEnd len="sm" w="sm" type="none"/>
          </a:ln>
        </p:spPr>
      </p:pic>
      <p:pic>
        <p:nvPicPr>
          <p:cNvPr id="193" name="Google Shape;193;g260dc0a9a77_0_0"/>
          <p:cNvPicPr preferRelativeResize="0"/>
          <p:nvPr/>
        </p:nvPicPr>
        <p:blipFill rotWithShape="1">
          <a:blip r:embed="rId5">
            <a:alphaModFix/>
          </a:blip>
          <a:srcRect b="0" l="0" r="0" t="0"/>
          <a:stretch/>
        </p:blipFill>
        <p:spPr>
          <a:xfrm>
            <a:off x="2294487" y="1346538"/>
            <a:ext cx="468739" cy="359100"/>
          </a:xfrm>
          <a:prstGeom prst="rect">
            <a:avLst/>
          </a:prstGeom>
          <a:noFill/>
          <a:ln>
            <a:noFill/>
          </a:ln>
        </p:spPr>
      </p:pic>
      <p:pic>
        <p:nvPicPr>
          <p:cNvPr id="194" name="Google Shape;194;g260dc0a9a77_0_0"/>
          <p:cNvPicPr preferRelativeResize="0"/>
          <p:nvPr/>
        </p:nvPicPr>
        <p:blipFill rotWithShape="1">
          <a:blip r:embed="rId5">
            <a:alphaModFix/>
          </a:blip>
          <a:srcRect b="0" l="0" r="0" t="0"/>
          <a:stretch/>
        </p:blipFill>
        <p:spPr>
          <a:xfrm>
            <a:off x="2678648" y="1346538"/>
            <a:ext cx="468739" cy="359100"/>
          </a:xfrm>
          <a:prstGeom prst="rect">
            <a:avLst/>
          </a:prstGeom>
          <a:noFill/>
          <a:ln>
            <a:noFill/>
          </a:ln>
        </p:spPr>
      </p:pic>
      <p:pic>
        <p:nvPicPr>
          <p:cNvPr id="195" name="Google Shape;195;g260dc0a9a77_0_0"/>
          <p:cNvPicPr preferRelativeResize="0"/>
          <p:nvPr/>
        </p:nvPicPr>
        <p:blipFill rotWithShape="1">
          <a:blip r:embed="rId5">
            <a:alphaModFix/>
          </a:blip>
          <a:srcRect b="0" l="0" r="0" t="0"/>
          <a:stretch/>
        </p:blipFill>
        <p:spPr>
          <a:xfrm>
            <a:off x="2294487" y="1705638"/>
            <a:ext cx="468739" cy="359100"/>
          </a:xfrm>
          <a:prstGeom prst="rect">
            <a:avLst/>
          </a:prstGeom>
          <a:noFill/>
          <a:ln>
            <a:noFill/>
          </a:ln>
        </p:spPr>
      </p:pic>
      <p:pic>
        <p:nvPicPr>
          <p:cNvPr id="196" name="Google Shape;196;g260dc0a9a77_0_0"/>
          <p:cNvPicPr preferRelativeResize="0"/>
          <p:nvPr/>
        </p:nvPicPr>
        <p:blipFill rotWithShape="1">
          <a:blip r:embed="rId5">
            <a:alphaModFix/>
          </a:blip>
          <a:srcRect b="0" l="0" r="0" t="0"/>
          <a:stretch/>
        </p:blipFill>
        <p:spPr>
          <a:xfrm>
            <a:off x="2608690" y="1705638"/>
            <a:ext cx="468739" cy="359100"/>
          </a:xfrm>
          <a:prstGeom prst="rect">
            <a:avLst/>
          </a:prstGeom>
          <a:noFill/>
          <a:ln>
            <a:noFill/>
          </a:ln>
        </p:spPr>
      </p:pic>
      <p:pic>
        <p:nvPicPr>
          <p:cNvPr id="197" name="Google Shape;197;g260dc0a9a77_0_0"/>
          <p:cNvPicPr preferRelativeResize="0"/>
          <p:nvPr/>
        </p:nvPicPr>
        <p:blipFill rotWithShape="1">
          <a:blip r:embed="rId5">
            <a:alphaModFix/>
          </a:blip>
          <a:srcRect b="0" l="0" r="0" t="0"/>
          <a:stretch/>
        </p:blipFill>
        <p:spPr>
          <a:xfrm>
            <a:off x="2294487" y="2902538"/>
            <a:ext cx="468739" cy="359100"/>
          </a:xfrm>
          <a:prstGeom prst="rect">
            <a:avLst/>
          </a:prstGeom>
          <a:noFill/>
          <a:ln>
            <a:noFill/>
          </a:ln>
        </p:spPr>
      </p:pic>
      <p:pic>
        <p:nvPicPr>
          <p:cNvPr id="198" name="Google Shape;198;g260dc0a9a77_0_0"/>
          <p:cNvPicPr preferRelativeResize="0"/>
          <p:nvPr/>
        </p:nvPicPr>
        <p:blipFill rotWithShape="1">
          <a:blip r:embed="rId5">
            <a:alphaModFix/>
          </a:blip>
          <a:srcRect b="0" l="0" r="0" t="0"/>
          <a:stretch/>
        </p:blipFill>
        <p:spPr>
          <a:xfrm>
            <a:off x="2678648" y="2902538"/>
            <a:ext cx="468739" cy="359100"/>
          </a:xfrm>
          <a:prstGeom prst="rect">
            <a:avLst/>
          </a:prstGeom>
          <a:noFill/>
          <a:ln>
            <a:noFill/>
          </a:ln>
        </p:spPr>
      </p:pic>
      <p:pic>
        <p:nvPicPr>
          <p:cNvPr id="199" name="Google Shape;199;g260dc0a9a77_0_0"/>
          <p:cNvPicPr preferRelativeResize="0"/>
          <p:nvPr/>
        </p:nvPicPr>
        <p:blipFill rotWithShape="1">
          <a:blip r:embed="rId5">
            <a:alphaModFix/>
          </a:blip>
          <a:srcRect b="0" l="0" r="0" t="0"/>
          <a:stretch/>
        </p:blipFill>
        <p:spPr>
          <a:xfrm>
            <a:off x="2294487" y="3261638"/>
            <a:ext cx="468739" cy="359100"/>
          </a:xfrm>
          <a:prstGeom prst="rect">
            <a:avLst/>
          </a:prstGeom>
          <a:noFill/>
          <a:ln>
            <a:noFill/>
          </a:ln>
        </p:spPr>
      </p:pic>
      <p:pic>
        <p:nvPicPr>
          <p:cNvPr id="200" name="Google Shape;200;g260dc0a9a77_0_0"/>
          <p:cNvPicPr preferRelativeResize="0"/>
          <p:nvPr/>
        </p:nvPicPr>
        <p:blipFill rotWithShape="1">
          <a:blip r:embed="rId5">
            <a:alphaModFix/>
          </a:blip>
          <a:srcRect b="0" l="0" r="0" t="0"/>
          <a:stretch/>
        </p:blipFill>
        <p:spPr>
          <a:xfrm>
            <a:off x="2608690" y="3261638"/>
            <a:ext cx="468739" cy="359100"/>
          </a:xfrm>
          <a:prstGeom prst="rect">
            <a:avLst/>
          </a:prstGeom>
          <a:noFill/>
          <a:ln>
            <a:noFill/>
          </a:ln>
        </p:spPr>
      </p:pic>
      <p:pic>
        <p:nvPicPr>
          <p:cNvPr id="201" name="Google Shape;201;g260dc0a9a77_0_0"/>
          <p:cNvPicPr preferRelativeResize="0"/>
          <p:nvPr/>
        </p:nvPicPr>
        <p:blipFill rotWithShape="1">
          <a:blip r:embed="rId5">
            <a:alphaModFix/>
          </a:blip>
          <a:srcRect b="0" l="0" r="0" t="0"/>
          <a:stretch/>
        </p:blipFill>
        <p:spPr>
          <a:xfrm>
            <a:off x="2294487" y="3620738"/>
            <a:ext cx="468739" cy="359100"/>
          </a:xfrm>
          <a:prstGeom prst="rect">
            <a:avLst/>
          </a:prstGeom>
          <a:noFill/>
          <a:ln>
            <a:noFill/>
          </a:ln>
        </p:spPr>
      </p:pic>
      <p:pic>
        <p:nvPicPr>
          <p:cNvPr id="202" name="Google Shape;202;g260dc0a9a77_0_0"/>
          <p:cNvPicPr preferRelativeResize="0"/>
          <p:nvPr/>
        </p:nvPicPr>
        <p:blipFill rotWithShape="1">
          <a:blip r:embed="rId5">
            <a:alphaModFix/>
          </a:blip>
          <a:srcRect b="0" l="0" r="0" t="0"/>
          <a:stretch/>
        </p:blipFill>
        <p:spPr>
          <a:xfrm>
            <a:off x="2678648" y="3620738"/>
            <a:ext cx="468739" cy="359100"/>
          </a:xfrm>
          <a:prstGeom prst="rect">
            <a:avLst/>
          </a:prstGeom>
          <a:noFill/>
          <a:ln>
            <a:noFill/>
          </a:ln>
        </p:spPr>
      </p:pic>
      <p:pic>
        <p:nvPicPr>
          <p:cNvPr id="203" name="Google Shape;203;g260dc0a9a77_0_0"/>
          <p:cNvPicPr preferRelativeResize="0"/>
          <p:nvPr/>
        </p:nvPicPr>
        <p:blipFill rotWithShape="1">
          <a:blip r:embed="rId5">
            <a:alphaModFix/>
          </a:blip>
          <a:srcRect b="0" l="0" r="0" t="0"/>
          <a:stretch/>
        </p:blipFill>
        <p:spPr>
          <a:xfrm>
            <a:off x="2294487" y="3979838"/>
            <a:ext cx="468739" cy="359100"/>
          </a:xfrm>
          <a:prstGeom prst="rect">
            <a:avLst/>
          </a:prstGeom>
          <a:noFill/>
          <a:ln>
            <a:noFill/>
          </a:ln>
        </p:spPr>
      </p:pic>
      <p:pic>
        <p:nvPicPr>
          <p:cNvPr id="204" name="Google Shape;204;g260dc0a9a77_0_0"/>
          <p:cNvPicPr preferRelativeResize="0"/>
          <p:nvPr/>
        </p:nvPicPr>
        <p:blipFill rotWithShape="1">
          <a:blip r:embed="rId5">
            <a:alphaModFix/>
          </a:blip>
          <a:srcRect b="0" l="0" r="0" t="0"/>
          <a:stretch/>
        </p:blipFill>
        <p:spPr>
          <a:xfrm>
            <a:off x="2608690" y="3979838"/>
            <a:ext cx="468739" cy="359100"/>
          </a:xfrm>
          <a:prstGeom prst="rect">
            <a:avLst/>
          </a:prstGeom>
          <a:noFill/>
          <a:ln>
            <a:noFill/>
          </a:ln>
        </p:spPr>
      </p:pic>
      <p:sp>
        <p:nvSpPr>
          <p:cNvPr id="205" name="Google Shape;205;g260dc0a9a77_0_0"/>
          <p:cNvSpPr txBox="1"/>
          <p:nvPr/>
        </p:nvSpPr>
        <p:spPr>
          <a:xfrm>
            <a:off x="393977" y="3194150"/>
            <a:ext cx="649800" cy="815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100"/>
              <a:buFont typeface="Arial"/>
              <a:buNone/>
            </a:pPr>
            <a:r>
              <a:rPr b="1" i="0" lang="es-ES" sz="4100" u="none" cap="none" strike="noStrike">
                <a:solidFill>
                  <a:schemeClr val="dk1"/>
                </a:solidFill>
                <a:latin typeface="Patrick Hand"/>
                <a:ea typeface="Patrick Hand"/>
                <a:cs typeface="Patrick Hand"/>
                <a:sym typeface="Patrick Hand"/>
              </a:rPr>
              <a:t>+ </a:t>
            </a:r>
            <a:endParaRPr b="1" i="0" sz="1800" u="none" cap="none" strike="noStrike">
              <a:solidFill>
                <a:srgbClr val="000000"/>
              </a:solidFill>
              <a:latin typeface="Arial"/>
              <a:ea typeface="Arial"/>
              <a:cs typeface="Arial"/>
              <a:sym typeface="Arial"/>
            </a:endParaRPr>
          </a:p>
        </p:txBody>
      </p:sp>
      <p:sp>
        <p:nvSpPr>
          <p:cNvPr id="206" name="Google Shape;206;g260dc0a9a77_0_0"/>
          <p:cNvSpPr txBox="1"/>
          <p:nvPr/>
        </p:nvSpPr>
        <p:spPr>
          <a:xfrm>
            <a:off x="1228100" y="4814725"/>
            <a:ext cx="43428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300" u="none" cap="none" strike="noStrike">
                <a:solidFill>
                  <a:schemeClr val="dk1"/>
                </a:solidFill>
                <a:latin typeface="Patrick Hand"/>
                <a:ea typeface="Patrick Hand"/>
                <a:cs typeface="Patrick Hand"/>
                <a:sym typeface="Patrick Hand"/>
              </a:rPr>
              <a:t>Cuento las unidades que tengo en total. En el primer n° son 4 y en el segundo son 8 unidades. Sumo: 4+ 8 = 12 </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300" u="none" cap="none" strike="noStrike">
                <a:solidFill>
                  <a:schemeClr val="dk1"/>
                </a:solidFill>
                <a:latin typeface="Patrick Hand"/>
                <a:ea typeface="Patrick Hand"/>
                <a:cs typeface="Patrick Hand"/>
                <a:sym typeface="Patrick Hand"/>
              </a:rPr>
              <a:t>¿Que hago si tengo 12 unidades?</a:t>
            </a:r>
            <a:endParaRPr b="0" i="0" sz="2300" u="none" cap="none" strike="noStrike">
              <a:solidFill>
                <a:schemeClr val="dk1"/>
              </a:solidFill>
              <a:latin typeface="Patrick Hand"/>
              <a:ea typeface="Patrick Hand"/>
              <a:cs typeface="Patrick Hand"/>
              <a:sym typeface="Patrick Hand"/>
            </a:endParaRPr>
          </a:p>
        </p:txBody>
      </p:sp>
      <p:sp>
        <p:nvSpPr>
          <p:cNvPr id="207" name="Google Shape;207;g260dc0a9a77_0_0"/>
          <p:cNvSpPr txBox="1"/>
          <p:nvPr/>
        </p:nvSpPr>
        <p:spPr>
          <a:xfrm>
            <a:off x="5687750" y="4851275"/>
            <a:ext cx="36171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300" u="none" cap="none" strike="noStrike">
                <a:solidFill>
                  <a:schemeClr val="dk1"/>
                </a:solidFill>
                <a:latin typeface="Patrick Hand"/>
                <a:ea typeface="Patrick Hand"/>
                <a:cs typeface="Patrick Hand"/>
                <a:sym typeface="Patrick Hand"/>
              </a:rPr>
              <a:t>Cuando tengo 10 o más unidades, agrupo 10 unidades en 1 decena.  Ponemos esa decena en el lado de las decenas. </a:t>
            </a:r>
            <a:endParaRPr b="0" i="0" sz="2300" u="none" cap="none" strike="noStrike">
              <a:solidFill>
                <a:schemeClr val="dk1"/>
              </a:solidFill>
              <a:latin typeface="Patrick Hand"/>
              <a:ea typeface="Patrick Hand"/>
              <a:cs typeface="Patrick Hand"/>
              <a:sym typeface="Patrick Hand"/>
            </a:endParaRPr>
          </a:p>
        </p:txBody>
      </p:sp>
      <p:pic>
        <p:nvPicPr>
          <p:cNvPr id="208" name="Google Shape;208;g260dc0a9a77_0_0"/>
          <p:cNvPicPr preferRelativeResize="0"/>
          <p:nvPr/>
        </p:nvPicPr>
        <p:blipFill rotWithShape="1">
          <a:blip r:embed="rId4">
            <a:alphaModFix/>
          </a:blip>
          <a:srcRect b="0" l="0" r="0" t="0"/>
          <a:stretch/>
        </p:blipFill>
        <p:spPr>
          <a:xfrm>
            <a:off x="5135470" y="1440699"/>
            <a:ext cx="129013" cy="1337388"/>
          </a:xfrm>
          <a:prstGeom prst="rect">
            <a:avLst/>
          </a:prstGeom>
          <a:noFill/>
          <a:ln>
            <a:noFill/>
          </a:ln>
        </p:spPr>
      </p:pic>
      <p:pic>
        <p:nvPicPr>
          <p:cNvPr id="209" name="Google Shape;209;g260dc0a9a77_0_0"/>
          <p:cNvPicPr preferRelativeResize="0"/>
          <p:nvPr/>
        </p:nvPicPr>
        <p:blipFill rotWithShape="1">
          <a:blip r:embed="rId4">
            <a:alphaModFix/>
          </a:blip>
          <a:srcRect b="0" l="0" r="0" t="0"/>
          <a:stretch/>
        </p:blipFill>
        <p:spPr>
          <a:xfrm>
            <a:off x="4940865" y="1440699"/>
            <a:ext cx="129013" cy="1337388"/>
          </a:xfrm>
          <a:prstGeom prst="rect">
            <a:avLst/>
          </a:prstGeom>
          <a:noFill/>
          <a:ln>
            <a:noFill/>
          </a:ln>
        </p:spPr>
      </p:pic>
      <p:pic>
        <p:nvPicPr>
          <p:cNvPr id="210" name="Google Shape;210;g260dc0a9a77_0_0"/>
          <p:cNvPicPr preferRelativeResize="0"/>
          <p:nvPr/>
        </p:nvPicPr>
        <p:blipFill rotWithShape="1">
          <a:blip r:embed="rId4">
            <a:alphaModFix/>
          </a:blip>
          <a:srcRect b="0" l="0" r="0" t="0"/>
          <a:stretch/>
        </p:blipFill>
        <p:spPr>
          <a:xfrm>
            <a:off x="5314202" y="1440699"/>
            <a:ext cx="129013" cy="1337388"/>
          </a:xfrm>
          <a:prstGeom prst="rect">
            <a:avLst/>
          </a:prstGeom>
          <a:noFill/>
          <a:ln>
            <a:noFill/>
          </a:ln>
        </p:spPr>
      </p:pic>
      <p:pic>
        <p:nvPicPr>
          <p:cNvPr id="211" name="Google Shape;211;g260dc0a9a77_0_0"/>
          <p:cNvPicPr preferRelativeResize="0"/>
          <p:nvPr/>
        </p:nvPicPr>
        <p:blipFill rotWithShape="1">
          <a:blip r:embed="rId4">
            <a:alphaModFix/>
          </a:blip>
          <a:srcRect b="0" l="0" r="0" t="0"/>
          <a:stretch/>
        </p:blipFill>
        <p:spPr>
          <a:xfrm>
            <a:off x="5143407" y="2996699"/>
            <a:ext cx="129013" cy="1337388"/>
          </a:xfrm>
          <a:prstGeom prst="rect">
            <a:avLst/>
          </a:prstGeom>
          <a:noFill/>
          <a:ln>
            <a:noFill/>
          </a:ln>
        </p:spPr>
      </p:pic>
      <p:pic>
        <p:nvPicPr>
          <p:cNvPr id="212" name="Google Shape;212;g260dc0a9a77_0_0"/>
          <p:cNvPicPr preferRelativeResize="0"/>
          <p:nvPr/>
        </p:nvPicPr>
        <p:blipFill rotWithShape="1">
          <a:blip r:embed="rId4">
            <a:alphaModFix/>
          </a:blip>
          <a:srcRect b="0" l="0" r="0" t="0"/>
          <a:stretch/>
        </p:blipFill>
        <p:spPr>
          <a:xfrm>
            <a:off x="4948803" y="2996699"/>
            <a:ext cx="129013" cy="1337388"/>
          </a:xfrm>
          <a:prstGeom prst="rect">
            <a:avLst/>
          </a:prstGeom>
          <a:noFill/>
          <a:ln>
            <a:noFill/>
          </a:ln>
        </p:spPr>
      </p:pic>
      <p:pic>
        <p:nvPicPr>
          <p:cNvPr id="213" name="Google Shape;213;g260dc0a9a77_0_0"/>
          <p:cNvPicPr preferRelativeResize="0"/>
          <p:nvPr/>
        </p:nvPicPr>
        <p:blipFill rotWithShape="1">
          <a:blip r:embed="rId5">
            <a:alphaModFix/>
          </a:blip>
          <a:srcRect b="0" l="0" r="0" t="0"/>
          <a:stretch/>
        </p:blipFill>
        <p:spPr>
          <a:xfrm>
            <a:off x="5833275" y="1440688"/>
            <a:ext cx="468739" cy="359100"/>
          </a:xfrm>
          <a:prstGeom prst="rect">
            <a:avLst/>
          </a:prstGeom>
          <a:noFill/>
          <a:ln>
            <a:noFill/>
          </a:ln>
        </p:spPr>
      </p:pic>
      <p:pic>
        <p:nvPicPr>
          <p:cNvPr id="214" name="Google Shape;214;g260dc0a9a77_0_0"/>
          <p:cNvPicPr preferRelativeResize="0"/>
          <p:nvPr/>
        </p:nvPicPr>
        <p:blipFill rotWithShape="1">
          <a:blip r:embed="rId5">
            <a:alphaModFix/>
          </a:blip>
          <a:srcRect b="0" l="0" r="0" t="0"/>
          <a:stretch/>
        </p:blipFill>
        <p:spPr>
          <a:xfrm>
            <a:off x="6217436" y="1440688"/>
            <a:ext cx="468739" cy="359100"/>
          </a:xfrm>
          <a:prstGeom prst="rect">
            <a:avLst/>
          </a:prstGeom>
          <a:noFill/>
          <a:ln>
            <a:noFill/>
          </a:ln>
        </p:spPr>
      </p:pic>
      <p:pic>
        <p:nvPicPr>
          <p:cNvPr id="215" name="Google Shape;215;g260dc0a9a77_0_0"/>
          <p:cNvPicPr preferRelativeResize="0"/>
          <p:nvPr/>
        </p:nvPicPr>
        <p:blipFill rotWithShape="1">
          <a:blip r:embed="rId5">
            <a:alphaModFix/>
          </a:blip>
          <a:srcRect b="0" l="0" r="0" t="0"/>
          <a:stretch/>
        </p:blipFill>
        <p:spPr>
          <a:xfrm>
            <a:off x="5833275" y="1799788"/>
            <a:ext cx="468739" cy="359100"/>
          </a:xfrm>
          <a:prstGeom prst="rect">
            <a:avLst/>
          </a:prstGeom>
          <a:noFill/>
          <a:ln>
            <a:noFill/>
          </a:ln>
        </p:spPr>
      </p:pic>
      <p:pic>
        <p:nvPicPr>
          <p:cNvPr id="216" name="Google Shape;216;g260dc0a9a77_0_0"/>
          <p:cNvPicPr preferRelativeResize="0"/>
          <p:nvPr/>
        </p:nvPicPr>
        <p:blipFill rotWithShape="1">
          <a:blip r:embed="rId5">
            <a:alphaModFix/>
          </a:blip>
          <a:srcRect b="0" l="0" r="0" t="0"/>
          <a:stretch/>
        </p:blipFill>
        <p:spPr>
          <a:xfrm>
            <a:off x="6147477" y="1799788"/>
            <a:ext cx="468739" cy="359100"/>
          </a:xfrm>
          <a:prstGeom prst="rect">
            <a:avLst/>
          </a:prstGeom>
          <a:noFill/>
          <a:ln>
            <a:noFill/>
          </a:ln>
        </p:spPr>
      </p:pic>
      <p:pic>
        <p:nvPicPr>
          <p:cNvPr id="217" name="Google Shape;217;g260dc0a9a77_0_0"/>
          <p:cNvPicPr preferRelativeResize="0"/>
          <p:nvPr/>
        </p:nvPicPr>
        <p:blipFill rotWithShape="1">
          <a:blip r:embed="rId5">
            <a:alphaModFix/>
          </a:blip>
          <a:srcRect b="0" l="0" r="0" t="0"/>
          <a:stretch/>
        </p:blipFill>
        <p:spPr>
          <a:xfrm>
            <a:off x="5833275" y="2996688"/>
            <a:ext cx="468739" cy="359100"/>
          </a:xfrm>
          <a:prstGeom prst="rect">
            <a:avLst/>
          </a:prstGeom>
          <a:noFill/>
          <a:ln>
            <a:noFill/>
          </a:ln>
        </p:spPr>
      </p:pic>
      <p:pic>
        <p:nvPicPr>
          <p:cNvPr id="218" name="Google Shape;218;g260dc0a9a77_0_0"/>
          <p:cNvPicPr preferRelativeResize="0"/>
          <p:nvPr/>
        </p:nvPicPr>
        <p:blipFill rotWithShape="1">
          <a:blip r:embed="rId5">
            <a:alphaModFix/>
          </a:blip>
          <a:srcRect b="0" l="0" r="0" t="0"/>
          <a:stretch/>
        </p:blipFill>
        <p:spPr>
          <a:xfrm>
            <a:off x="6217436" y="2996688"/>
            <a:ext cx="468739" cy="359100"/>
          </a:xfrm>
          <a:prstGeom prst="rect">
            <a:avLst/>
          </a:prstGeom>
          <a:noFill/>
          <a:ln>
            <a:noFill/>
          </a:ln>
        </p:spPr>
      </p:pic>
      <p:pic>
        <p:nvPicPr>
          <p:cNvPr id="219" name="Google Shape;219;g260dc0a9a77_0_0"/>
          <p:cNvPicPr preferRelativeResize="0"/>
          <p:nvPr/>
        </p:nvPicPr>
        <p:blipFill rotWithShape="1">
          <a:blip r:embed="rId5">
            <a:alphaModFix/>
          </a:blip>
          <a:srcRect b="0" l="0" r="0" t="0"/>
          <a:stretch/>
        </p:blipFill>
        <p:spPr>
          <a:xfrm>
            <a:off x="5833275" y="3355788"/>
            <a:ext cx="468739" cy="359100"/>
          </a:xfrm>
          <a:prstGeom prst="rect">
            <a:avLst/>
          </a:prstGeom>
          <a:noFill/>
          <a:ln>
            <a:noFill/>
          </a:ln>
        </p:spPr>
      </p:pic>
      <p:pic>
        <p:nvPicPr>
          <p:cNvPr id="220" name="Google Shape;220;g260dc0a9a77_0_0"/>
          <p:cNvPicPr preferRelativeResize="0"/>
          <p:nvPr/>
        </p:nvPicPr>
        <p:blipFill rotWithShape="1">
          <a:blip r:embed="rId5">
            <a:alphaModFix/>
          </a:blip>
          <a:srcRect b="0" l="0" r="0" t="0"/>
          <a:stretch/>
        </p:blipFill>
        <p:spPr>
          <a:xfrm>
            <a:off x="6147477" y="3355788"/>
            <a:ext cx="468739" cy="359100"/>
          </a:xfrm>
          <a:prstGeom prst="rect">
            <a:avLst/>
          </a:prstGeom>
          <a:noFill/>
          <a:ln>
            <a:noFill/>
          </a:ln>
        </p:spPr>
      </p:pic>
      <p:pic>
        <p:nvPicPr>
          <p:cNvPr id="221" name="Google Shape;221;g260dc0a9a77_0_0"/>
          <p:cNvPicPr preferRelativeResize="0"/>
          <p:nvPr/>
        </p:nvPicPr>
        <p:blipFill rotWithShape="1">
          <a:blip r:embed="rId5">
            <a:alphaModFix/>
          </a:blip>
          <a:srcRect b="0" l="0" r="0" t="0"/>
          <a:stretch/>
        </p:blipFill>
        <p:spPr>
          <a:xfrm>
            <a:off x="5833275" y="3714888"/>
            <a:ext cx="468739" cy="359100"/>
          </a:xfrm>
          <a:prstGeom prst="rect">
            <a:avLst/>
          </a:prstGeom>
          <a:noFill/>
          <a:ln>
            <a:noFill/>
          </a:ln>
        </p:spPr>
      </p:pic>
      <p:pic>
        <p:nvPicPr>
          <p:cNvPr id="222" name="Google Shape;222;g260dc0a9a77_0_0"/>
          <p:cNvPicPr preferRelativeResize="0"/>
          <p:nvPr/>
        </p:nvPicPr>
        <p:blipFill rotWithShape="1">
          <a:blip r:embed="rId5">
            <a:alphaModFix/>
          </a:blip>
          <a:srcRect b="0" l="0" r="0" t="0"/>
          <a:stretch/>
        </p:blipFill>
        <p:spPr>
          <a:xfrm>
            <a:off x="6217436" y="3714888"/>
            <a:ext cx="468739" cy="359100"/>
          </a:xfrm>
          <a:prstGeom prst="rect">
            <a:avLst/>
          </a:prstGeom>
          <a:noFill/>
          <a:ln>
            <a:noFill/>
          </a:ln>
        </p:spPr>
      </p:pic>
      <p:sp>
        <p:nvSpPr>
          <p:cNvPr id="223" name="Google Shape;223;g260dc0a9a77_0_0"/>
          <p:cNvSpPr txBox="1"/>
          <p:nvPr/>
        </p:nvSpPr>
        <p:spPr>
          <a:xfrm>
            <a:off x="3932764" y="3288300"/>
            <a:ext cx="649800" cy="815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100"/>
              <a:buFont typeface="Arial"/>
              <a:buNone/>
            </a:pPr>
            <a:r>
              <a:rPr b="1" i="0" lang="es-ES" sz="4100" u="none" cap="none" strike="noStrike">
                <a:solidFill>
                  <a:schemeClr val="dk1"/>
                </a:solidFill>
                <a:latin typeface="Patrick Hand"/>
                <a:ea typeface="Patrick Hand"/>
                <a:cs typeface="Patrick Hand"/>
                <a:sym typeface="Patrick Hand"/>
              </a:rPr>
              <a:t>+ </a:t>
            </a:r>
            <a:endParaRPr b="1" i="0" sz="1800" u="none" cap="none" strike="noStrike">
              <a:solidFill>
                <a:srgbClr val="000000"/>
              </a:solidFill>
              <a:latin typeface="Arial"/>
              <a:ea typeface="Arial"/>
              <a:cs typeface="Arial"/>
              <a:sym typeface="Arial"/>
            </a:endParaRPr>
          </a:p>
        </p:txBody>
      </p:sp>
      <p:cxnSp>
        <p:nvCxnSpPr>
          <p:cNvPr id="224" name="Google Shape;224;g260dc0a9a77_0_0"/>
          <p:cNvCxnSpPr>
            <a:stCxn id="216" idx="1"/>
            <a:endCxn id="209" idx="0"/>
          </p:cNvCxnSpPr>
          <p:nvPr/>
        </p:nvCxnSpPr>
        <p:spPr>
          <a:xfrm rot="10800000">
            <a:off x="5005377" y="1440838"/>
            <a:ext cx="1142100" cy="538500"/>
          </a:xfrm>
          <a:prstGeom prst="curvedConnector4">
            <a:avLst>
              <a:gd fmla="val 47176" name="adj1"/>
              <a:gd fmla="val 189403" name="adj2"/>
            </a:avLst>
          </a:prstGeom>
          <a:noFill/>
          <a:ln cap="flat" cmpd="sng" w="28575">
            <a:solidFill>
              <a:srgbClr val="009287"/>
            </a:solidFill>
            <a:prstDash val="solid"/>
            <a:round/>
            <a:headEnd len="sm" w="sm" type="none"/>
            <a:tailEnd len="med" w="med" type="triangle"/>
          </a:ln>
        </p:spPr>
      </p:cxnSp>
      <p:cxnSp>
        <p:nvCxnSpPr>
          <p:cNvPr id="225" name="Google Shape;225;g260dc0a9a77_0_0"/>
          <p:cNvCxnSpPr/>
          <p:nvPr/>
        </p:nvCxnSpPr>
        <p:spPr>
          <a:xfrm>
            <a:off x="3535600" y="2505125"/>
            <a:ext cx="781800" cy="0"/>
          </a:xfrm>
          <a:prstGeom prst="straightConnector1">
            <a:avLst/>
          </a:prstGeom>
          <a:noFill/>
          <a:ln cap="flat" cmpd="sng" w="28575">
            <a:solidFill>
              <a:srgbClr val="009287"/>
            </a:solidFill>
            <a:prstDash val="solid"/>
            <a:round/>
            <a:headEnd len="sm" w="sm" type="none"/>
            <a:tailEnd len="med" w="med" type="triangle"/>
          </a:ln>
        </p:spPr>
      </p:cxnSp>
      <p:pic>
        <p:nvPicPr>
          <p:cNvPr id="226" name="Google Shape;226;g260dc0a9a77_0_0"/>
          <p:cNvPicPr preferRelativeResize="0"/>
          <p:nvPr/>
        </p:nvPicPr>
        <p:blipFill rotWithShape="1">
          <a:blip r:embed="rId4">
            <a:alphaModFix/>
          </a:blip>
          <a:srcRect b="0" l="0" r="0" t="0"/>
          <a:stretch/>
        </p:blipFill>
        <p:spPr>
          <a:xfrm>
            <a:off x="8835682" y="1422749"/>
            <a:ext cx="129013" cy="1337388"/>
          </a:xfrm>
          <a:prstGeom prst="rect">
            <a:avLst/>
          </a:prstGeom>
          <a:noFill/>
          <a:ln>
            <a:noFill/>
          </a:ln>
        </p:spPr>
      </p:pic>
      <p:pic>
        <p:nvPicPr>
          <p:cNvPr id="227" name="Google Shape;227;g260dc0a9a77_0_0"/>
          <p:cNvPicPr preferRelativeResize="0"/>
          <p:nvPr/>
        </p:nvPicPr>
        <p:blipFill rotWithShape="1">
          <a:blip r:embed="rId4">
            <a:alphaModFix/>
          </a:blip>
          <a:srcRect b="0" l="0" r="0" t="0"/>
          <a:stretch/>
        </p:blipFill>
        <p:spPr>
          <a:xfrm>
            <a:off x="8641078" y="1422749"/>
            <a:ext cx="129013" cy="1337388"/>
          </a:xfrm>
          <a:prstGeom prst="rect">
            <a:avLst/>
          </a:prstGeom>
          <a:noFill/>
          <a:ln>
            <a:noFill/>
          </a:ln>
        </p:spPr>
      </p:pic>
      <p:pic>
        <p:nvPicPr>
          <p:cNvPr id="228" name="Google Shape;228;g260dc0a9a77_0_0"/>
          <p:cNvPicPr preferRelativeResize="0"/>
          <p:nvPr/>
        </p:nvPicPr>
        <p:blipFill rotWithShape="1">
          <a:blip r:embed="rId4">
            <a:alphaModFix/>
          </a:blip>
          <a:srcRect b="0" l="0" r="0" t="0"/>
          <a:stretch/>
        </p:blipFill>
        <p:spPr>
          <a:xfrm>
            <a:off x="9014415" y="1422749"/>
            <a:ext cx="129013" cy="1337388"/>
          </a:xfrm>
          <a:prstGeom prst="rect">
            <a:avLst/>
          </a:prstGeom>
          <a:noFill/>
          <a:ln>
            <a:noFill/>
          </a:ln>
        </p:spPr>
      </p:pic>
      <p:pic>
        <p:nvPicPr>
          <p:cNvPr id="229" name="Google Shape;229;g260dc0a9a77_0_0"/>
          <p:cNvPicPr preferRelativeResize="0"/>
          <p:nvPr/>
        </p:nvPicPr>
        <p:blipFill rotWithShape="1">
          <a:blip r:embed="rId4">
            <a:alphaModFix/>
          </a:blip>
          <a:srcRect b="0" l="0" r="0" t="0"/>
          <a:stretch/>
        </p:blipFill>
        <p:spPr>
          <a:xfrm>
            <a:off x="8843620" y="2978749"/>
            <a:ext cx="129013" cy="1337388"/>
          </a:xfrm>
          <a:prstGeom prst="rect">
            <a:avLst/>
          </a:prstGeom>
          <a:noFill/>
          <a:ln>
            <a:noFill/>
          </a:ln>
        </p:spPr>
      </p:pic>
      <p:pic>
        <p:nvPicPr>
          <p:cNvPr id="230" name="Google Shape;230;g260dc0a9a77_0_0"/>
          <p:cNvPicPr preferRelativeResize="0"/>
          <p:nvPr/>
        </p:nvPicPr>
        <p:blipFill rotWithShape="1">
          <a:blip r:embed="rId4">
            <a:alphaModFix/>
          </a:blip>
          <a:srcRect b="0" l="0" r="0" t="0"/>
          <a:stretch/>
        </p:blipFill>
        <p:spPr>
          <a:xfrm>
            <a:off x="8649015" y="2978749"/>
            <a:ext cx="129013" cy="1337388"/>
          </a:xfrm>
          <a:prstGeom prst="rect">
            <a:avLst/>
          </a:prstGeom>
          <a:noFill/>
          <a:ln>
            <a:noFill/>
          </a:ln>
        </p:spPr>
      </p:pic>
      <p:pic>
        <p:nvPicPr>
          <p:cNvPr id="231" name="Google Shape;231;g260dc0a9a77_0_0"/>
          <p:cNvPicPr preferRelativeResize="0"/>
          <p:nvPr/>
        </p:nvPicPr>
        <p:blipFill rotWithShape="1">
          <a:blip r:embed="rId5">
            <a:alphaModFix/>
          </a:blip>
          <a:srcRect b="0" l="0" r="0" t="0"/>
          <a:stretch/>
        </p:blipFill>
        <p:spPr>
          <a:xfrm>
            <a:off x="9533487" y="1799788"/>
            <a:ext cx="468739" cy="359100"/>
          </a:xfrm>
          <a:prstGeom prst="rect">
            <a:avLst/>
          </a:prstGeom>
          <a:noFill/>
          <a:ln>
            <a:noFill/>
          </a:ln>
        </p:spPr>
      </p:pic>
      <p:pic>
        <p:nvPicPr>
          <p:cNvPr id="232" name="Google Shape;232;g260dc0a9a77_0_0"/>
          <p:cNvPicPr preferRelativeResize="0"/>
          <p:nvPr/>
        </p:nvPicPr>
        <p:blipFill rotWithShape="1">
          <a:blip r:embed="rId5">
            <a:alphaModFix/>
          </a:blip>
          <a:srcRect b="0" l="0" r="0" t="0"/>
          <a:stretch/>
        </p:blipFill>
        <p:spPr>
          <a:xfrm>
            <a:off x="9906798" y="1799788"/>
            <a:ext cx="468739" cy="359100"/>
          </a:xfrm>
          <a:prstGeom prst="rect">
            <a:avLst/>
          </a:prstGeom>
          <a:noFill/>
          <a:ln>
            <a:noFill/>
          </a:ln>
        </p:spPr>
      </p:pic>
      <p:sp>
        <p:nvSpPr>
          <p:cNvPr id="233" name="Google Shape;233;g260dc0a9a77_0_0"/>
          <p:cNvSpPr txBox="1"/>
          <p:nvPr/>
        </p:nvSpPr>
        <p:spPr>
          <a:xfrm>
            <a:off x="7632977" y="3270350"/>
            <a:ext cx="649800" cy="815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100"/>
              <a:buFont typeface="Arial"/>
              <a:buNone/>
            </a:pPr>
            <a:r>
              <a:rPr b="1" i="0" lang="es-ES" sz="4100" u="none" cap="none" strike="noStrike">
                <a:solidFill>
                  <a:schemeClr val="dk1"/>
                </a:solidFill>
                <a:latin typeface="Patrick Hand"/>
                <a:ea typeface="Patrick Hand"/>
                <a:cs typeface="Patrick Hand"/>
                <a:sym typeface="Patrick Hand"/>
              </a:rPr>
              <a:t>+ </a:t>
            </a:r>
            <a:endParaRPr b="1" i="0" sz="1800" u="none" cap="none" strike="noStrike">
              <a:solidFill>
                <a:srgbClr val="000000"/>
              </a:solidFill>
              <a:latin typeface="Arial"/>
              <a:ea typeface="Arial"/>
              <a:cs typeface="Arial"/>
              <a:sym typeface="Arial"/>
            </a:endParaRPr>
          </a:p>
        </p:txBody>
      </p:sp>
      <p:pic>
        <p:nvPicPr>
          <p:cNvPr id="234" name="Google Shape;234;g260dc0a9a77_0_0"/>
          <p:cNvPicPr preferRelativeResize="0"/>
          <p:nvPr/>
        </p:nvPicPr>
        <p:blipFill rotWithShape="1">
          <a:blip r:embed="rId5">
            <a:alphaModFix/>
          </a:blip>
          <a:srcRect b="0" l="0" r="0" t="0"/>
          <a:stretch/>
        </p:blipFill>
        <p:spPr>
          <a:xfrm>
            <a:off x="5812040" y="3979838"/>
            <a:ext cx="468739" cy="359100"/>
          </a:xfrm>
          <a:prstGeom prst="rect">
            <a:avLst/>
          </a:prstGeom>
          <a:noFill/>
          <a:ln>
            <a:noFill/>
          </a:ln>
        </p:spPr>
      </p:pic>
      <p:pic>
        <p:nvPicPr>
          <p:cNvPr id="235" name="Google Shape;235;g260dc0a9a77_0_0"/>
          <p:cNvPicPr preferRelativeResize="0"/>
          <p:nvPr/>
        </p:nvPicPr>
        <p:blipFill rotWithShape="1">
          <a:blip r:embed="rId5">
            <a:alphaModFix/>
          </a:blip>
          <a:srcRect b="0" l="0" r="0" t="0"/>
          <a:stretch/>
        </p:blipFill>
        <p:spPr>
          <a:xfrm>
            <a:off x="6218327" y="3979838"/>
            <a:ext cx="468739" cy="359100"/>
          </a:xfrm>
          <a:prstGeom prst="rect">
            <a:avLst/>
          </a:prstGeom>
          <a:noFill/>
          <a:ln>
            <a:noFill/>
          </a:ln>
        </p:spPr>
      </p:pic>
      <p:cxnSp>
        <p:nvCxnSpPr>
          <p:cNvPr id="236" name="Google Shape;236;g260dc0a9a77_0_0"/>
          <p:cNvCxnSpPr/>
          <p:nvPr/>
        </p:nvCxnSpPr>
        <p:spPr>
          <a:xfrm>
            <a:off x="7147913" y="2505125"/>
            <a:ext cx="781800" cy="0"/>
          </a:xfrm>
          <a:prstGeom prst="straightConnector1">
            <a:avLst/>
          </a:prstGeom>
          <a:noFill/>
          <a:ln cap="flat" cmpd="sng" w="28575">
            <a:solidFill>
              <a:srgbClr val="009287"/>
            </a:solidFill>
            <a:prstDash val="solid"/>
            <a:round/>
            <a:headEnd len="sm" w="sm" type="none"/>
            <a:tailEnd len="med" w="med" type="triangle"/>
          </a:ln>
        </p:spPr>
      </p:cxnSp>
      <p:sp>
        <p:nvSpPr>
          <p:cNvPr id="237" name="Google Shape;237;g260dc0a9a77_0_0"/>
          <p:cNvSpPr txBox="1"/>
          <p:nvPr/>
        </p:nvSpPr>
        <p:spPr>
          <a:xfrm>
            <a:off x="9399925" y="4851275"/>
            <a:ext cx="2792100" cy="160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300" u="none" cap="none" strike="noStrike">
                <a:solidFill>
                  <a:schemeClr val="dk1"/>
                </a:solidFill>
                <a:latin typeface="Patrick Hand"/>
                <a:ea typeface="Patrick Hand"/>
                <a:cs typeface="Patrick Hand"/>
                <a:sym typeface="Patrick Hand"/>
              </a:rPr>
              <a:t>Traspaso la decena. Quedando entonces 6D y 2 U. Obteniendo así el resultado de la suma. </a:t>
            </a:r>
            <a:endParaRPr b="0" i="0" sz="2300" u="none" cap="none" strike="noStrike">
              <a:solidFill>
                <a:schemeClr val="dk1"/>
              </a:solidFill>
              <a:latin typeface="Patrick Hand"/>
              <a:ea typeface="Patrick Hand"/>
              <a:cs typeface="Patrick Hand"/>
              <a:sym typeface="Patrick Hand"/>
            </a:endParaRPr>
          </a:p>
        </p:txBody>
      </p:sp>
      <p:sp>
        <p:nvSpPr>
          <p:cNvPr id="238" name="Google Shape;238;g260dc0a9a77_0_0"/>
          <p:cNvSpPr/>
          <p:nvPr/>
        </p:nvSpPr>
        <p:spPr>
          <a:xfrm>
            <a:off x="10429125" y="1545725"/>
            <a:ext cx="763975" cy="2913750"/>
          </a:xfrm>
          <a:custGeom>
            <a:rect b="b" l="l" r="r" t="t"/>
            <a:pathLst>
              <a:path extrusionOk="0" h="116550" w="30559">
                <a:moveTo>
                  <a:pt x="0" y="0"/>
                </a:moveTo>
                <a:lnTo>
                  <a:pt x="30559" y="67514"/>
                </a:lnTo>
                <a:lnTo>
                  <a:pt x="7107" y="116550"/>
                </a:lnTo>
                <a:lnTo>
                  <a:pt x="20610" y="68224"/>
                </a:lnTo>
                <a:close/>
              </a:path>
            </a:pathLst>
          </a:custGeom>
          <a:solidFill>
            <a:srgbClr val="009287"/>
          </a:solidFill>
          <a:ln cap="flat" cmpd="sng" w="9525">
            <a:solidFill>
              <a:srgbClr val="009287"/>
            </a:solidFill>
            <a:prstDash val="solid"/>
            <a:round/>
            <a:headEnd len="sm" w="sm" type="none"/>
            <a:tailEnd len="sm" w="sm" type="none"/>
          </a:ln>
        </p:spPr>
      </p:sp>
      <p:sp>
        <p:nvSpPr>
          <p:cNvPr id="239" name="Google Shape;239;g260dc0a9a77_0_0"/>
          <p:cNvSpPr txBox="1"/>
          <p:nvPr/>
        </p:nvSpPr>
        <p:spPr>
          <a:xfrm>
            <a:off x="10140375" y="2982225"/>
            <a:ext cx="30000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chemeClr val="dk1"/>
                </a:solidFill>
                <a:latin typeface="Patrick Hand"/>
                <a:ea typeface="Patrick Hand"/>
                <a:cs typeface="Patrick Hand"/>
                <a:sym typeface="Patrick Hand"/>
              </a:rPr>
              <a:t>62</a:t>
            </a:r>
            <a:endParaRPr b="0" i="0" sz="1400" u="none" cap="none" strike="noStrike">
              <a:solidFill>
                <a:srgbClr val="000000"/>
              </a:solidFill>
              <a:latin typeface="Arial"/>
              <a:ea typeface="Arial"/>
              <a:cs typeface="Arial"/>
              <a:sym typeface="Arial"/>
            </a:endParaRPr>
          </a:p>
        </p:txBody>
      </p:sp>
      <p:cxnSp>
        <p:nvCxnSpPr>
          <p:cNvPr id="240" name="Google Shape;240;g260dc0a9a77_0_0"/>
          <p:cNvCxnSpPr/>
          <p:nvPr/>
        </p:nvCxnSpPr>
        <p:spPr>
          <a:xfrm>
            <a:off x="4974725" y="5741050"/>
            <a:ext cx="533100" cy="17700"/>
          </a:xfrm>
          <a:prstGeom prst="straightConnector1">
            <a:avLst/>
          </a:prstGeom>
          <a:noFill/>
          <a:ln cap="flat" cmpd="sng" w="28575">
            <a:solidFill>
              <a:srgbClr val="009287"/>
            </a:solidFill>
            <a:prstDash val="solid"/>
            <a:round/>
            <a:headEnd len="sm" w="sm" type="none"/>
            <a:tailEnd len="med" w="med" type="triangle"/>
          </a:ln>
        </p:spPr>
      </p:cxnSp>
      <p:cxnSp>
        <p:nvCxnSpPr>
          <p:cNvPr id="241" name="Google Shape;241;g260dc0a9a77_0_0"/>
          <p:cNvCxnSpPr/>
          <p:nvPr/>
        </p:nvCxnSpPr>
        <p:spPr>
          <a:xfrm>
            <a:off x="9013325" y="5741050"/>
            <a:ext cx="533100" cy="17700"/>
          </a:xfrm>
          <a:prstGeom prst="straightConnector1">
            <a:avLst/>
          </a:prstGeom>
          <a:noFill/>
          <a:ln cap="flat" cmpd="sng" w="28575">
            <a:solidFill>
              <a:srgbClr val="009287"/>
            </a:solidFill>
            <a:prstDash val="solid"/>
            <a:round/>
            <a:headEnd len="sm" w="sm" type="none"/>
            <a:tailEnd len="med" w="med" type="triangle"/>
          </a:ln>
        </p:spPr>
      </p:cxnSp>
      <p:sp>
        <p:nvSpPr>
          <p:cNvPr id="242" name="Google Shape;242;g260dc0a9a77_0_0"/>
          <p:cNvSpPr/>
          <p:nvPr/>
        </p:nvSpPr>
        <p:spPr>
          <a:xfrm>
            <a:off x="5690950" y="1719300"/>
            <a:ext cx="1084800" cy="29139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aphicFrame>
        <p:nvGraphicFramePr>
          <p:cNvPr id="243" name="Google Shape;243;g260dc0a9a77_0_0"/>
          <p:cNvGraphicFramePr/>
          <p:nvPr/>
        </p:nvGraphicFramePr>
        <p:xfrm>
          <a:off x="1033500" y="1117438"/>
          <a:ext cx="3000000" cy="3000000"/>
        </p:xfrm>
        <a:graphic>
          <a:graphicData uri="http://schemas.openxmlformats.org/drawingml/2006/table">
            <a:tbl>
              <a:tblPr>
                <a:noFill/>
                <a:tableStyleId>{022F1375-C35D-43D4-9839-F0AD575E0F30}</a:tableStyleId>
              </a:tblPr>
              <a:tblGrid>
                <a:gridCol w="1278475"/>
                <a:gridCol w="1059975"/>
              </a:tblGrid>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graphicFrame>
        <p:nvGraphicFramePr>
          <p:cNvPr id="244" name="Google Shape;244;g260dc0a9a77_0_0"/>
          <p:cNvGraphicFramePr/>
          <p:nvPr/>
        </p:nvGraphicFramePr>
        <p:xfrm>
          <a:off x="4543625" y="1117438"/>
          <a:ext cx="3000000" cy="3000000"/>
        </p:xfrm>
        <a:graphic>
          <a:graphicData uri="http://schemas.openxmlformats.org/drawingml/2006/table">
            <a:tbl>
              <a:tblPr>
                <a:noFill/>
                <a:tableStyleId>{022F1375-C35D-43D4-9839-F0AD575E0F30}</a:tableStyleId>
              </a:tblPr>
              <a:tblGrid>
                <a:gridCol w="1278475"/>
                <a:gridCol w="1059975"/>
              </a:tblGrid>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graphicFrame>
        <p:nvGraphicFramePr>
          <p:cNvPr id="245" name="Google Shape;245;g260dc0a9a77_0_0"/>
          <p:cNvGraphicFramePr/>
          <p:nvPr/>
        </p:nvGraphicFramePr>
        <p:xfrm>
          <a:off x="8010200" y="1117438"/>
          <a:ext cx="3000000" cy="3000000"/>
        </p:xfrm>
        <a:graphic>
          <a:graphicData uri="http://schemas.openxmlformats.org/drawingml/2006/table">
            <a:tbl>
              <a:tblPr>
                <a:noFill/>
                <a:tableStyleId>{022F1375-C35D-43D4-9839-F0AD575E0F30}</a:tableStyleId>
              </a:tblPr>
              <a:tblGrid>
                <a:gridCol w="1278475"/>
                <a:gridCol w="1059975"/>
              </a:tblGrid>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671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60dc0a9a77_0_2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1" name="Google Shape;251;g260dc0a9a77_0_2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52" name="Google Shape;252;g260dc0a9a77_0_2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53" name="Google Shape;253;g260dc0a9a77_0_214"/>
          <p:cNvSpPr txBox="1"/>
          <p:nvPr/>
        </p:nvSpPr>
        <p:spPr>
          <a:xfrm>
            <a:off x="251625" y="283775"/>
            <a:ext cx="11398200" cy="355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300" u="sng" cap="none" strike="noStrike">
                <a:solidFill>
                  <a:schemeClr val="dk1"/>
                </a:solidFill>
                <a:latin typeface="Patrick Hand"/>
                <a:ea typeface="Patrick Hand"/>
                <a:cs typeface="Patrick Hand"/>
                <a:sym typeface="Patrick Hand"/>
              </a:rPr>
              <a:t>Agrupar </a:t>
            </a:r>
            <a:endParaRPr b="1" i="0" sz="3300" u="sng"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Lo que vimos en la diapositiva anterior se llama agrupar.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Cuando realizamos una suma tenemos que recordar que las unidades pueden llegar máximo hasta el 9, luego cuando ya son 10 o más hay que agrupar en decenas.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Ejemplo y pasos para resolver una adición agrupando: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p:txBody>
      </p:sp>
      <p:sp>
        <p:nvSpPr>
          <p:cNvPr id="254" name="Google Shape;254;g260dc0a9a77_0_214"/>
          <p:cNvSpPr txBox="1"/>
          <p:nvPr/>
        </p:nvSpPr>
        <p:spPr>
          <a:xfrm>
            <a:off x="5241225" y="3530075"/>
            <a:ext cx="2043300" cy="14160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5  5</a:t>
            </a:r>
            <a:endParaRPr b="0" i="0" sz="4000" u="none" cap="none" strike="noStrike">
              <a:solidFill>
                <a:schemeClr val="dk1"/>
              </a:solidFill>
              <a:latin typeface="Patrick Hand"/>
              <a:ea typeface="Patrick Hand"/>
              <a:cs typeface="Patrick Hand"/>
              <a:sym typeface="Patrick Hand"/>
            </a:endParaRPr>
          </a:p>
          <a:p>
            <a:pPr indent="-457200" lvl="0" marL="457200" marR="0" rtl="0" algn="ctr">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2  8</a:t>
            </a:r>
            <a:endParaRPr b="0" i="0" sz="4000" u="none" cap="none" strike="noStrike">
              <a:solidFill>
                <a:schemeClr val="dk1"/>
              </a:solidFill>
              <a:latin typeface="Patrick Hand"/>
              <a:ea typeface="Patrick Hand"/>
              <a:cs typeface="Patrick Hand"/>
              <a:sym typeface="Patrick Hand"/>
            </a:endParaRPr>
          </a:p>
        </p:txBody>
      </p:sp>
      <p:cxnSp>
        <p:nvCxnSpPr>
          <p:cNvPr id="255" name="Google Shape;255;g260dc0a9a77_0_214"/>
          <p:cNvCxnSpPr/>
          <p:nvPr/>
        </p:nvCxnSpPr>
        <p:spPr>
          <a:xfrm flipH="1">
            <a:off x="6378350" y="4946075"/>
            <a:ext cx="17700" cy="1041300"/>
          </a:xfrm>
          <a:prstGeom prst="straightConnector1">
            <a:avLst/>
          </a:prstGeom>
          <a:noFill/>
          <a:ln cap="flat" cmpd="sng" w="28575">
            <a:solidFill>
              <a:srgbClr val="009287"/>
            </a:solidFill>
            <a:prstDash val="solid"/>
            <a:round/>
            <a:headEnd len="sm" w="sm" type="none"/>
            <a:tailEnd len="med" w="med" type="triangle"/>
          </a:ln>
        </p:spPr>
      </p:cxnSp>
      <p:sp>
        <p:nvSpPr>
          <p:cNvPr id="256" name="Google Shape;256;g260dc0a9a77_0_214"/>
          <p:cNvSpPr txBox="1"/>
          <p:nvPr/>
        </p:nvSpPr>
        <p:spPr>
          <a:xfrm>
            <a:off x="5028025" y="5748050"/>
            <a:ext cx="4281900" cy="66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Pasos para resolverla</a:t>
            </a:r>
            <a:endParaRPr b="0" i="0" sz="1400" u="none" cap="none" strike="noStrike">
              <a:solidFill>
                <a:srgbClr val="000000"/>
              </a:solidFill>
              <a:latin typeface="Arial"/>
              <a:ea typeface="Arial"/>
              <a:cs typeface="Arial"/>
              <a:sym typeface="Arial"/>
            </a:endParaRPr>
          </a:p>
        </p:txBody>
      </p:sp>
      <p:pic>
        <p:nvPicPr>
          <p:cNvPr id="257" name="Google Shape;257;g260dc0a9a77_0_214"/>
          <p:cNvPicPr preferRelativeResize="0"/>
          <p:nvPr/>
        </p:nvPicPr>
        <p:blipFill>
          <a:blip r:embed="rId4">
            <a:alphaModFix/>
          </a:blip>
          <a:stretch>
            <a:fillRect/>
          </a:stretch>
        </p:blipFill>
        <p:spPr>
          <a:xfrm>
            <a:off x="11013475" y="52346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Forma&#10;&#10;Descripción generada automáticamente con confianza media" id="262" name="Google Shape;262;g2601a83bd95_0_78"/>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63" name="Google Shape;263;g2601a83bd95_0_78"/>
          <p:cNvSpPr txBox="1"/>
          <p:nvPr/>
        </p:nvSpPr>
        <p:spPr>
          <a:xfrm>
            <a:off x="1083775" y="736825"/>
            <a:ext cx="2007600" cy="25551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r>
              <a:rPr b="0" i="0" lang="es-ES" sz="3100" u="none" cap="none" strike="noStrike">
                <a:solidFill>
                  <a:schemeClr val="dk1"/>
                </a:solidFill>
                <a:latin typeface="Patrick Hand"/>
                <a:ea typeface="Patrick Hand"/>
                <a:cs typeface="Patrick Hand"/>
                <a:sym typeface="Patrick Hand"/>
              </a:rPr>
              <a:t>D  U</a:t>
            </a:r>
            <a:endParaRPr b="0" i="0" sz="3100" u="none" cap="none" strike="noStrike">
              <a:solidFill>
                <a:schemeClr val="dk1"/>
              </a:solidFill>
              <a:latin typeface="Patrick Hand"/>
              <a:ea typeface="Patrick Hand"/>
              <a:cs typeface="Patrick Hand"/>
              <a:sym typeface="Patrick Hand"/>
            </a:endParaRPr>
          </a:p>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5  5</a:t>
            </a:r>
            <a:endParaRPr b="0" i="0" sz="4000" u="none" cap="none" strike="noStrike">
              <a:solidFill>
                <a:schemeClr val="dk1"/>
              </a:solidFill>
              <a:latin typeface="Patrick Hand"/>
              <a:ea typeface="Patrick Hand"/>
              <a:cs typeface="Patrick Hand"/>
              <a:sym typeface="Patrick Hand"/>
            </a:endParaRPr>
          </a:p>
          <a:p>
            <a:pPr indent="-457200" lvl="0" marL="457200" marR="0" rtl="0" algn="ctr">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2  8</a:t>
            </a:r>
            <a:endParaRPr b="0" i="0" sz="4000" u="none" cap="none" strike="noStrike">
              <a:solidFill>
                <a:schemeClr val="dk1"/>
              </a:solidFill>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dk1"/>
              </a:solidFill>
              <a:latin typeface="Patrick Hand"/>
              <a:ea typeface="Patrick Hand"/>
              <a:cs typeface="Patrick Hand"/>
              <a:sym typeface="Patrick Hand"/>
            </a:endParaRPr>
          </a:p>
        </p:txBody>
      </p:sp>
      <p:sp>
        <p:nvSpPr>
          <p:cNvPr id="264" name="Google Shape;264;g2601a83bd95_0_78"/>
          <p:cNvSpPr txBox="1"/>
          <p:nvPr/>
        </p:nvSpPr>
        <p:spPr>
          <a:xfrm>
            <a:off x="-39075" y="248900"/>
            <a:ext cx="10802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Pasos: </a:t>
            </a:r>
            <a:endParaRPr b="0" i="0" sz="2400" u="none" cap="none" strike="noStrike">
              <a:solidFill>
                <a:srgbClr val="000000"/>
              </a:solidFill>
              <a:latin typeface="Arial"/>
              <a:ea typeface="Arial"/>
              <a:cs typeface="Arial"/>
              <a:sym typeface="Arial"/>
            </a:endParaRPr>
          </a:p>
        </p:txBody>
      </p:sp>
      <p:sp>
        <p:nvSpPr>
          <p:cNvPr id="265" name="Google Shape;265;g2601a83bd95_0_78"/>
          <p:cNvSpPr txBox="1"/>
          <p:nvPr/>
        </p:nvSpPr>
        <p:spPr>
          <a:xfrm>
            <a:off x="1159975" y="3231925"/>
            <a:ext cx="4956900" cy="309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700" u="none" cap="none" strike="noStrike">
                <a:solidFill>
                  <a:schemeClr val="dk1"/>
                </a:solidFill>
                <a:latin typeface="Patrick Hand"/>
                <a:ea typeface="Patrick Hand"/>
                <a:cs typeface="Patrick Hand"/>
                <a:sym typeface="Patrick Hand"/>
              </a:rPr>
              <a:t>Comienzo sumando las unidades. En este caso 5 + 8 = 13. Puedo agrupar 10 unidades en 1 decena. Entonces me quedan 1 decena y 3 unidades. Las unidades las escribo bajo las unidades y la decena sobre las decenas de la suma. </a:t>
            </a:r>
            <a:endParaRPr b="0" i="0" sz="2700" u="none" cap="none" strike="noStrike">
              <a:solidFill>
                <a:schemeClr val="dk1"/>
              </a:solidFill>
              <a:latin typeface="Patrick Hand"/>
              <a:ea typeface="Patrick Hand"/>
              <a:cs typeface="Patrick Hand"/>
              <a:sym typeface="Patrick Hand"/>
            </a:endParaRPr>
          </a:p>
        </p:txBody>
      </p:sp>
      <p:sp>
        <p:nvSpPr>
          <p:cNvPr id="266" name="Google Shape;266;g2601a83bd95_0_78"/>
          <p:cNvSpPr txBox="1"/>
          <p:nvPr/>
        </p:nvSpPr>
        <p:spPr>
          <a:xfrm>
            <a:off x="7088975" y="3375150"/>
            <a:ext cx="50991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700" u="none" cap="none" strike="noStrike">
                <a:solidFill>
                  <a:schemeClr val="dk1"/>
                </a:solidFill>
                <a:latin typeface="Patrick Hand"/>
                <a:ea typeface="Patrick Hand"/>
                <a:cs typeface="Patrick Hand"/>
                <a:sym typeface="Patrick Hand"/>
              </a:rPr>
              <a:t>Luego sumo las decenas, en este caso 5 + 2 = 7 y le tengo que sumar también el 1 que tenía reservado. 2 + 5 +1 = 8</a:t>
            </a:r>
            <a:endParaRPr b="0" i="0" sz="27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700" u="none" cap="none" strike="noStrike">
                <a:solidFill>
                  <a:schemeClr val="dk1"/>
                </a:solidFill>
                <a:latin typeface="Patrick Hand"/>
                <a:ea typeface="Patrick Hand"/>
                <a:cs typeface="Patrick Hand"/>
                <a:sym typeface="Patrick Hand"/>
              </a:rPr>
              <a:t>Escribo el 8 bajo las decenas. </a:t>
            </a:r>
            <a:endParaRPr b="0" i="0" sz="2700" u="none" cap="none" strike="noStrike">
              <a:solidFill>
                <a:schemeClr val="dk1"/>
              </a:solidFill>
              <a:latin typeface="Patrick Hand"/>
              <a:ea typeface="Patrick Hand"/>
              <a:cs typeface="Patrick Hand"/>
              <a:sym typeface="Patrick Hand"/>
            </a:endParaRPr>
          </a:p>
        </p:txBody>
      </p:sp>
      <p:sp>
        <p:nvSpPr>
          <p:cNvPr id="267" name="Google Shape;267;g2601a83bd95_0_78"/>
          <p:cNvSpPr/>
          <p:nvPr/>
        </p:nvSpPr>
        <p:spPr>
          <a:xfrm>
            <a:off x="99225" y="3827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68" name="Google Shape;268;g2601a83bd95_0_78"/>
          <p:cNvSpPr/>
          <p:nvPr/>
        </p:nvSpPr>
        <p:spPr>
          <a:xfrm>
            <a:off x="6459725" y="392765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cxnSp>
        <p:nvCxnSpPr>
          <p:cNvPr id="269" name="Google Shape;269;g2601a83bd95_0_78"/>
          <p:cNvCxnSpPr/>
          <p:nvPr/>
        </p:nvCxnSpPr>
        <p:spPr>
          <a:xfrm>
            <a:off x="1670100" y="2663775"/>
            <a:ext cx="1385700" cy="1200"/>
          </a:xfrm>
          <a:prstGeom prst="straightConnector1">
            <a:avLst/>
          </a:prstGeom>
          <a:noFill/>
          <a:ln cap="flat" cmpd="sng" w="9525">
            <a:solidFill>
              <a:schemeClr val="dk1"/>
            </a:solidFill>
            <a:prstDash val="solid"/>
            <a:round/>
            <a:headEnd len="sm" w="sm" type="none"/>
            <a:tailEnd len="sm" w="sm" type="none"/>
          </a:ln>
        </p:spPr>
      </p:cxnSp>
      <p:cxnSp>
        <p:nvCxnSpPr>
          <p:cNvPr id="270" name="Google Shape;270;g2601a83bd95_0_78"/>
          <p:cNvCxnSpPr/>
          <p:nvPr/>
        </p:nvCxnSpPr>
        <p:spPr>
          <a:xfrm>
            <a:off x="5127125" y="2632025"/>
            <a:ext cx="1332600" cy="17700"/>
          </a:xfrm>
          <a:prstGeom prst="straightConnector1">
            <a:avLst/>
          </a:prstGeom>
          <a:noFill/>
          <a:ln cap="flat" cmpd="sng" w="9525">
            <a:solidFill>
              <a:schemeClr val="dk1"/>
            </a:solidFill>
            <a:prstDash val="solid"/>
            <a:round/>
            <a:headEnd len="sm" w="sm" type="none"/>
            <a:tailEnd len="sm" w="sm" type="none"/>
          </a:ln>
        </p:spPr>
      </p:cxnSp>
      <p:sp>
        <p:nvSpPr>
          <p:cNvPr id="271" name="Google Shape;271;g2601a83bd95_0_78"/>
          <p:cNvSpPr txBox="1"/>
          <p:nvPr/>
        </p:nvSpPr>
        <p:spPr>
          <a:xfrm>
            <a:off x="4607025" y="736825"/>
            <a:ext cx="2007600" cy="26013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r>
              <a:rPr b="0" i="0" lang="es-ES" sz="3100" u="none" cap="none" strike="noStrike">
                <a:solidFill>
                  <a:schemeClr val="dk1"/>
                </a:solidFill>
                <a:latin typeface="Patrick Hand"/>
                <a:ea typeface="Patrick Hand"/>
                <a:cs typeface="Patrick Hand"/>
                <a:sym typeface="Patrick Hand"/>
              </a:rPr>
              <a:t>D  U</a:t>
            </a:r>
            <a:endParaRPr b="0" i="0" sz="31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300" u="none" cap="none" strike="noStrike">
              <a:solidFill>
                <a:schemeClr val="dk1"/>
              </a:solidFill>
              <a:latin typeface="Patrick Hand"/>
              <a:ea typeface="Patrick Hand"/>
              <a:cs typeface="Patrick Hand"/>
              <a:sym typeface="Patrick Hand"/>
            </a:endParaRPr>
          </a:p>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5  5</a:t>
            </a:r>
            <a:endParaRPr b="0" i="0" sz="4000" u="none" cap="none" strike="noStrike">
              <a:solidFill>
                <a:schemeClr val="dk1"/>
              </a:solidFill>
              <a:latin typeface="Patrick Hand"/>
              <a:ea typeface="Patrick Hand"/>
              <a:cs typeface="Patrick Hand"/>
              <a:sym typeface="Patrick Hand"/>
            </a:endParaRPr>
          </a:p>
          <a:p>
            <a:pPr indent="-457200" lvl="0" marL="457200" marR="0" rtl="0" algn="ctr">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2  8</a:t>
            </a:r>
            <a:endParaRPr b="0" i="0" sz="4000" u="none" cap="none" strike="noStrike">
              <a:solidFill>
                <a:schemeClr val="dk1"/>
              </a:solidFill>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a:t>
            </a:r>
            <a:endParaRPr b="0" i="0" sz="3400" u="none" cap="none" strike="noStrike">
              <a:solidFill>
                <a:schemeClr val="dk1"/>
              </a:solidFill>
              <a:latin typeface="Patrick Hand"/>
              <a:ea typeface="Patrick Hand"/>
              <a:cs typeface="Patrick Hand"/>
              <a:sym typeface="Patrick Hand"/>
            </a:endParaRPr>
          </a:p>
        </p:txBody>
      </p:sp>
      <p:sp>
        <p:nvSpPr>
          <p:cNvPr id="272" name="Google Shape;272;g2601a83bd95_0_78"/>
          <p:cNvSpPr txBox="1"/>
          <p:nvPr/>
        </p:nvSpPr>
        <p:spPr>
          <a:xfrm>
            <a:off x="5350425" y="1113225"/>
            <a:ext cx="42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rgbClr val="FF0000"/>
                </a:solidFill>
                <a:latin typeface="Patrick Hand"/>
                <a:ea typeface="Patrick Hand"/>
                <a:cs typeface="Patrick Hand"/>
                <a:sym typeface="Patrick Hand"/>
              </a:rPr>
              <a:t>1</a:t>
            </a:r>
            <a:endParaRPr b="0" i="0" sz="1100" u="none" cap="none" strike="noStrike">
              <a:solidFill>
                <a:srgbClr val="FF0000"/>
              </a:solidFill>
              <a:latin typeface="Arial"/>
              <a:ea typeface="Arial"/>
              <a:cs typeface="Arial"/>
              <a:sym typeface="Arial"/>
            </a:endParaRPr>
          </a:p>
        </p:txBody>
      </p:sp>
      <p:sp>
        <p:nvSpPr>
          <p:cNvPr id="273" name="Google Shape;273;g2601a83bd95_0_78"/>
          <p:cNvSpPr txBox="1"/>
          <p:nvPr/>
        </p:nvSpPr>
        <p:spPr>
          <a:xfrm>
            <a:off x="8779575" y="676825"/>
            <a:ext cx="2007600" cy="26013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r>
              <a:rPr b="0" i="0" lang="es-ES" sz="3100" u="none" cap="none" strike="noStrike">
                <a:solidFill>
                  <a:schemeClr val="dk1"/>
                </a:solidFill>
                <a:latin typeface="Patrick Hand"/>
                <a:ea typeface="Patrick Hand"/>
                <a:cs typeface="Patrick Hand"/>
                <a:sym typeface="Patrick Hand"/>
              </a:rPr>
              <a:t>D  U</a:t>
            </a:r>
            <a:endParaRPr b="0" i="0" sz="31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300" u="none" cap="none" strike="noStrike">
              <a:solidFill>
                <a:schemeClr val="dk1"/>
              </a:solidFill>
              <a:latin typeface="Patrick Hand"/>
              <a:ea typeface="Patrick Hand"/>
              <a:cs typeface="Patrick Hand"/>
              <a:sym typeface="Patrick Hand"/>
            </a:endParaRPr>
          </a:p>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5  5</a:t>
            </a:r>
            <a:endParaRPr b="0" i="0" sz="4000" u="none" cap="none" strike="noStrike">
              <a:solidFill>
                <a:schemeClr val="dk1"/>
              </a:solidFill>
              <a:latin typeface="Patrick Hand"/>
              <a:ea typeface="Patrick Hand"/>
              <a:cs typeface="Patrick Hand"/>
              <a:sym typeface="Patrick Hand"/>
            </a:endParaRPr>
          </a:p>
          <a:p>
            <a:pPr indent="-457200" lvl="0" marL="457200" marR="0" rtl="0" algn="ctr">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2  8</a:t>
            </a:r>
            <a:endParaRPr b="0" i="0" sz="4000" u="none" cap="none" strike="noStrike">
              <a:solidFill>
                <a:schemeClr val="dk1"/>
              </a:solidFill>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8   3</a:t>
            </a:r>
            <a:endParaRPr b="0" i="0" sz="3400" u="none" cap="none" strike="noStrike">
              <a:solidFill>
                <a:schemeClr val="dk1"/>
              </a:solidFill>
              <a:latin typeface="Patrick Hand"/>
              <a:ea typeface="Patrick Hand"/>
              <a:cs typeface="Patrick Hand"/>
              <a:sym typeface="Patrick Hand"/>
            </a:endParaRPr>
          </a:p>
        </p:txBody>
      </p:sp>
      <p:cxnSp>
        <p:nvCxnSpPr>
          <p:cNvPr id="274" name="Google Shape;274;g2601a83bd95_0_78"/>
          <p:cNvCxnSpPr/>
          <p:nvPr/>
        </p:nvCxnSpPr>
        <p:spPr>
          <a:xfrm>
            <a:off x="9320100" y="2605325"/>
            <a:ext cx="1332600" cy="17700"/>
          </a:xfrm>
          <a:prstGeom prst="straightConnector1">
            <a:avLst/>
          </a:prstGeom>
          <a:noFill/>
          <a:ln cap="flat" cmpd="sng" w="9525">
            <a:solidFill>
              <a:schemeClr val="dk1"/>
            </a:solidFill>
            <a:prstDash val="solid"/>
            <a:round/>
            <a:headEnd len="sm" w="sm" type="none"/>
            <a:tailEnd len="sm" w="sm" type="none"/>
          </a:ln>
        </p:spPr>
      </p:cxnSp>
      <p:sp>
        <p:nvSpPr>
          <p:cNvPr id="275" name="Google Shape;275;g2601a83bd95_0_78"/>
          <p:cNvSpPr txBox="1"/>
          <p:nvPr/>
        </p:nvSpPr>
        <p:spPr>
          <a:xfrm>
            <a:off x="9501725" y="1049650"/>
            <a:ext cx="42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0" i="0" lang="es-ES" sz="3100" u="none" cap="none" strike="noStrike">
                <a:solidFill>
                  <a:srgbClr val="FF0000"/>
                </a:solidFill>
                <a:latin typeface="Patrick Hand"/>
                <a:ea typeface="Patrick Hand"/>
                <a:cs typeface="Patrick Hand"/>
                <a:sym typeface="Patrick Hand"/>
              </a:rPr>
              <a:t>1</a:t>
            </a:r>
            <a:endParaRPr b="0" i="0" sz="1100" u="none" cap="none" strike="noStrike">
              <a:solidFill>
                <a:srgbClr val="FF0000"/>
              </a:solidFill>
              <a:latin typeface="Arial"/>
              <a:ea typeface="Arial"/>
              <a:cs typeface="Arial"/>
              <a:sym typeface="Arial"/>
            </a:endParaRPr>
          </a:p>
        </p:txBody>
      </p:sp>
      <p:cxnSp>
        <p:nvCxnSpPr>
          <p:cNvPr id="276" name="Google Shape;276;g2601a83bd95_0_78"/>
          <p:cNvCxnSpPr/>
          <p:nvPr/>
        </p:nvCxnSpPr>
        <p:spPr>
          <a:xfrm>
            <a:off x="3091375" y="2014375"/>
            <a:ext cx="1705500" cy="0"/>
          </a:xfrm>
          <a:prstGeom prst="straightConnector1">
            <a:avLst/>
          </a:prstGeom>
          <a:noFill/>
          <a:ln cap="flat" cmpd="sng" w="38100">
            <a:solidFill>
              <a:srgbClr val="009287"/>
            </a:solidFill>
            <a:prstDash val="solid"/>
            <a:round/>
            <a:headEnd len="sm" w="sm" type="none"/>
            <a:tailEnd len="med" w="med" type="triangle"/>
          </a:ln>
        </p:spPr>
      </p:cxnSp>
      <p:cxnSp>
        <p:nvCxnSpPr>
          <p:cNvPr id="277" name="Google Shape;277;g2601a83bd95_0_78"/>
          <p:cNvCxnSpPr/>
          <p:nvPr/>
        </p:nvCxnSpPr>
        <p:spPr>
          <a:xfrm>
            <a:off x="7088975" y="1977475"/>
            <a:ext cx="1705500" cy="0"/>
          </a:xfrm>
          <a:prstGeom prst="straightConnector1">
            <a:avLst/>
          </a:prstGeom>
          <a:noFill/>
          <a:ln cap="flat" cmpd="sng" w="38100">
            <a:solidFill>
              <a:srgbClr val="009287"/>
            </a:solidFill>
            <a:prstDash val="solid"/>
            <a:round/>
            <a:headEnd len="sm" w="sm" type="none"/>
            <a:tailEnd len="med" w="med" type="triangle"/>
          </a:ln>
        </p:spPr>
      </p:cxnSp>
      <p:pic>
        <p:nvPicPr>
          <p:cNvPr id="278" name="Google Shape;278;g2601a83bd95_0_78"/>
          <p:cNvPicPr preferRelativeResize="0"/>
          <p:nvPr/>
        </p:nvPicPr>
        <p:blipFill>
          <a:blip r:embed="rId4">
            <a:alphaModFix/>
          </a:blip>
          <a:stretch>
            <a:fillRect/>
          </a:stretch>
        </p:blipFill>
        <p:spPr>
          <a:xfrm>
            <a:off x="11013475" y="52346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84" name="Google Shape;284;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85" name="Google Shape;285;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86" name="Google Shape;286;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87" name="Google Shape;287;g2601a83bd95_0_93"/>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288" name="Google Shape;288;g2601a83bd95_0_93"/>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4   2</a:t>
            </a:r>
            <a:endParaRPr b="0" i="0" sz="3400" u="none" cap="none" strike="noStrike">
              <a:solidFill>
                <a:srgbClr val="000000"/>
              </a:solidFill>
              <a:latin typeface="Patrick Hand"/>
              <a:ea typeface="Patrick Hand"/>
              <a:cs typeface="Patrick Hand"/>
              <a:sym typeface="Patrick Hand"/>
            </a:endParaRPr>
          </a:p>
        </p:txBody>
      </p:sp>
      <p:sp>
        <p:nvSpPr>
          <p:cNvPr id="289" name="Google Shape;289;g2601a83bd95_0_93"/>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2   7</a:t>
            </a:r>
            <a:endParaRPr b="0" i="0" sz="3400" u="none" cap="none" strike="noStrike">
              <a:solidFill>
                <a:srgbClr val="000000"/>
              </a:solidFill>
              <a:latin typeface="Patrick Hand"/>
              <a:ea typeface="Patrick Hand"/>
              <a:cs typeface="Patrick Hand"/>
              <a:sym typeface="Patrick Hand"/>
            </a:endParaRPr>
          </a:p>
        </p:txBody>
      </p:sp>
      <p:sp>
        <p:nvSpPr>
          <p:cNvPr id="290" name="Google Shape;290;g2601a83bd95_0_93"/>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6   6</a:t>
            </a:r>
            <a:endParaRPr b="0" i="0" sz="3400" u="none" cap="none" strike="noStrike">
              <a:solidFill>
                <a:srgbClr val="000000"/>
              </a:solidFill>
              <a:latin typeface="Patrick Hand"/>
              <a:ea typeface="Patrick Hand"/>
              <a:cs typeface="Patrick Hand"/>
              <a:sym typeface="Patrick Hand"/>
            </a:endParaRPr>
          </a:p>
        </p:txBody>
      </p:sp>
      <p:sp>
        <p:nvSpPr>
          <p:cNvPr id="291" name="Google Shape;291;g2601a83bd95_0_93"/>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2   4</a:t>
            </a:r>
            <a:endParaRPr b="0" i="0" sz="3400" u="none" cap="none" strike="noStrike">
              <a:solidFill>
                <a:srgbClr val="000000"/>
              </a:solidFill>
              <a:latin typeface="Patrick Hand"/>
              <a:ea typeface="Patrick Hand"/>
              <a:cs typeface="Patrick Hand"/>
              <a:sym typeface="Patrick Hand"/>
            </a:endParaRPr>
          </a:p>
        </p:txBody>
      </p:sp>
      <p:sp>
        <p:nvSpPr>
          <p:cNvPr id="292" name="Google Shape;292;g2601a83bd95_0_93"/>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a:t>
            </a:r>
            <a:endParaRPr b="0" i="0" sz="3400" u="none" cap="none" strike="noStrike">
              <a:solidFill>
                <a:srgbClr val="000000"/>
              </a:solidFill>
              <a:latin typeface="Patrick Hand"/>
              <a:ea typeface="Patrick Hand"/>
              <a:cs typeface="Patrick Hand"/>
              <a:sym typeface="Patrick Hand"/>
            </a:endParaRPr>
          </a:p>
        </p:txBody>
      </p:sp>
      <p:sp>
        <p:nvSpPr>
          <p:cNvPr id="293" name="Google Shape;293;g2601a83bd95_0_93"/>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3   6</a:t>
            </a:r>
            <a:endParaRPr b="0" i="0" sz="3400" u="none" cap="none" strike="noStrike">
              <a:solidFill>
                <a:srgbClr val="000000"/>
              </a:solidFill>
              <a:latin typeface="Patrick Hand"/>
              <a:ea typeface="Patrick Hand"/>
              <a:cs typeface="Patrick Hand"/>
              <a:sym typeface="Patrick Hand"/>
            </a:endParaRPr>
          </a:p>
        </p:txBody>
      </p:sp>
      <p:sp>
        <p:nvSpPr>
          <p:cNvPr id="294" name="Google Shape;294;g2601a83bd95_0_93"/>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8   1</a:t>
            </a:r>
            <a:endParaRPr b="0" i="0" sz="1400" u="none" cap="none" strike="noStrike">
              <a:solidFill>
                <a:srgbClr val="000000"/>
              </a:solidFill>
              <a:latin typeface="Arial"/>
              <a:ea typeface="Arial"/>
              <a:cs typeface="Arial"/>
              <a:sym typeface="Arial"/>
            </a:endParaRPr>
          </a:p>
        </p:txBody>
      </p:sp>
      <p:sp>
        <p:nvSpPr>
          <p:cNvPr id="295" name="Google Shape;295;g2601a83bd95_0_93"/>
          <p:cNvSpPr txBox="1"/>
          <p:nvPr/>
        </p:nvSpPr>
        <p:spPr>
          <a:xfrm>
            <a:off x="54570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5   6</a:t>
            </a:r>
            <a:endParaRPr b="0" i="0" sz="1400" u="none" cap="none" strike="noStrike">
              <a:solidFill>
                <a:srgbClr val="000000"/>
              </a:solidFill>
              <a:latin typeface="Arial"/>
              <a:ea typeface="Arial"/>
              <a:cs typeface="Arial"/>
              <a:sym typeface="Arial"/>
            </a:endParaRPr>
          </a:p>
        </p:txBody>
      </p:sp>
      <p:cxnSp>
        <p:nvCxnSpPr>
          <p:cNvPr id="296" name="Google Shape;296;g2601a83bd95_0_93"/>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97" name="Google Shape;297;g2601a83bd95_0_93"/>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98" name="Google Shape;298;g2601a83bd95_0_93"/>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299" name="Google Shape;299;g2601a83bd95_0_93"/>
          <p:cNvSpPr txBox="1"/>
          <p:nvPr/>
        </p:nvSpPr>
        <p:spPr>
          <a:xfrm>
            <a:off x="90484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8   2</a:t>
            </a:r>
            <a:endParaRPr b="0" i="0" sz="1400" u="none" cap="none" strike="noStrike">
              <a:solidFill>
                <a:srgbClr val="000000"/>
              </a:solidFill>
              <a:latin typeface="Arial"/>
              <a:ea typeface="Arial"/>
              <a:cs typeface="Arial"/>
              <a:sym typeface="Arial"/>
            </a:endParaRPr>
          </a:p>
        </p:txBody>
      </p:sp>
      <p:cxnSp>
        <p:nvCxnSpPr>
          <p:cNvPr id="300" name="Google Shape;300;g2601a83bd95_0_93"/>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01" name="Google Shape;301;g2601a83bd95_0_93"/>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02" name="Google Shape;302;g2601a83bd95_0_93"/>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303" name="Google Shape;303;g2601a83bd95_0_93"/>
          <p:cNvSpPr txBox="1"/>
          <p:nvPr/>
        </p:nvSpPr>
        <p:spPr>
          <a:xfrm>
            <a:off x="8972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7   3</a:t>
            </a:r>
            <a:endParaRPr b="0" i="0" sz="1400" u="none" cap="none" strike="noStrike">
              <a:solidFill>
                <a:srgbClr val="000000"/>
              </a:solidFill>
              <a:latin typeface="Arial"/>
              <a:ea typeface="Arial"/>
              <a:cs typeface="Arial"/>
              <a:sym typeface="Arial"/>
            </a:endParaRPr>
          </a:p>
        </p:txBody>
      </p:sp>
      <p:sp>
        <p:nvSpPr>
          <p:cNvPr id="304" name="Google Shape;304;g2601a83bd95_0_93"/>
          <p:cNvSpPr txBox="1"/>
          <p:nvPr/>
        </p:nvSpPr>
        <p:spPr>
          <a:xfrm>
            <a:off x="5543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9   5</a:t>
            </a:r>
            <a:endParaRPr b="0" i="0" sz="1400" u="none" cap="none" strike="noStrike">
              <a:solidFill>
                <a:srgbClr val="000000"/>
              </a:solidFill>
              <a:latin typeface="Arial"/>
              <a:ea typeface="Arial"/>
              <a:cs typeface="Arial"/>
              <a:sym typeface="Arial"/>
            </a:endParaRPr>
          </a:p>
        </p:txBody>
      </p:sp>
      <p:sp>
        <p:nvSpPr>
          <p:cNvPr id="305" name="Google Shape;305;g2601a83bd95_0_93"/>
          <p:cNvSpPr txBox="1"/>
          <p:nvPr/>
        </p:nvSpPr>
        <p:spPr>
          <a:xfrm>
            <a:off x="2197500"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8   3</a:t>
            </a:r>
            <a:endParaRPr b="0" i="0" sz="1400" u="none" cap="none" strike="noStrike">
              <a:solidFill>
                <a:srgbClr val="000000"/>
              </a:solidFill>
              <a:latin typeface="Arial"/>
              <a:ea typeface="Arial"/>
              <a:cs typeface="Arial"/>
              <a:sym typeface="Arial"/>
            </a:endParaRPr>
          </a:p>
        </p:txBody>
      </p:sp>
      <p:sp>
        <p:nvSpPr>
          <p:cNvPr id="306" name="Google Shape;306;g2601a83bd95_0_93"/>
          <p:cNvSpPr txBox="1"/>
          <p:nvPr/>
        </p:nvSpPr>
        <p:spPr>
          <a:xfrm>
            <a:off x="2197500" y="18791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7" name="Google Shape;307;g2601a83bd95_0_93"/>
          <p:cNvSpPr txBox="1"/>
          <p:nvPr/>
        </p:nvSpPr>
        <p:spPr>
          <a:xfrm>
            <a:off x="5390825" y="18159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8" name="Google Shape;308;g2601a83bd95_0_93"/>
          <p:cNvSpPr txBox="1"/>
          <p:nvPr/>
        </p:nvSpPr>
        <p:spPr>
          <a:xfrm>
            <a:off x="8917350" y="18432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09" name="Google Shape;309;g2601a83bd95_0_93"/>
          <p:cNvSpPr txBox="1"/>
          <p:nvPr/>
        </p:nvSpPr>
        <p:spPr>
          <a:xfrm>
            <a:off x="21975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10" name="Google Shape;310;g2601a83bd95_0_93"/>
          <p:cNvSpPr txBox="1"/>
          <p:nvPr/>
        </p:nvSpPr>
        <p:spPr>
          <a:xfrm>
            <a:off x="53908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11" name="Google Shape;311;g2601a83bd95_0_93"/>
          <p:cNvSpPr txBox="1"/>
          <p:nvPr/>
        </p:nvSpPr>
        <p:spPr>
          <a:xfrm>
            <a:off x="891735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312" name="Google Shape;312;g2601a83bd95_0_93"/>
          <p:cNvPicPr preferRelativeResize="0"/>
          <p:nvPr/>
        </p:nvPicPr>
        <p:blipFill>
          <a:blip r:embed="rId4">
            <a:alphaModFix/>
          </a:blip>
          <a:stretch>
            <a:fillRect/>
          </a:stretch>
        </p:blipFill>
        <p:spPr>
          <a:xfrm>
            <a:off x="11013475"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260dc0a9a77_0_2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18" name="Google Shape;318;g260dc0a9a77_0_2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19" name="Google Shape;319;g260dc0a9a77_0_24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20" name="Google Shape;320;g260dc0a9a77_0_247"/>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21" name="Google Shape;321;g260dc0a9a77_0_247"/>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322" name="Google Shape;322;g260dc0a9a77_0_247"/>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3   6</a:t>
            </a:r>
            <a:endParaRPr b="0" i="0" sz="3400" u="none" cap="none" strike="noStrike">
              <a:solidFill>
                <a:srgbClr val="000000"/>
              </a:solidFill>
              <a:latin typeface="Patrick Hand"/>
              <a:ea typeface="Patrick Hand"/>
              <a:cs typeface="Patrick Hand"/>
              <a:sym typeface="Patrick Hand"/>
            </a:endParaRPr>
          </a:p>
        </p:txBody>
      </p:sp>
      <p:sp>
        <p:nvSpPr>
          <p:cNvPr id="323" name="Google Shape;323;g260dc0a9a77_0_247"/>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1   8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2   5</a:t>
            </a:r>
            <a:endParaRPr b="0" i="0" sz="3400" u="none" cap="none" strike="noStrike">
              <a:solidFill>
                <a:srgbClr val="000000"/>
              </a:solidFill>
              <a:latin typeface="Patrick Hand"/>
              <a:ea typeface="Patrick Hand"/>
              <a:cs typeface="Patrick Hand"/>
              <a:sym typeface="Patrick Hand"/>
            </a:endParaRPr>
          </a:p>
        </p:txBody>
      </p:sp>
      <p:sp>
        <p:nvSpPr>
          <p:cNvPr id="324" name="Google Shape;324;g260dc0a9a77_0_247"/>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7  2</a:t>
            </a:r>
            <a:endParaRPr b="0" i="0" sz="3400" u="none" cap="none" strike="noStrike">
              <a:solidFill>
                <a:srgbClr val="000000"/>
              </a:solidFill>
              <a:latin typeface="Patrick Hand"/>
              <a:ea typeface="Patrick Hand"/>
              <a:cs typeface="Patrick Hand"/>
              <a:sym typeface="Patrick Hand"/>
            </a:endParaRPr>
          </a:p>
        </p:txBody>
      </p:sp>
      <p:sp>
        <p:nvSpPr>
          <p:cNvPr id="325" name="Google Shape;325;g260dc0a9a77_0_247"/>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2  9 </a:t>
            </a:r>
            <a:endParaRPr b="0" i="0" sz="3400" u="none" cap="none" strike="noStrike">
              <a:solidFill>
                <a:srgbClr val="000000"/>
              </a:solidFill>
              <a:latin typeface="Patrick Hand"/>
              <a:ea typeface="Patrick Hand"/>
              <a:cs typeface="Patrick Hand"/>
              <a:sym typeface="Patrick Hand"/>
            </a:endParaRPr>
          </a:p>
        </p:txBody>
      </p:sp>
      <p:sp>
        <p:nvSpPr>
          <p:cNvPr id="326" name="Google Shape;326;g260dc0a9a77_0_247"/>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1   9</a:t>
            </a:r>
            <a:endParaRPr b="0" i="0" sz="3400" u="none" cap="none" strike="noStrike">
              <a:solidFill>
                <a:srgbClr val="000000"/>
              </a:solidFill>
              <a:latin typeface="Patrick Hand"/>
              <a:ea typeface="Patrick Hand"/>
              <a:cs typeface="Patrick Hand"/>
              <a:sym typeface="Patrick Hand"/>
            </a:endParaRPr>
          </a:p>
        </p:txBody>
      </p:sp>
      <p:sp>
        <p:nvSpPr>
          <p:cNvPr id="327" name="Google Shape;327;g260dc0a9a77_0_247"/>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4   4</a:t>
            </a:r>
            <a:endParaRPr b="0" i="0" sz="3400" u="none" cap="none" strike="noStrike">
              <a:solidFill>
                <a:srgbClr val="000000"/>
              </a:solidFill>
              <a:latin typeface="Patrick Hand"/>
              <a:ea typeface="Patrick Hand"/>
              <a:cs typeface="Patrick Hand"/>
              <a:sym typeface="Patrick Hand"/>
            </a:endParaRPr>
          </a:p>
        </p:txBody>
      </p:sp>
      <p:sp>
        <p:nvSpPr>
          <p:cNvPr id="328" name="Google Shape;328;g260dc0a9a77_0_247"/>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9   2</a:t>
            </a:r>
            <a:endParaRPr b="0" i="0" sz="1400" u="none" cap="none" strike="noStrike">
              <a:solidFill>
                <a:srgbClr val="000000"/>
              </a:solidFill>
              <a:latin typeface="Arial"/>
              <a:ea typeface="Arial"/>
              <a:cs typeface="Arial"/>
              <a:sym typeface="Arial"/>
            </a:endParaRPr>
          </a:p>
        </p:txBody>
      </p:sp>
      <p:sp>
        <p:nvSpPr>
          <p:cNvPr id="329" name="Google Shape;329;g260dc0a9a77_0_247"/>
          <p:cNvSpPr txBox="1"/>
          <p:nvPr/>
        </p:nvSpPr>
        <p:spPr>
          <a:xfrm>
            <a:off x="54570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4   3</a:t>
            </a:r>
            <a:endParaRPr b="0" i="0" sz="1400" u="none" cap="none" strike="noStrike">
              <a:solidFill>
                <a:srgbClr val="000000"/>
              </a:solidFill>
              <a:latin typeface="Arial"/>
              <a:ea typeface="Arial"/>
              <a:cs typeface="Arial"/>
              <a:sym typeface="Arial"/>
            </a:endParaRPr>
          </a:p>
        </p:txBody>
      </p:sp>
      <p:cxnSp>
        <p:nvCxnSpPr>
          <p:cNvPr id="330" name="Google Shape;330;g260dc0a9a77_0_247"/>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1" name="Google Shape;331;g260dc0a9a77_0_247"/>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g260dc0a9a77_0_247"/>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333" name="Google Shape;333;g260dc0a9a77_0_247"/>
          <p:cNvSpPr txBox="1"/>
          <p:nvPr/>
        </p:nvSpPr>
        <p:spPr>
          <a:xfrm>
            <a:off x="90484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a:t>
            </a:r>
            <a:endParaRPr b="0" i="0" sz="1400" u="none" cap="none" strike="noStrike">
              <a:solidFill>
                <a:srgbClr val="000000"/>
              </a:solidFill>
              <a:latin typeface="Arial"/>
              <a:ea typeface="Arial"/>
              <a:cs typeface="Arial"/>
              <a:sym typeface="Arial"/>
            </a:endParaRPr>
          </a:p>
        </p:txBody>
      </p:sp>
      <p:cxnSp>
        <p:nvCxnSpPr>
          <p:cNvPr id="334" name="Google Shape;334;g260dc0a9a77_0_247"/>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5" name="Google Shape;335;g260dc0a9a77_0_247"/>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6" name="Google Shape;336;g260dc0a9a77_0_247"/>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337" name="Google Shape;337;g260dc0a9a77_0_247"/>
          <p:cNvSpPr txBox="1"/>
          <p:nvPr/>
        </p:nvSpPr>
        <p:spPr>
          <a:xfrm>
            <a:off x="8972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8   1</a:t>
            </a:r>
            <a:endParaRPr b="0" i="0" sz="1400" u="none" cap="none" strike="noStrike">
              <a:solidFill>
                <a:srgbClr val="000000"/>
              </a:solidFill>
              <a:latin typeface="Arial"/>
              <a:ea typeface="Arial"/>
              <a:cs typeface="Arial"/>
              <a:sym typeface="Arial"/>
            </a:endParaRPr>
          </a:p>
        </p:txBody>
      </p:sp>
      <p:sp>
        <p:nvSpPr>
          <p:cNvPr id="338" name="Google Shape;338;g260dc0a9a77_0_247"/>
          <p:cNvSpPr txBox="1"/>
          <p:nvPr/>
        </p:nvSpPr>
        <p:spPr>
          <a:xfrm>
            <a:off x="5543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9   0</a:t>
            </a:r>
            <a:endParaRPr b="0" i="0" sz="1400" u="none" cap="none" strike="noStrike">
              <a:solidFill>
                <a:srgbClr val="000000"/>
              </a:solidFill>
              <a:latin typeface="Arial"/>
              <a:ea typeface="Arial"/>
              <a:cs typeface="Arial"/>
              <a:sym typeface="Arial"/>
            </a:endParaRPr>
          </a:p>
        </p:txBody>
      </p:sp>
      <p:sp>
        <p:nvSpPr>
          <p:cNvPr id="339" name="Google Shape;339;g260dc0a9a77_0_247"/>
          <p:cNvSpPr txBox="1"/>
          <p:nvPr/>
        </p:nvSpPr>
        <p:spPr>
          <a:xfrm>
            <a:off x="2197500"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5   2</a:t>
            </a:r>
            <a:endParaRPr b="0" i="0" sz="1400" u="none" cap="none" strike="noStrike">
              <a:solidFill>
                <a:srgbClr val="000000"/>
              </a:solidFill>
              <a:latin typeface="Arial"/>
              <a:ea typeface="Arial"/>
              <a:cs typeface="Arial"/>
              <a:sym typeface="Arial"/>
            </a:endParaRPr>
          </a:p>
        </p:txBody>
      </p:sp>
      <p:sp>
        <p:nvSpPr>
          <p:cNvPr id="340" name="Google Shape;340;g260dc0a9a77_0_247"/>
          <p:cNvSpPr txBox="1"/>
          <p:nvPr/>
        </p:nvSpPr>
        <p:spPr>
          <a:xfrm>
            <a:off x="2197500" y="18791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1" name="Google Shape;341;g260dc0a9a77_0_247"/>
          <p:cNvSpPr txBox="1"/>
          <p:nvPr/>
        </p:nvSpPr>
        <p:spPr>
          <a:xfrm>
            <a:off x="5390825" y="18159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2" name="Google Shape;342;g260dc0a9a77_0_247"/>
          <p:cNvSpPr txBox="1"/>
          <p:nvPr/>
        </p:nvSpPr>
        <p:spPr>
          <a:xfrm>
            <a:off x="8917350" y="18432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3" name="Google Shape;343;g260dc0a9a77_0_247"/>
          <p:cNvSpPr txBox="1"/>
          <p:nvPr/>
        </p:nvSpPr>
        <p:spPr>
          <a:xfrm>
            <a:off x="21975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4" name="Google Shape;344;g260dc0a9a77_0_247"/>
          <p:cNvSpPr txBox="1"/>
          <p:nvPr/>
        </p:nvSpPr>
        <p:spPr>
          <a:xfrm>
            <a:off x="53908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345" name="Google Shape;345;g260dc0a9a77_0_247"/>
          <p:cNvSpPr txBox="1"/>
          <p:nvPr/>
        </p:nvSpPr>
        <p:spPr>
          <a:xfrm>
            <a:off x="891735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346" name="Google Shape;346;g260dc0a9a77_0_247"/>
          <p:cNvPicPr preferRelativeResize="0"/>
          <p:nvPr/>
        </p:nvPicPr>
        <p:blipFill>
          <a:blip r:embed="rId4">
            <a:alphaModFix/>
          </a:blip>
          <a:stretch>
            <a:fillRect/>
          </a:stretch>
        </p:blipFill>
        <p:spPr>
          <a:xfrm>
            <a:off x="11013475"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descr="Forma&#10;&#10;Descripción generada automáticamente con confianza media" id="351" name="Google Shape;351;g2b502cc01f7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2" name="Google Shape;352;g2b502cc01f7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53" name="Google Shape;353;g2b502cc01f7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354" name="Google Shape;354;g2b502cc01f7_0_0" title="Resumen - Suma (5) - 2 dígitos con reagrupación">
            <a:hlinkClick r:id="rId4"/>
          </p:cNvPr>
          <p:cNvPicPr preferRelativeResize="0"/>
          <p:nvPr/>
        </p:nvPicPr>
        <p:blipFill>
          <a:blip r:embed="rId5">
            <a:alphaModFix/>
          </a:blip>
          <a:stretch>
            <a:fillRect/>
          </a:stretch>
        </p:blipFill>
        <p:spPr>
          <a:xfrm>
            <a:off x="1744325" y="1398450"/>
            <a:ext cx="8703550" cy="4895750"/>
          </a:xfrm>
          <a:prstGeom prst="rect">
            <a:avLst/>
          </a:prstGeom>
          <a:noFill/>
          <a:ln cap="flat" cmpd="sng" w="28575">
            <a:solidFill>
              <a:schemeClr val="dk2"/>
            </a:solidFill>
            <a:prstDash val="solid"/>
            <a:round/>
            <a:headEnd len="sm" w="sm" type="none"/>
            <a:tailEnd len="sm" w="sm" type="none"/>
          </a:ln>
        </p:spPr>
      </p:pic>
      <p:pic>
        <p:nvPicPr>
          <p:cNvPr id="355" name="Google Shape;355;g2b502cc01f7_0_0"/>
          <p:cNvPicPr preferRelativeResize="0"/>
          <p:nvPr/>
        </p:nvPicPr>
        <p:blipFill>
          <a:blip r:embed="rId6">
            <a:alphaModFix/>
          </a:blip>
          <a:stretch>
            <a:fillRect/>
          </a:stretch>
        </p:blipFill>
        <p:spPr>
          <a:xfrm>
            <a:off x="11013475"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265b9acf521_0_97"/>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1" name="Google Shape;361;g265b9acf521_0_97"/>
          <p:cNvSpPr txBox="1"/>
          <p:nvPr/>
        </p:nvSpPr>
        <p:spPr>
          <a:xfrm>
            <a:off x="6739667" y="577870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https://forms.gle/W4TxTmH9G27ffUBz6</a:t>
            </a:r>
            <a:endParaRPr sz="1900"/>
          </a:p>
        </p:txBody>
      </p:sp>
      <p:sp>
        <p:nvSpPr>
          <p:cNvPr id="362" name="Google Shape;362;g265b9acf521_0_97"/>
          <p:cNvSpPr txBox="1"/>
          <p:nvPr/>
        </p:nvSpPr>
        <p:spPr>
          <a:xfrm>
            <a:off x="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suma representa?</a:t>
            </a:r>
            <a:endParaRPr sz="1900"/>
          </a:p>
        </p:txBody>
      </p:sp>
      <p:pic>
        <p:nvPicPr>
          <p:cNvPr id="363" name="Google Shape;363;g265b9acf521_0_97"/>
          <p:cNvPicPr preferRelativeResize="0"/>
          <p:nvPr/>
        </p:nvPicPr>
        <p:blipFill rotWithShape="1">
          <a:blip r:embed="rId4">
            <a:alphaModFix/>
          </a:blip>
          <a:srcRect b="0" l="0" r="0" t="0"/>
          <a:stretch/>
        </p:blipFill>
        <p:spPr>
          <a:xfrm>
            <a:off x="1966269" y="2298697"/>
            <a:ext cx="310897" cy="1448600"/>
          </a:xfrm>
          <a:prstGeom prst="rect">
            <a:avLst/>
          </a:prstGeom>
          <a:noFill/>
          <a:ln>
            <a:noFill/>
          </a:ln>
        </p:spPr>
      </p:pic>
      <p:pic>
        <p:nvPicPr>
          <p:cNvPr id="364" name="Google Shape;364;g265b9acf521_0_97"/>
          <p:cNvPicPr preferRelativeResize="0"/>
          <p:nvPr/>
        </p:nvPicPr>
        <p:blipFill rotWithShape="1">
          <a:blip r:embed="rId5">
            <a:alphaModFix/>
          </a:blip>
          <a:srcRect b="0" l="0" r="0" t="0"/>
          <a:stretch/>
        </p:blipFill>
        <p:spPr>
          <a:xfrm>
            <a:off x="2544033" y="2532350"/>
            <a:ext cx="753567" cy="526866"/>
          </a:xfrm>
          <a:prstGeom prst="rect">
            <a:avLst/>
          </a:prstGeom>
          <a:noFill/>
          <a:ln>
            <a:noFill/>
          </a:ln>
        </p:spPr>
      </p:pic>
      <p:pic>
        <p:nvPicPr>
          <p:cNvPr id="365" name="Google Shape;365;g265b9acf521_0_97"/>
          <p:cNvPicPr preferRelativeResize="0"/>
          <p:nvPr/>
        </p:nvPicPr>
        <p:blipFill rotWithShape="1">
          <a:blip r:embed="rId5">
            <a:alphaModFix/>
          </a:blip>
          <a:srcRect b="0" l="0" r="0" t="0"/>
          <a:stretch/>
        </p:blipFill>
        <p:spPr>
          <a:xfrm>
            <a:off x="3564467" y="2481783"/>
            <a:ext cx="753567" cy="526866"/>
          </a:xfrm>
          <a:prstGeom prst="rect">
            <a:avLst/>
          </a:prstGeom>
          <a:noFill/>
          <a:ln>
            <a:noFill/>
          </a:ln>
        </p:spPr>
      </p:pic>
      <p:pic>
        <p:nvPicPr>
          <p:cNvPr id="366" name="Google Shape;366;g265b9acf521_0_97"/>
          <p:cNvPicPr preferRelativeResize="0"/>
          <p:nvPr/>
        </p:nvPicPr>
        <p:blipFill rotWithShape="1">
          <a:blip r:embed="rId5">
            <a:alphaModFix/>
          </a:blip>
          <a:srcRect b="0" l="0" r="0" t="0"/>
          <a:stretch/>
        </p:blipFill>
        <p:spPr>
          <a:xfrm>
            <a:off x="2544033" y="3224033"/>
            <a:ext cx="753567" cy="526866"/>
          </a:xfrm>
          <a:prstGeom prst="rect">
            <a:avLst/>
          </a:prstGeom>
          <a:noFill/>
          <a:ln>
            <a:noFill/>
          </a:ln>
        </p:spPr>
      </p:pic>
      <p:pic>
        <p:nvPicPr>
          <p:cNvPr id="367" name="Google Shape;367;g265b9acf521_0_97"/>
          <p:cNvPicPr preferRelativeResize="0"/>
          <p:nvPr/>
        </p:nvPicPr>
        <p:blipFill rotWithShape="1">
          <a:blip r:embed="rId5">
            <a:alphaModFix/>
          </a:blip>
          <a:srcRect b="0" l="0" r="0" t="0"/>
          <a:stretch/>
        </p:blipFill>
        <p:spPr>
          <a:xfrm>
            <a:off x="3564467" y="3236733"/>
            <a:ext cx="753567" cy="526866"/>
          </a:xfrm>
          <a:prstGeom prst="rect">
            <a:avLst/>
          </a:prstGeom>
          <a:noFill/>
          <a:ln>
            <a:noFill/>
          </a:ln>
        </p:spPr>
      </p:pic>
      <p:sp>
        <p:nvSpPr>
          <p:cNvPr id="368" name="Google Shape;368;g265b9acf521_0_97"/>
          <p:cNvSpPr txBox="1"/>
          <p:nvPr/>
        </p:nvSpPr>
        <p:spPr>
          <a:xfrm>
            <a:off x="84286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369" name="Google Shape;369;g265b9acf521_0_97"/>
          <p:cNvCxnSpPr/>
          <p:nvPr/>
        </p:nvCxnSpPr>
        <p:spPr>
          <a:xfrm>
            <a:off x="234856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370" name="Google Shape;370;g265b9acf521_0_97"/>
          <p:cNvCxnSpPr/>
          <p:nvPr/>
        </p:nvCxnSpPr>
        <p:spPr>
          <a:xfrm>
            <a:off x="733200" y="3864233"/>
            <a:ext cx="3733500" cy="0"/>
          </a:xfrm>
          <a:prstGeom prst="straightConnector1">
            <a:avLst/>
          </a:prstGeom>
          <a:noFill/>
          <a:ln cap="flat" cmpd="sng" w="9525">
            <a:solidFill>
              <a:srgbClr val="009287"/>
            </a:solidFill>
            <a:prstDash val="solid"/>
            <a:round/>
            <a:headEnd len="sm" w="sm" type="none"/>
            <a:tailEnd len="sm" w="sm" type="none"/>
          </a:ln>
        </p:spPr>
      </p:cxnSp>
      <p:pic>
        <p:nvPicPr>
          <p:cNvPr id="371" name="Google Shape;371;g265b9acf521_0_97"/>
          <p:cNvPicPr preferRelativeResize="0"/>
          <p:nvPr/>
        </p:nvPicPr>
        <p:blipFill rotWithShape="1">
          <a:blip r:embed="rId5">
            <a:alphaModFix/>
          </a:blip>
          <a:srcRect b="0" l="0" r="0" t="0"/>
          <a:stretch/>
        </p:blipFill>
        <p:spPr>
          <a:xfrm>
            <a:off x="2852617" y="4460983"/>
            <a:ext cx="753567" cy="526866"/>
          </a:xfrm>
          <a:prstGeom prst="rect">
            <a:avLst/>
          </a:prstGeom>
          <a:noFill/>
          <a:ln>
            <a:noFill/>
          </a:ln>
        </p:spPr>
      </p:pic>
      <p:sp>
        <p:nvSpPr>
          <p:cNvPr id="372" name="Google Shape;372;g265b9acf521_0_97"/>
          <p:cNvSpPr txBox="1"/>
          <p:nvPr/>
        </p:nvSpPr>
        <p:spPr>
          <a:xfrm>
            <a:off x="0" y="5731533"/>
            <a:ext cx="71829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 de la suma?</a:t>
            </a:r>
            <a:endParaRPr sz="1900"/>
          </a:p>
        </p:txBody>
      </p:sp>
      <p:pic>
        <p:nvPicPr>
          <p:cNvPr id="373" name="Google Shape;373;g265b9acf521_0_97"/>
          <p:cNvPicPr preferRelativeResize="0"/>
          <p:nvPr/>
        </p:nvPicPr>
        <p:blipFill rotWithShape="1">
          <a:blip r:embed="rId4">
            <a:alphaModFix/>
          </a:blip>
          <a:srcRect b="0" l="0" r="0" t="0"/>
          <a:stretch/>
        </p:blipFill>
        <p:spPr>
          <a:xfrm>
            <a:off x="1242933" y="4097180"/>
            <a:ext cx="310897" cy="1448600"/>
          </a:xfrm>
          <a:prstGeom prst="rect">
            <a:avLst/>
          </a:prstGeom>
          <a:noFill/>
          <a:ln>
            <a:noFill/>
          </a:ln>
        </p:spPr>
      </p:pic>
      <p:pic>
        <p:nvPicPr>
          <p:cNvPr id="374" name="Google Shape;374;g265b9acf521_0_97"/>
          <p:cNvPicPr preferRelativeResize="0"/>
          <p:nvPr/>
        </p:nvPicPr>
        <p:blipFill rotWithShape="1">
          <a:blip r:embed="rId4">
            <a:alphaModFix/>
          </a:blip>
          <a:srcRect b="0" l="0" r="0" t="0"/>
          <a:stretch/>
        </p:blipFill>
        <p:spPr>
          <a:xfrm>
            <a:off x="1601647" y="4097180"/>
            <a:ext cx="310897" cy="1448600"/>
          </a:xfrm>
          <a:prstGeom prst="rect">
            <a:avLst/>
          </a:prstGeom>
          <a:noFill/>
          <a:ln>
            <a:noFill/>
          </a:ln>
        </p:spPr>
      </p:pic>
      <p:pic>
        <p:nvPicPr>
          <p:cNvPr id="375" name="Google Shape;375;g265b9acf521_0_97"/>
          <p:cNvPicPr preferRelativeResize="0"/>
          <p:nvPr/>
        </p:nvPicPr>
        <p:blipFill rotWithShape="1">
          <a:blip r:embed="rId4">
            <a:alphaModFix/>
          </a:blip>
          <a:srcRect b="0" l="0" r="0" t="0"/>
          <a:stretch/>
        </p:blipFill>
        <p:spPr>
          <a:xfrm>
            <a:off x="1972194" y="4097180"/>
            <a:ext cx="310897" cy="1448600"/>
          </a:xfrm>
          <a:prstGeom prst="rect">
            <a:avLst/>
          </a:prstGeom>
          <a:noFill/>
          <a:ln>
            <a:noFill/>
          </a:ln>
        </p:spPr>
      </p:pic>
      <p:pic>
        <p:nvPicPr>
          <p:cNvPr id="376" name="Google Shape;376;g265b9acf521_0_97"/>
          <p:cNvPicPr preferRelativeResize="0"/>
          <p:nvPr/>
        </p:nvPicPr>
        <p:blipFill rotWithShape="1">
          <a:blip r:embed="rId5">
            <a:alphaModFix/>
          </a:blip>
          <a:srcRect b="0" l="0" r="0" t="0"/>
          <a:stretch/>
        </p:blipFill>
        <p:spPr>
          <a:xfrm>
            <a:off x="2495150" y="4055117"/>
            <a:ext cx="753567" cy="526866"/>
          </a:xfrm>
          <a:prstGeom prst="rect">
            <a:avLst/>
          </a:prstGeom>
          <a:noFill/>
          <a:ln>
            <a:noFill/>
          </a:ln>
        </p:spPr>
      </p:pic>
      <p:pic>
        <p:nvPicPr>
          <p:cNvPr id="377" name="Google Shape;377;g265b9acf521_0_97"/>
          <p:cNvPicPr preferRelativeResize="0"/>
          <p:nvPr/>
        </p:nvPicPr>
        <p:blipFill rotWithShape="1">
          <a:blip r:embed="rId5">
            <a:alphaModFix/>
          </a:blip>
          <a:srcRect b="0" l="0" r="0" t="0"/>
          <a:stretch/>
        </p:blipFill>
        <p:spPr>
          <a:xfrm>
            <a:off x="3248717" y="4012067"/>
            <a:ext cx="753567" cy="526866"/>
          </a:xfrm>
          <a:prstGeom prst="rect">
            <a:avLst/>
          </a:prstGeom>
          <a:noFill/>
          <a:ln>
            <a:noFill/>
          </a:ln>
        </p:spPr>
      </p:pic>
      <p:pic>
        <p:nvPicPr>
          <p:cNvPr id="378" name="Google Shape;378;g265b9acf521_0_97"/>
          <p:cNvPicPr preferRelativeResize="0"/>
          <p:nvPr/>
        </p:nvPicPr>
        <p:blipFill rotWithShape="1">
          <a:blip r:embed="rId5">
            <a:alphaModFix/>
          </a:blip>
          <a:srcRect b="0" l="0" r="0" t="0"/>
          <a:stretch/>
        </p:blipFill>
        <p:spPr>
          <a:xfrm>
            <a:off x="3077800" y="2852450"/>
            <a:ext cx="753567" cy="526866"/>
          </a:xfrm>
          <a:prstGeom prst="rect">
            <a:avLst/>
          </a:prstGeom>
          <a:noFill/>
          <a:ln>
            <a:noFill/>
          </a:ln>
        </p:spPr>
      </p:pic>
      <p:pic>
        <p:nvPicPr>
          <p:cNvPr id="379" name="Google Shape;379;g265b9acf521_0_97"/>
          <p:cNvPicPr preferRelativeResize="0"/>
          <p:nvPr/>
        </p:nvPicPr>
        <p:blipFill rotWithShape="1">
          <a:blip r:embed="rId5">
            <a:alphaModFix/>
          </a:blip>
          <a:srcRect b="0" l="0" r="0" t="0"/>
          <a:stretch/>
        </p:blipFill>
        <p:spPr>
          <a:xfrm>
            <a:off x="2833300" y="5236317"/>
            <a:ext cx="753567" cy="526866"/>
          </a:xfrm>
          <a:prstGeom prst="rect">
            <a:avLst/>
          </a:prstGeom>
          <a:noFill/>
          <a:ln>
            <a:noFill/>
          </a:ln>
        </p:spPr>
      </p:pic>
      <p:pic>
        <p:nvPicPr>
          <p:cNvPr id="380" name="Google Shape;380;g265b9acf521_0_97"/>
          <p:cNvPicPr preferRelativeResize="0"/>
          <p:nvPr/>
        </p:nvPicPr>
        <p:blipFill rotWithShape="1">
          <a:blip r:embed="rId5">
            <a:alphaModFix/>
          </a:blip>
          <a:srcRect b="0" l="0" r="0" t="0"/>
          <a:stretch/>
        </p:blipFill>
        <p:spPr>
          <a:xfrm>
            <a:off x="2475833" y="4830450"/>
            <a:ext cx="753567" cy="526866"/>
          </a:xfrm>
          <a:prstGeom prst="rect">
            <a:avLst/>
          </a:prstGeom>
          <a:noFill/>
          <a:ln>
            <a:noFill/>
          </a:ln>
        </p:spPr>
      </p:pic>
      <p:pic>
        <p:nvPicPr>
          <p:cNvPr id="381" name="Google Shape;381;g265b9acf521_0_97"/>
          <p:cNvPicPr preferRelativeResize="0"/>
          <p:nvPr/>
        </p:nvPicPr>
        <p:blipFill rotWithShape="1">
          <a:blip r:embed="rId5">
            <a:alphaModFix/>
          </a:blip>
          <a:srcRect b="0" l="0" r="0" t="0"/>
          <a:stretch/>
        </p:blipFill>
        <p:spPr>
          <a:xfrm>
            <a:off x="3229400" y="4787400"/>
            <a:ext cx="753567" cy="526866"/>
          </a:xfrm>
          <a:prstGeom prst="rect">
            <a:avLst/>
          </a:prstGeom>
          <a:noFill/>
          <a:ln>
            <a:noFill/>
          </a:ln>
        </p:spPr>
      </p:pic>
      <p:pic>
        <p:nvPicPr>
          <p:cNvPr id="382" name="Google Shape;382;g265b9acf521_0_97"/>
          <p:cNvPicPr preferRelativeResize="0"/>
          <p:nvPr/>
        </p:nvPicPr>
        <p:blipFill rotWithShape="1">
          <a:blip r:embed="rId5">
            <a:alphaModFix/>
          </a:blip>
          <a:srcRect b="0" l="0" r="0" t="0"/>
          <a:stretch/>
        </p:blipFill>
        <p:spPr>
          <a:xfrm>
            <a:off x="3691233" y="4460983"/>
            <a:ext cx="753567" cy="526866"/>
          </a:xfrm>
          <a:prstGeom prst="rect">
            <a:avLst/>
          </a:prstGeom>
          <a:noFill/>
          <a:ln>
            <a:noFill/>
          </a:ln>
        </p:spPr>
      </p:pic>
      <p:pic>
        <p:nvPicPr>
          <p:cNvPr id="383" name="Google Shape;383;g265b9acf521_0_97"/>
          <p:cNvPicPr preferRelativeResize="0"/>
          <p:nvPr/>
        </p:nvPicPr>
        <p:blipFill rotWithShape="1">
          <a:blip r:embed="rId5">
            <a:alphaModFix/>
          </a:blip>
          <a:srcRect b="0" l="0" r="0" t="0"/>
          <a:stretch/>
        </p:blipFill>
        <p:spPr>
          <a:xfrm>
            <a:off x="3671917" y="5236317"/>
            <a:ext cx="753567" cy="526866"/>
          </a:xfrm>
          <a:prstGeom prst="rect">
            <a:avLst/>
          </a:prstGeom>
          <a:noFill/>
          <a:ln>
            <a:noFill/>
          </a:ln>
        </p:spPr>
      </p:pic>
      <p:pic>
        <p:nvPicPr>
          <p:cNvPr id="384" name="Google Shape;384;g265b9acf521_0_97"/>
          <p:cNvPicPr preferRelativeResize="0"/>
          <p:nvPr/>
        </p:nvPicPr>
        <p:blipFill rotWithShape="1">
          <a:blip r:embed="rId4">
            <a:alphaModFix/>
          </a:blip>
          <a:srcRect b="0" l="0" r="0" t="0"/>
          <a:stretch/>
        </p:blipFill>
        <p:spPr>
          <a:xfrm>
            <a:off x="6536819" y="2298697"/>
            <a:ext cx="310897" cy="1448600"/>
          </a:xfrm>
          <a:prstGeom prst="rect">
            <a:avLst/>
          </a:prstGeom>
          <a:noFill/>
          <a:ln>
            <a:noFill/>
          </a:ln>
        </p:spPr>
      </p:pic>
      <p:pic>
        <p:nvPicPr>
          <p:cNvPr id="385" name="Google Shape;385;g265b9acf521_0_97"/>
          <p:cNvPicPr preferRelativeResize="0"/>
          <p:nvPr/>
        </p:nvPicPr>
        <p:blipFill rotWithShape="1">
          <a:blip r:embed="rId5">
            <a:alphaModFix/>
          </a:blip>
          <a:srcRect b="0" l="0" r="0" t="0"/>
          <a:stretch/>
        </p:blipFill>
        <p:spPr>
          <a:xfrm>
            <a:off x="7114583" y="2532350"/>
            <a:ext cx="753567" cy="526866"/>
          </a:xfrm>
          <a:prstGeom prst="rect">
            <a:avLst/>
          </a:prstGeom>
          <a:noFill/>
          <a:ln>
            <a:noFill/>
          </a:ln>
        </p:spPr>
      </p:pic>
      <p:pic>
        <p:nvPicPr>
          <p:cNvPr id="386" name="Google Shape;386;g265b9acf521_0_97"/>
          <p:cNvPicPr preferRelativeResize="0"/>
          <p:nvPr/>
        </p:nvPicPr>
        <p:blipFill rotWithShape="1">
          <a:blip r:embed="rId5">
            <a:alphaModFix/>
          </a:blip>
          <a:srcRect b="0" l="0" r="0" t="0"/>
          <a:stretch/>
        </p:blipFill>
        <p:spPr>
          <a:xfrm>
            <a:off x="8135017" y="2481783"/>
            <a:ext cx="753567" cy="526866"/>
          </a:xfrm>
          <a:prstGeom prst="rect">
            <a:avLst/>
          </a:prstGeom>
          <a:noFill/>
          <a:ln>
            <a:noFill/>
          </a:ln>
        </p:spPr>
      </p:pic>
      <p:pic>
        <p:nvPicPr>
          <p:cNvPr id="387" name="Google Shape;387;g265b9acf521_0_97"/>
          <p:cNvPicPr preferRelativeResize="0"/>
          <p:nvPr/>
        </p:nvPicPr>
        <p:blipFill rotWithShape="1">
          <a:blip r:embed="rId5">
            <a:alphaModFix/>
          </a:blip>
          <a:srcRect b="0" l="0" r="0" t="0"/>
          <a:stretch/>
        </p:blipFill>
        <p:spPr>
          <a:xfrm>
            <a:off x="7114583" y="3224033"/>
            <a:ext cx="753567" cy="526866"/>
          </a:xfrm>
          <a:prstGeom prst="rect">
            <a:avLst/>
          </a:prstGeom>
          <a:noFill/>
          <a:ln>
            <a:noFill/>
          </a:ln>
        </p:spPr>
      </p:pic>
      <p:pic>
        <p:nvPicPr>
          <p:cNvPr id="388" name="Google Shape;388;g265b9acf521_0_97"/>
          <p:cNvPicPr preferRelativeResize="0"/>
          <p:nvPr/>
        </p:nvPicPr>
        <p:blipFill rotWithShape="1">
          <a:blip r:embed="rId5">
            <a:alphaModFix/>
          </a:blip>
          <a:srcRect b="0" l="0" r="0" t="0"/>
          <a:stretch/>
        </p:blipFill>
        <p:spPr>
          <a:xfrm>
            <a:off x="8135017" y="3236733"/>
            <a:ext cx="753567" cy="526866"/>
          </a:xfrm>
          <a:prstGeom prst="rect">
            <a:avLst/>
          </a:prstGeom>
          <a:noFill/>
          <a:ln>
            <a:noFill/>
          </a:ln>
        </p:spPr>
      </p:pic>
      <p:sp>
        <p:nvSpPr>
          <p:cNvPr id="389" name="Google Shape;389;g265b9acf521_0_97"/>
          <p:cNvSpPr txBox="1"/>
          <p:nvPr/>
        </p:nvSpPr>
        <p:spPr>
          <a:xfrm>
            <a:off x="541341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390" name="Google Shape;390;g265b9acf521_0_97"/>
          <p:cNvCxnSpPr/>
          <p:nvPr/>
        </p:nvCxnSpPr>
        <p:spPr>
          <a:xfrm>
            <a:off x="691911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391" name="Google Shape;391;g265b9acf521_0_97"/>
          <p:cNvCxnSpPr/>
          <p:nvPr/>
        </p:nvCxnSpPr>
        <p:spPr>
          <a:xfrm>
            <a:off x="5303750" y="3864233"/>
            <a:ext cx="3733500" cy="0"/>
          </a:xfrm>
          <a:prstGeom prst="straightConnector1">
            <a:avLst/>
          </a:prstGeom>
          <a:noFill/>
          <a:ln cap="flat" cmpd="sng" w="9525">
            <a:solidFill>
              <a:srgbClr val="009287"/>
            </a:solidFill>
            <a:prstDash val="solid"/>
            <a:round/>
            <a:headEnd len="sm" w="sm" type="none"/>
            <a:tailEnd len="sm" w="sm" type="none"/>
          </a:ln>
        </p:spPr>
      </p:cxnSp>
      <p:pic>
        <p:nvPicPr>
          <p:cNvPr id="392" name="Google Shape;392;g265b9acf521_0_97"/>
          <p:cNvPicPr preferRelativeResize="0"/>
          <p:nvPr/>
        </p:nvPicPr>
        <p:blipFill rotWithShape="1">
          <a:blip r:embed="rId5">
            <a:alphaModFix/>
          </a:blip>
          <a:srcRect b="0" l="0" r="0" t="0"/>
          <a:stretch/>
        </p:blipFill>
        <p:spPr>
          <a:xfrm>
            <a:off x="7423167" y="4460983"/>
            <a:ext cx="753567" cy="526866"/>
          </a:xfrm>
          <a:prstGeom prst="rect">
            <a:avLst/>
          </a:prstGeom>
          <a:noFill/>
          <a:ln>
            <a:noFill/>
          </a:ln>
        </p:spPr>
      </p:pic>
      <p:pic>
        <p:nvPicPr>
          <p:cNvPr id="393" name="Google Shape;393;g265b9acf521_0_97"/>
          <p:cNvPicPr preferRelativeResize="0"/>
          <p:nvPr/>
        </p:nvPicPr>
        <p:blipFill rotWithShape="1">
          <a:blip r:embed="rId4">
            <a:alphaModFix/>
          </a:blip>
          <a:srcRect b="0" l="0" r="0" t="0"/>
          <a:stretch/>
        </p:blipFill>
        <p:spPr>
          <a:xfrm>
            <a:off x="5813483" y="4097180"/>
            <a:ext cx="310897" cy="1448600"/>
          </a:xfrm>
          <a:prstGeom prst="rect">
            <a:avLst/>
          </a:prstGeom>
          <a:noFill/>
          <a:ln>
            <a:noFill/>
          </a:ln>
        </p:spPr>
      </p:pic>
      <p:pic>
        <p:nvPicPr>
          <p:cNvPr id="394" name="Google Shape;394;g265b9acf521_0_97"/>
          <p:cNvPicPr preferRelativeResize="0"/>
          <p:nvPr/>
        </p:nvPicPr>
        <p:blipFill rotWithShape="1">
          <a:blip r:embed="rId4">
            <a:alphaModFix/>
          </a:blip>
          <a:srcRect b="0" l="0" r="0" t="0"/>
          <a:stretch/>
        </p:blipFill>
        <p:spPr>
          <a:xfrm>
            <a:off x="6172197" y="4097180"/>
            <a:ext cx="310897" cy="1448600"/>
          </a:xfrm>
          <a:prstGeom prst="rect">
            <a:avLst/>
          </a:prstGeom>
          <a:noFill/>
          <a:ln>
            <a:noFill/>
          </a:ln>
        </p:spPr>
      </p:pic>
      <p:pic>
        <p:nvPicPr>
          <p:cNvPr id="395" name="Google Shape;395;g265b9acf521_0_97"/>
          <p:cNvPicPr preferRelativeResize="0"/>
          <p:nvPr/>
        </p:nvPicPr>
        <p:blipFill rotWithShape="1">
          <a:blip r:embed="rId4">
            <a:alphaModFix/>
          </a:blip>
          <a:srcRect b="0" l="0" r="0" t="0"/>
          <a:stretch/>
        </p:blipFill>
        <p:spPr>
          <a:xfrm>
            <a:off x="6542744" y="4097180"/>
            <a:ext cx="310897" cy="1448600"/>
          </a:xfrm>
          <a:prstGeom prst="rect">
            <a:avLst/>
          </a:prstGeom>
          <a:noFill/>
          <a:ln>
            <a:noFill/>
          </a:ln>
        </p:spPr>
      </p:pic>
      <p:pic>
        <p:nvPicPr>
          <p:cNvPr id="396" name="Google Shape;396;g265b9acf521_0_97"/>
          <p:cNvPicPr preferRelativeResize="0"/>
          <p:nvPr/>
        </p:nvPicPr>
        <p:blipFill rotWithShape="1">
          <a:blip r:embed="rId5">
            <a:alphaModFix/>
          </a:blip>
          <a:srcRect b="0" l="0" r="0" t="0"/>
          <a:stretch/>
        </p:blipFill>
        <p:spPr>
          <a:xfrm>
            <a:off x="7065700" y="4055117"/>
            <a:ext cx="753567" cy="526866"/>
          </a:xfrm>
          <a:prstGeom prst="rect">
            <a:avLst/>
          </a:prstGeom>
          <a:noFill/>
          <a:ln>
            <a:noFill/>
          </a:ln>
        </p:spPr>
      </p:pic>
      <p:pic>
        <p:nvPicPr>
          <p:cNvPr id="397" name="Google Shape;397;g265b9acf521_0_97"/>
          <p:cNvPicPr preferRelativeResize="0"/>
          <p:nvPr/>
        </p:nvPicPr>
        <p:blipFill rotWithShape="1">
          <a:blip r:embed="rId5">
            <a:alphaModFix/>
          </a:blip>
          <a:srcRect b="0" l="0" r="0" t="0"/>
          <a:stretch/>
        </p:blipFill>
        <p:spPr>
          <a:xfrm>
            <a:off x="7819267" y="4012067"/>
            <a:ext cx="753567" cy="526866"/>
          </a:xfrm>
          <a:prstGeom prst="rect">
            <a:avLst/>
          </a:prstGeom>
          <a:noFill/>
          <a:ln>
            <a:noFill/>
          </a:ln>
        </p:spPr>
      </p:pic>
      <p:pic>
        <p:nvPicPr>
          <p:cNvPr id="398" name="Google Shape;398;g265b9acf521_0_97"/>
          <p:cNvPicPr preferRelativeResize="0"/>
          <p:nvPr/>
        </p:nvPicPr>
        <p:blipFill rotWithShape="1">
          <a:blip r:embed="rId5">
            <a:alphaModFix/>
          </a:blip>
          <a:srcRect b="0" l="0" r="0" t="0"/>
          <a:stretch/>
        </p:blipFill>
        <p:spPr>
          <a:xfrm>
            <a:off x="7648350" y="2852450"/>
            <a:ext cx="753567" cy="526866"/>
          </a:xfrm>
          <a:prstGeom prst="rect">
            <a:avLst/>
          </a:prstGeom>
          <a:noFill/>
          <a:ln>
            <a:noFill/>
          </a:ln>
        </p:spPr>
      </p:pic>
      <p:pic>
        <p:nvPicPr>
          <p:cNvPr id="399" name="Google Shape;399;g265b9acf521_0_97"/>
          <p:cNvPicPr preferRelativeResize="0"/>
          <p:nvPr/>
        </p:nvPicPr>
        <p:blipFill rotWithShape="1">
          <a:blip r:embed="rId5">
            <a:alphaModFix/>
          </a:blip>
          <a:srcRect b="0" l="0" r="0" t="0"/>
          <a:stretch/>
        </p:blipFill>
        <p:spPr>
          <a:xfrm>
            <a:off x="7403850" y="5236317"/>
            <a:ext cx="753567" cy="526866"/>
          </a:xfrm>
          <a:prstGeom prst="rect">
            <a:avLst/>
          </a:prstGeom>
          <a:noFill/>
          <a:ln>
            <a:noFill/>
          </a:ln>
        </p:spPr>
      </p:pic>
      <p:pic>
        <p:nvPicPr>
          <p:cNvPr id="400" name="Google Shape;400;g265b9acf521_0_97"/>
          <p:cNvPicPr preferRelativeResize="0"/>
          <p:nvPr/>
        </p:nvPicPr>
        <p:blipFill rotWithShape="1">
          <a:blip r:embed="rId5">
            <a:alphaModFix/>
          </a:blip>
          <a:srcRect b="0" l="0" r="0" t="0"/>
          <a:stretch/>
        </p:blipFill>
        <p:spPr>
          <a:xfrm>
            <a:off x="7046383" y="4830450"/>
            <a:ext cx="753567" cy="526866"/>
          </a:xfrm>
          <a:prstGeom prst="rect">
            <a:avLst/>
          </a:prstGeom>
          <a:noFill/>
          <a:ln>
            <a:noFill/>
          </a:ln>
        </p:spPr>
      </p:pic>
      <p:pic>
        <p:nvPicPr>
          <p:cNvPr id="401" name="Google Shape;401;g265b9acf521_0_97"/>
          <p:cNvPicPr preferRelativeResize="0"/>
          <p:nvPr/>
        </p:nvPicPr>
        <p:blipFill rotWithShape="1">
          <a:blip r:embed="rId5">
            <a:alphaModFix/>
          </a:blip>
          <a:srcRect b="0" l="0" r="0" t="0"/>
          <a:stretch/>
        </p:blipFill>
        <p:spPr>
          <a:xfrm>
            <a:off x="7799950" y="4787400"/>
            <a:ext cx="753567" cy="526866"/>
          </a:xfrm>
          <a:prstGeom prst="rect">
            <a:avLst/>
          </a:prstGeom>
          <a:noFill/>
          <a:ln>
            <a:noFill/>
          </a:ln>
        </p:spPr>
      </p:pic>
      <p:pic>
        <p:nvPicPr>
          <p:cNvPr id="402" name="Google Shape;402;g265b9acf521_0_97"/>
          <p:cNvPicPr preferRelativeResize="0"/>
          <p:nvPr/>
        </p:nvPicPr>
        <p:blipFill rotWithShape="1">
          <a:blip r:embed="rId5">
            <a:alphaModFix/>
          </a:blip>
          <a:srcRect b="0" l="0" r="0" t="0"/>
          <a:stretch/>
        </p:blipFill>
        <p:spPr>
          <a:xfrm>
            <a:off x="8261783" y="4460983"/>
            <a:ext cx="753567" cy="526866"/>
          </a:xfrm>
          <a:prstGeom prst="rect">
            <a:avLst/>
          </a:prstGeom>
          <a:noFill/>
          <a:ln>
            <a:noFill/>
          </a:ln>
        </p:spPr>
      </p:pic>
      <p:pic>
        <p:nvPicPr>
          <p:cNvPr id="403" name="Google Shape;403;g265b9acf521_0_97"/>
          <p:cNvPicPr preferRelativeResize="0"/>
          <p:nvPr/>
        </p:nvPicPr>
        <p:blipFill rotWithShape="1">
          <a:blip r:embed="rId4">
            <a:alphaModFix/>
          </a:blip>
          <a:srcRect b="0" l="0" r="0" t="0"/>
          <a:stretch/>
        </p:blipFill>
        <p:spPr>
          <a:xfrm>
            <a:off x="6154517" y="2298713"/>
            <a:ext cx="310897" cy="1448600"/>
          </a:xfrm>
          <a:prstGeom prst="rect">
            <a:avLst/>
          </a:prstGeom>
          <a:noFill/>
          <a:ln>
            <a:noFill/>
          </a:ln>
        </p:spPr>
      </p:pic>
      <p:sp>
        <p:nvSpPr>
          <p:cNvPr id="404" name="Google Shape;404;g265b9acf521_0_97"/>
          <p:cNvSpPr txBox="1"/>
          <p:nvPr/>
        </p:nvSpPr>
        <p:spPr>
          <a:xfrm>
            <a:off x="3982950" y="1214700"/>
            <a:ext cx="54303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¿Se reagrupó correctamente?</a:t>
            </a:r>
            <a:endParaRPr sz="1900"/>
          </a:p>
        </p:txBody>
      </p:sp>
      <p:pic>
        <p:nvPicPr>
          <p:cNvPr id="405" name="Google Shape;405;g265b9acf521_0_97"/>
          <p:cNvPicPr preferRelativeResize="0"/>
          <p:nvPr/>
        </p:nvPicPr>
        <p:blipFill rotWithShape="1">
          <a:blip r:embed="rId6">
            <a:alphaModFix/>
          </a:blip>
          <a:srcRect b="8137" l="8137" r="8137" t="8137"/>
          <a:stretch/>
        </p:blipFill>
        <p:spPr>
          <a:xfrm>
            <a:off x="9371467" y="3116130"/>
            <a:ext cx="2429601" cy="2429635"/>
          </a:xfrm>
          <a:prstGeom prst="rect">
            <a:avLst/>
          </a:prstGeom>
          <a:noFill/>
          <a:ln>
            <a:noFill/>
          </a:ln>
        </p:spPr>
      </p:pic>
      <p:pic>
        <p:nvPicPr>
          <p:cNvPr id="406" name="Google Shape;406;g265b9acf521_0_97"/>
          <p:cNvPicPr preferRelativeResize="0"/>
          <p:nvPr/>
        </p:nvPicPr>
        <p:blipFill>
          <a:blip r:embed="rId7">
            <a:alphaModFix/>
          </a:blip>
          <a:stretch>
            <a:fillRect/>
          </a:stretch>
        </p:blipFill>
        <p:spPr>
          <a:xfrm>
            <a:off x="11041525" y="48881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Forma&#10;&#10;Descripción generada automáticamente con confianza media" id="411" name="Google Shape;411;g2b502cc01f7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12" name="Google Shape;412;g2b502cc01f7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413" name="Google Shape;413;g2b502cc01f7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414" name="Google Shape;414;g2b502cc01f7_0_7" title="Reforzamiento - Suma (5) - 2 dígitos con reagrupación">
            <a:hlinkClick r:id="rId4"/>
          </p:cNvPr>
          <p:cNvPicPr preferRelativeResize="0"/>
          <p:nvPr/>
        </p:nvPicPr>
        <p:blipFill>
          <a:blip r:embed="rId5">
            <a:alphaModFix/>
          </a:blip>
          <a:stretch>
            <a:fillRect/>
          </a:stretch>
        </p:blipFill>
        <p:spPr>
          <a:xfrm>
            <a:off x="1766275" y="1398450"/>
            <a:ext cx="8659650" cy="4871050"/>
          </a:xfrm>
          <a:prstGeom prst="rect">
            <a:avLst/>
          </a:prstGeom>
          <a:noFill/>
          <a:ln cap="flat" cmpd="sng" w="28575">
            <a:solidFill>
              <a:schemeClr val="dk2"/>
            </a:solidFill>
            <a:prstDash val="solid"/>
            <a:round/>
            <a:headEnd len="sm" w="sm" type="none"/>
            <a:tailEnd len="sm" w="sm" type="none"/>
          </a:ln>
        </p:spPr>
      </p:pic>
      <p:pic>
        <p:nvPicPr>
          <p:cNvPr id="415" name="Google Shape;415;g2b502cc01f7_0_7"/>
          <p:cNvPicPr preferRelativeResize="0"/>
          <p:nvPr/>
        </p:nvPicPr>
        <p:blipFill>
          <a:blip r:embed="rId6">
            <a:alphaModFix/>
          </a:blip>
          <a:stretch>
            <a:fillRect/>
          </a:stretch>
        </p:blipFill>
        <p:spPr>
          <a:xfrm>
            <a:off x="11013475"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