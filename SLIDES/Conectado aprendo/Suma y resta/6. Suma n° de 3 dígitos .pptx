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Patrick Hand"/>
      <p:regular r:id="rId23"/>
    </p:embeddedFont>
    <p:embeddedFont>
      <p:font typeface="Poppins"/>
      <p:regular r:id="rId24"/>
      <p:bold r:id="rId25"/>
      <p:italic r:id="rId26"/>
      <p:boldItalic r:id="rId27"/>
    </p:embeddedFont>
    <p:embeddedFont>
      <p:font typeface="Poppins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RnLzK6ojP5j6rnHesZy87GfNW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0A79F0-92E6-4B34-8A70-7333B0F2A039}">
  <a:tblStyle styleId="{3F0A79F0-92E6-4B34-8A70-7333B0F2A03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regular.fntdata"/><Relationship Id="rId23" Type="http://schemas.openxmlformats.org/officeDocument/2006/relationships/font" Target="fonts/PatrickHan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7c63a2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7c63a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7c63a2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7c63a2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7c63a2b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7c63a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7c258481e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7c258481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3a11cbbfe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3a11cbbfe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a:t>¡Recuerda! Material para trabajar estos conceptos en sesiones 2 y 4 de esta misma Hoja de Ruta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3a11cbbfed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23a11cbbfed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60dc0a9a77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60dc0a9a77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3a11cbbfed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3a11cbbfe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3a11cbbfed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23a11cbbfed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60dc0a9a77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260dc0a9a77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b520e5fd27_1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2b520e5fd27_1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aed2ca7026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92" name="Google Shape;392;g2aed2ca7026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b520e5fd27_1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2b520e5fd27_1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d2ca7026_0_1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d2ca7026_0_1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d2ca7026_0_12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d2ca7026_0_12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d2ca7026_0_12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d2ca7026_0_12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d2ca7026_0_12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d2ca7026_0_12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d2ca7026_0_13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d2ca7026_0_13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d2ca7026_0_13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d2ca7026_0_13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d2ca7026_0_13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d2ca7026_0_13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d2ca7026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d2ca7026_0_13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d2ca7026_0_14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d2ca7026_0_14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d2ca7026_0_14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d2ca7026_0_14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d2ca7026_0_14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d2ca7026_0_14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d2ca7026_0_14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d2ca7026_0_14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d2ca7026_0_14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d2ca7026_0_14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d2ca7026_0_15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d2ca7026_0_15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d2ca7026_0_15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d2ca7026_0_15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d2ca7026_0_15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d2ca7026_0_16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d2ca7026_0_11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d2ca7026_0_11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d2ca7026_0_11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5.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20.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hyperlink" Target="http://www.youtube.com/watch?v=1vgm_88z-sg" TargetMode="External"/><Relationship Id="rId5" Type="http://schemas.openxmlformats.org/officeDocument/2006/relationships/image" Target="../media/image16.jp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gQ3pNWskQeEnxGz46" TargetMode="External"/><Relationship Id="rId4"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1.png"/><Relationship Id="rId8"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jpg"/><Relationship Id="rId4" Type="http://schemas.openxmlformats.org/officeDocument/2006/relationships/hyperlink" Target="http://www.youtube.com/watch?v=7pf7wrWgz5Q" TargetMode="External"/><Relationship Id="rId5" Type="http://schemas.openxmlformats.org/officeDocument/2006/relationships/image" Target="../media/image19.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31250" y="56255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7c63a2b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7c63a2b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7c63a2b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Introducir el concepto de centena y su equivalencia con las decenas para enseñar el</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procedimiento para sumar números de tres dígitos con reserva.</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7c63a2b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Presentar visualmente una centena.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Mostrar equivalencia entre centenas y decenas.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Enseñar el procedimiento de suma con reserva para números de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7c63a2b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Centena.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Decenas y centenas equivalentes.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Suma de tres dígitos.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4. Reagrupación en centenas y decenas.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7c63a2b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7c63a2b_0_0"/>
          <p:cNvPicPr preferRelativeResize="0"/>
          <p:nvPr/>
        </p:nvPicPr>
        <p:blipFill>
          <a:blip r:embed="rId3">
            <a:alphaModFix/>
          </a:blip>
          <a:stretch>
            <a:fillRect/>
          </a:stretch>
        </p:blipFill>
        <p:spPr>
          <a:xfrm>
            <a:off x="11074950" y="2316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7c63a2b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7c63a2b_0_10"/>
          <p:cNvSpPr txBox="1"/>
          <p:nvPr/>
        </p:nvSpPr>
        <p:spPr>
          <a:xfrm>
            <a:off x="938750" y="2131575"/>
            <a:ext cx="10402500" cy="7511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es fundamental utilizar </a:t>
            </a:r>
            <a:r>
              <a:rPr b="1" lang="es-ES">
                <a:latin typeface="Poppins"/>
                <a:ea typeface="Poppins"/>
                <a:cs typeface="Poppins"/>
                <a:sym typeface="Poppins"/>
              </a:rPr>
              <a:t>bloques o fichas para representar centenas, decenas y unidades</a:t>
            </a:r>
            <a:r>
              <a:rPr lang="es-ES">
                <a:latin typeface="Poppins"/>
                <a:ea typeface="Poppins"/>
                <a:cs typeface="Poppins"/>
                <a:sym typeface="Poppins"/>
              </a:rPr>
              <a:t>, de modo que tu estudiante visualice equivalencias y reagrupaciones al sumar tres dígitos. Este soporte visual facilitará su comprensión de la centena, entendida como un grupo de diez decenas, y le permitirá seguir el proceso de </a:t>
            </a:r>
            <a:r>
              <a:rPr b="1" lang="es-ES">
                <a:latin typeface="Poppins"/>
                <a:ea typeface="Poppins"/>
                <a:cs typeface="Poppins"/>
                <a:sym typeface="Poppins"/>
              </a:rPr>
              <a:t>reserva en sumas como una extensión de lo que ya ha aprendido, en lugar de algo nuevo</a:t>
            </a:r>
            <a:r>
              <a:rPr lang="es-ES">
                <a:latin typeface="Poppins"/>
                <a:ea typeface="Poppins"/>
                <a:cs typeface="Poppins"/>
                <a:sym typeface="Poppins"/>
              </a:rPr>
              <a:t>.</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este contexto, al presentar la centena, </a:t>
            </a:r>
            <a:r>
              <a:rPr b="1" lang="es-ES">
                <a:latin typeface="Poppins"/>
                <a:ea typeface="Poppins"/>
                <a:cs typeface="Poppins"/>
                <a:sym typeface="Poppins"/>
              </a:rPr>
              <a:t>muéstrale de forma visual que al juntar diez decenas, resulta una centena</a:t>
            </a:r>
            <a:r>
              <a:rPr lang="es-ES">
                <a:latin typeface="Poppins"/>
                <a:ea typeface="Poppins"/>
                <a:cs typeface="Poppins"/>
                <a:sym typeface="Poppins"/>
              </a:rPr>
              <a:t>. Luego, pregúntale: “¿Qué ocurre si juntas 20 decenas o 30? ¿Cuántas centenas tienes?” Practiquen identificando el </a:t>
            </a:r>
            <a:r>
              <a:rPr b="1" lang="es-ES">
                <a:latin typeface="Poppins"/>
                <a:ea typeface="Poppins"/>
                <a:cs typeface="Poppins"/>
                <a:sym typeface="Poppins"/>
              </a:rPr>
              <a:t>número de decenas en diferentes cantidades de centenas</a:t>
            </a:r>
            <a:r>
              <a:rPr lang="es-ES">
                <a:latin typeface="Poppins"/>
                <a:ea typeface="Poppins"/>
                <a:cs typeface="Poppins"/>
                <a:sym typeface="Poppins"/>
              </a:rPr>
              <a:t>, asegurando que tu estudiante pueda pasar de una representación a otra sin dificultad.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Para el procedimiento de la suma, </a:t>
            </a:r>
            <a:r>
              <a:rPr b="1" lang="es-ES">
                <a:latin typeface="Poppins"/>
                <a:ea typeface="Poppins"/>
                <a:cs typeface="Poppins"/>
                <a:sym typeface="Poppins"/>
              </a:rPr>
              <a:t>practiquen el proceso paso a paso</a:t>
            </a:r>
            <a:r>
              <a:rPr lang="es-ES">
                <a:latin typeface="Poppins"/>
                <a:ea typeface="Poppins"/>
                <a:cs typeface="Poppins"/>
                <a:sym typeface="Poppins"/>
              </a:rPr>
              <a:t>, sumando unidades, decenas y centenas, asegurándote de que coloque la reserva en la columna correspondiente.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terminar, pídele que </a:t>
            </a:r>
            <a:r>
              <a:rPr b="1" lang="es-ES">
                <a:latin typeface="Poppins"/>
                <a:ea typeface="Poppins"/>
                <a:cs typeface="Poppins"/>
                <a:sym typeface="Poppins"/>
              </a:rPr>
              <a:t>resuma lo realizado con sus propias palabras y hazle notar que es repetir lo que ya sabe hacer solo que para números más grandes</a:t>
            </a:r>
            <a:r>
              <a:rPr lang="es-ES">
                <a:latin typeface="Poppins"/>
                <a:ea typeface="Poppins"/>
                <a:cs typeface="Poppins"/>
                <a:sym typeface="Poppins"/>
              </a:rPr>
              <a:t>.</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7c63a2b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7c63a2b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7c63a2b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7c63a2b_0_10"/>
          <p:cNvPicPr preferRelativeResize="0"/>
          <p:nvPr/>
        </p:nvPicPr>
        <p:blipFill>
          <a:blip r:embed="rId3">
            <a:alphaModFix/>
          </a:blip>
          <a:stretch>
            <a:fillRect/>
          </a:stretch>
        </p:blipFill>
        <p:spPr>
          <a:xfrm>
            <a:off x="11074950" y="23168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7c63a2b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7c63a2b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busque objetos en casa que pueda agrupar en centenas, decenas y unidades, como legos, botones o fichas. Puede armar grupos de diez para formar decenas y luego agrupar diez decenas para formar una centena, ayudándolo a visualizar la estructura de las sumas de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7c63a2b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¿Cuántas decenas hay en una centena?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haces si las unidades o decenas suman más de 9?</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¿Cómo organizas centenas, decenas y unidades al sumar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7c63a2b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7c63a2b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7c63a2b_0_19"/>
          <p:cNvPicPr preferRelativeResize="0"/>
          <p:nvPr/>
        </p:nvPicPr>
        <p:blipFill>
          <a:blip r:embed="rId3">
            <a:alphaModFix/>
          </a:blip>
          <a:stretch>
            <a:fillRect/>
          </a:stretch>
        </p:blipFill>
        <p:spPr>
          <a:xfrm>
            <a:off x="11074950" y="23168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57175" y="52063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7c258481e_0_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7c258481e_0_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7c258481e_0_2"/>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7c258481e_0_2"/>
          <p:cNvSpPr txBox="1"/>
          <p:nvPr/>
        </p:nvSpPr>
        <p:spPr>
          <a:xfrm>
            <a:off x="1389375" y="575150"/>
            <a:ext cx="9120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7c258481e_0_2"/>
          <p:cNvSpPr txBox="1"/>
          <p:nvPr/>
        </p:nvSpPr>
        <p:spPr>
          <a:xfrm>
            <a:off x="1259900" y="1428150"/>
            <a:ext cx="104394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7c258481e_0_2"/>
          <p:cNvPicPr preferRelativeResize="0"/>
          <p:nvPr/>
        </p:nvPicPr>
        <p:blipFill>
          <a:blip r:embed="rId8">
            <a:alphaModFix/>
          </a:blip>
          <a:stretch>
            <a:fillRect/>
          </a:stretch>
        </p:blipFill>
        <p:spPr>
          <a:xfrm>
            <a:off x="11057175" y="53485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Forma&#10;&#10;Descripción generada automáticamente con confianza media" id="184" name="Google Shape;184;g23a11cbbfed_0_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pic>
        <p:nvPicPr>
          <p:cNvPr id="185" name="Google Shape;185;g23a11cbbfed_0_0"/>
          <p:cNvPicPr preferRelativeResize="0"/>
          <p:nvPr/>
        </p:nvPicPr>
        <p:blipFill rotWithShape="1">
          <a:blip r:embed="rId4">
            <a:alphaModFix/>
          </a:blip>
          <a:srcRect b="0" l="0" r="0" t="0"/>
          <a:stretch/>
        </p:blipFill>
        <p:spPr>
          <a:xfrm>
            <a:off x="1676744" y="2067214"/>
            <a:ext cx="3303099" cy="3278036"/>
          </a:xfrm>
          <a:prstGeom prst="rect">
            <a:avLst/>
          </a:prstGeom>
          <a:noFill/>
          <a:ln>
            <a:noFill/>
          </a:ln>
        </p:spPr>
      </p:pic>
      <p:pic>
        <p:nvPicPr>
          <p:cNvPr id="186" name="Google Shape;186;g23a11cbbfed_0_0"/>
          <p:cNvPicPr preferRelativeResize="0"/>
          <p:nvPr/>
        </p:nvPicPr>
        <p:blipFill rotWithShape="1">
          <a:blip r:embed="rId5">
            <a:alphaModFix/>
          </a:blip>
          <a:srcRect b="0" l="0" r="0" t="0"/>
          <a:stretch/>
        </p:blipFill>
        <p:spPr>
          <a:xfrm flipH="1">
            <a:off x="7005725" y="2128125"/>
            <a:ext cx="304450" cy="3156226"/>
          </a:xfrm>
          <a:prstGeom prst="rect">
            <a:avLst/>
          </a:prstGeom>
          <a:noFill/>
          <a:ln>
            <a:noFill/>
          </a:ln>
        </p:spPr>
      </p:pic>
      <p:pic>
        <p:nvPicPr>
          <p:cNvPr id="187" name="Google Shape;187;g23a11cbbfed_0_0"/>
          <p:cNvPicPr preferRelativeResize="0"/>
          <p:nvPr/>
        </p:nvPicPr>
        <p:blipFill rotWithShape="1">
          <a:blip r:embed="rId6">
            <a:alphaModFix/>
          </a:blip>
          <a:srcRect b="0" l="0" r="0" t="0"/>
          <a:stretch/>
        </p:blipFill>
        <p:spPr>
          <a:xfrm>
            <a:off x="9336054" y="3169155"/>
            <a:ext cx="678375" cy="519700"/>
          </a:xfrm>
          <a:prstGeom prst="rect">
            <a:avLst/>
          </a:prstGeom>
          <a:noFill/>
          <a:ln>
            <a:noFill/>
          </a:ln>
        </p:spPr>
      </p:pic>
      <p:sp>
        <p:nvSpPr>
          <p:cNvPr id="188" name="Google Shape;188;g23a11cbbfed_0_0"/>
          <p:cNvSpPr txBox="1"/>
          <p:nvPr/>
        </p:nvSpPr>
        <p:spPr>
          <a:xfrm>
            <a:off x="99225" y="283775"/>
            <a:ext cx="11398200" cy="708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400" u="sng" cap="none" strike="noStrike">
                <a:solidFill>
                  <a:schemeClr val="dk1"/>
                </a:solidFill>
                <a:latin typeface="Patrick Hand"/>
                <a:ea typeface="Patrick Hand"/>
                <a:cs typeface="Patrick Hand"/>
                <a:sym typeface="Patrick Hand"/>
              </a:rPr>
              <a:t>Recordemos</a:t>
            </a:r>
            <a:endParaRPr b="1" i="0" sz="1800" u="sng" cap="none" strike="noStrike">
              <a:solidFill>
                <a:srgbClr val="000000"/>
              </a:solidFill>
              <a:latin typeface="Arial"/>
              <a:ea typeface="Arial"/>
              <a:cs typeface="Arial"/>
              <a:sym typeface="Arial"/>
            </a:endParaRPr>
          </a:p>
        </p:txBody>
      </p:sp>
      <p:sp>
        <p:nvSpPr>
          <p:cNvPr id="189" name="Google Shape;189;g23a11cbbfed_0_0"/>
          <p:cNvSpPr txBox="1"/>
          <p:nvPr/>
        </p:nvSpPr>
        <p:spPr>
          <a:xfrm>
            <a:off x="2685700" y="1175500"/>
            <a:ext cx="2075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Centena</a:t>
            </a:r>
            <a:endParaRPr b="0" i="0" sz="1700" u="none" cap="none" strike="noStrike">
              <a:solidFill>
                <a:srgbClr val="000000"/>
              </a:solidFill>
              <a:latin typeface="Arial"/>
              <a:ea typeface="Arial"/>
              <a:cs typeface="Arial"/>
              <a:sym typeface="Arial"/>
            </a:endParaRPr>
          </a:p>
        </p:txBody>
      </p:sp>
      <p:sp>
        <p:nvSpPr>
          <p:cNvPr id="190" name="Google Shape;190;g23a11cbbfed_0_0"/>
          <p:cNvSpPr txBox="1"/>
          <p:nvPr/>
        </p:nvSpPr>
        <p:spPr>
          <a:xfrm>
            <a:off x="6328300" y="1205950"/>
            <a:ext cx="2075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Decena</a:t>
            </a:r>
            <a:endParaRPr b="0" i="0" sz="1700" u="none" cap="none" strike="noStrike">
              <a:solidFill>
                <a:srgbClr val="000000"/>
              </a:solidFill>
              <a:latin typeface="Arial"/>
              <a:ea typeface="Arial"/>
              <a:cs typeface="Arial"/>
              <a:sym typeface="Arial"/>
            </a:endParaRPr>
          </a:p>
        </p:txBody>
      </p:sp>
      <p:sp>
        <p:nvSpPr>
          <p:cNvPr id="191" name="Google Shape;191;g23a11cbbfed_0_0"/>
          <p:cNvSpPr txBox="1"/>
          <p:nvPr/>
        </p:nvSpPr>
        <p:spPr>
          <a:xfrm>
            <a:off x="9024125" y="1287275"/>
            <a:ext cx="2075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Unidad</a:t>
            </a:r>
            <a:endParaRPr b="0" i="0" sz="1700" u="none" cap="none" strike="noStrike">
              <a:solidFill>
                <a:srgbClr val="000000"/>
              </a:solidFill>
              <a:latin typeface="Arial"/>
              <a:ea typeface="Arial"/>
              <a:cs typeface="Arial"/>
              <a:sym typeface="Arial"/>
            </a:endParaRPr>
          </a:p>
        </p:txBody>
      </p:sp>
      <p:sp>
        <p:nvSpPr>
          <p:cNvPr id="192" name="Google Shape;192;g23a11cbbfed_0_0"/>
          <p:cNvSpPr txBox="1"/>
          <p:nvPr/>
        </p:nvSpPr>
        <p:spPr>
          <a:xfrm>
            <a:off x="7081575" y="5544275"/>
            <a:ext cx="4197000" cy="6927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10 unidades = 1 decena </a:t>
            </a:r>
            <a:endParaRPr b="0" i="0" sz="1700" u="none" cap="none" strike="noStrike">
              <a:solidFill>
                <a:srgbClr val="000000"/>
              </a:solidFill>
              <a:latin typeface="Arial"/>
              <a:ea typeface="Arial"/>
              <a:cs typeface="Arial"/>
              <a:sym typeface="Arial"/>
            </a:endParaRPr>
          </a:p>
        </p:txBody>
      </p:sp>
      <p:sp>
        <p:nvSpPr>
          <p:cNvPr id="193" name="Google Shape;193;g23a11cbbfed_0_0"/>
          <p:cNvSpPr txBox="1"/>
          <p:nvPr/>
        </p:nvSpPr>
        <p:spPr>
          <a:xfrm>
            <a:off x="1850525" y="5544275"/>
            <a:ext cx="4101300" cy="6927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10 decenas = 1 centena</a:t>
            </a:r>
            <a:endParaRPr b="0" i="0" sz="1700" u="none" cap="none" strike="noStrike">
              <a:solidFill>
                <a:srgbClr val="000000"/>
              </a:solidFill>
              <a:latin typeface="Arial"/>
              <a:ea typeface="Arial"/>
              <a:cs typeface="Arial"/>
              <a:sym typeface="Arial"/>
            </a:endParaRPr>
          </a:p>
        </p:txBody>
      </p:sp>
      <p:pic>
        <p:nvPicPr>
          <p:cNvPr id="194" name="Google Shape;194;g23a11cbbfed_0_0"/>
          <p:cNvPicPr preferRelativeResize="0"/>
          <p:nvPr/>
        </p:nvPicPr>
        <p:blipFill>
          <a:blip r:embed="rId7">
            <a:alphaModFix/>
          </a:blip>
          <a:stretch>
            <a:fillRect/>
          </a:stretch>
        </p:blipFill>
        <p:spPr>
          <a:xfrm>
            <a:off x="11099825" y="498162"/>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Forma&#10;&#10;Descripción generada automáticamente con confianza media" id="199" name="Google Shape;199;g23a11cbbfed_0_74"/>
          <p:cNvPicPr preferRelativeResize="0"/>
          <p:nvPr>
            <p:ph idx="1" type="body"/>
          </p:nvPr>
        </p:nvPicPr>
        <p:blipFill rotWithShape="1">
          <a:blip r:embed="rId3">
            <a:alphaModFix/>
          </a:blip>
          <a:srcRect b="0" l="0" r="0" t="0"/>
          <a:stretch/>
        </p:blipFill>
        <p:spPr>
          <a:xfrm>
            <a:off x="6" y="5150"/>
            <a:ext cx="12192000" cy="6858000"/>
          </a:xfrm>
          <a:prstGeom prst="rect">
            <a:avLst/>
          </a:prstGeom>
          <a:noFill/>
          <a:ln>
            <a:noFill/>
          </a:ln>
        </p:spPr>
      </p:pic>
      <p:graphicFrame>
        <p:nvGraphicFramePr>
          <p:cNvPr id="200" name="Google Shape;200;g23a11cbbfed_0_74"/>
          <p:cNvGraphicFramePr/>
          <p:nvPr/>
        </p:nvGraphicFramePr>
        <p:xfrm>
          <a:off x="1562613" y="907413"/>
          <a:ext cx="3000000" cy="3000000"/>
        </p:xfrm>
        <a:graphic>
          <a:graphicData uri="http://schemas.openxmlformats.org/drawingml/2006/table">
            <a:tbl>
              <a:tblPr>
                <a:noFill/>
                <a:tableStyleId>{3F0A79F0-92E6-4B34-8A70-7333B0F2A039}</a:tableStyleId>
              </a:tblPr>
              <a:tblGrid>
                <a:gridCol w="1898075"/>
                <a:gridCol w="1898075"/>
                <a:gridCol w="1898075"/>
              </a:tblGrid>
              <a:tr h="600450">
                <a:tc>
                  <a:txBody>
                    <a:bodyPr/>
                    <a:lstStyle/>
                    <a:p>
                      <a:pPr indent="0" lvl="0" marL="0" marR="0" rtl="0" algn="l">
                        <a:lnSpc>
                          <a:spcPct val="100000"/>
                        </a:lnSpc>
                        <a:spcBef>
                          <a:spcPts val="0"/>
                        </a:spcBef>
                        <a:spcAft>
                          <a:spcPts val="0"/>
                        </a:spcAft>
                        <a:buClr>
                          <a:srgbClr val="000000"/>
                        </a:buClr>
                        <a:buSzPts val="2000"/>
                        <a:buFont typeface="Arial"/>
                        <a:buNone/>
                      </a:pPr>
                      <a:r>
                        <a:rPr lang="es-ES" sz="2000" u="none" cap="none" strike="noStrike">
                          <a:latin typeface="Patrick Hand"/>
                          <a:ea typeface="Patrick Hand"/>
                          <a:cs typeface="Patrick Hand"/>
                          <a:sym typeface="Patrick Hand"/>
                        </a:rPr>
                        <a:t>CENTENAS</a:t>
                      </a:r>
                      <a:endParaRPr sz="2000" u="none" cap="none" strike="noStrike">
                        <a:latin typeface="Patrick Hand"/>
                        <a:ea typeface="Patrick Hand"/>
                        <a:cs typeface="Patrick Hand"/>
                        <a:sym typeface="Patrick Hand"/>
                      </a:endParaRPr>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s-ES" sz="2200" u="none" cap="none" strike="noStrike">
                          <a:latin typeface="Patrick Hand"/>
                          <a:ea typeface="Patrick Hand"/>
                          <a:cs typeface="Patrick Hand"/>
                          <a:sym typeface="Patrick Hand"/>
                        </a:rPr>
                        <a:t>DECENAS</a:t>
                      </a:r>
                      <a:endParaRPr sz="2200" u="none" cap="none" strike="noStrike">
                        <a:latin typeface="Patrick Hand"/>
                        <a:ea typeface="Patrick Hand"/>
                        <a:cs typeface="Patrick Hand"/>
                        <a:sym typeface="Patrick Hand"/>
                      </a:endParaRPr>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s-ES" sz="2200" u="none" cap="none" strike="noStrike">
                          <a:latin typeface="Patrick Hand"/>
                          <a:ea typeface="Patrick Hand"/>
                          <a:cs typeface="Patrick Hand"/>
                          <a:sym typeface="Patrick Hand"/>
                        </a:rPr>
                        <a:t>UNIDADES</a:t>
                      </a:r>
                      <a:endParaRPr sz="2200" u="none" cap="none" strike="noStrike">
                        <a:latin typeface="Patrick Hand"/>
                        <a:ea typeface="Patrick Hand"/>
                        <a:cs typeface="Patrick Hand"/>
                        <a:sym typeface="Patrick Hand"/>
                      </a:endParaRPr>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r>
              <a:tr h="14706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r>
              <a:tr h="136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r>
            </a:tbl>
          </a:graphicData>
        </a:graphic>
      </p:graphicFrame>
      <p:pic>
        <p:nvPicPr>
          <p:cNvPr id="201" name="Google Shape;201;g23a11cbbfed_0_74"/>
          <p:cNvPicPr preferRelativeResize="0"/>
          <p:nvPr/>
        </p:nvPicPr>
        <p:blipFill rotWithShape="1">
          <a:blip r:embed="rId4">
            <a:alphaModFix/>
          </a:blip>
          <a:srcRect b="0" l="0" r="0" t="0"/>
          <a:stretch/>
        </p:blipFill>
        <p:spPr>
          <a:xfrm>
            <a:off x="1937975" y="3023787"/>
            <a:ext cx="1042701" cy="1107314"/>
          </a:xfrm>
          <a:prstGeom prst="rect">
            <a:avLst/>
          </a:prstGeom>
          <a:noFill/>
          <a:ln>
            <a:noFill/>
          </a:ln>
        </p:spPr>
      </p:pic>
      <p:pic>
        <p:nvPicPr>
          <p:cNvPr id="202" name="Google Shape;202;g23a11cbbfed_0_74"/>
          <p:cNvPicPr preferRelativeResize="0"/>
          <p:nvPr/>
        </p:nvPicPr>
        <p:blipFill rotWithShape="1">
          <a:blip r:embed="rId5">
            <a:alphaModFix/>
          </a:blip>
          <a:srcRect b="0" l="0" r="0" t="0"/>
          <a:stretch/>
        </p:blipFill>
        <p:spPr>
          <a:xfrm>
            <a:off x="5474402" y="3203872"/>
            <a:ext cx="354825" cy="271825"/>
          </a:xfrm>
          <a:prstGeom prst="rect">
            <a:avLst/>
          </a:prstGeom>
          <a:noFill/>
          <a:ln>
            <a:noFill/>
          </a:ln>
        </p:spPr>
      </p:pic>
      <p:sp>
        <p:nvSpPr>
          <p:cNvPr id="203" name="Google Shape;203;g23a11cbbfed_0_74"/>
          <p:cNvSpPr txBox="1"/>
          <p:nvPr/>
        </p:nvSpPr>
        <p:spPr>
          <a:xfrm>
            <a:off x="2539313" y="251400"/>
            <a:ext cx="74442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200" u="none" cap="none" strike="noStrike">
                <a:solidFill>
                  <a:schemeClr val="dk1"/>
                </a:solidFill>
                <a:latin typeface="Patrick Hand"/>
                <a:ea typeface="Patrick Hand"/>
                <a:cs typeface="Patrick Hand"/>
                <a:sym typeface="Patrick Hand"/>
              </a:rPr>
              <a:t>Suma de 3 dígitos</a:t>
            </a:r>
            <a:endParaRPr b="1" i="0" sz="1600" u="none" cap="none" strike="noStrike">
              <a:solidFill>
                <a:srgbClr val="000000"/>
              </a:solidFill>
              <a:latin typeface="Arial"/>
              <a:ea typeface="Arial"/>
              <a:cs typeface="Arial"/>
              <a:sym typeface="Arial"/>
            </a:endParaRPr>
          </a:p>
        </p:txBody>
      </p:sp>
      <p:pic>
        <p:nvPicPr>
          <p:cNvPr id="204" name="Google Shape;204;g23a11cbbfed_0_74"/>
          <p:cNvPicPr preferRelativeResize="0"/>
          <p:nvPr/>
        </p:nvPicPr>
        <p:blipFill rotWithShape="1">
          <a:blip r:embed="rId6">
            <a:alphaModFix/>
          </a:blip>
          <a:srcRect b="0" l="0" r="0" t="0"/>
          <a:stretch/>
        </p:blipFill>
        <p:spPr>
          <a:xfrm>
            <a:off x="3894102" y="3092752"/>
            <a:ext cx="135456" cy="1312734"/>
          </a:xfrm>
          <a:prstGeom prst="rect">
            <a:avLst/>
          </a:prstGeom>
          <a:noFill/>
          <a:ln>
            <a:noFill/>
          </a:ln>
        </p:spPr>
      </p:pic>
      <p:pic>
        <p:nvPicPr>
          <p:cNvPr id="205" name="Google Shape;205;g23a11cbbfed_0_74"/>
          <p:cNvPicPr preferRelativeResize="0"/>
          <p:nvPr/>
        </p:nvPicPr>
        <p:blipFill rotWithShape="1">
          <a:blip r:embed="rId6">
            <a:alphaModFix/>
          </a:blip>
          <a:srcRect b="0" l="0" r="0" t="0"/>
          <a:stretch/>
        </p:blipFill>
        <p:spPr>
          <a:xfrm>
            <a:off x="4065873" y="3092752"/>
            <a:ext cx="135456" cy="1312734"/>
          </a:xfrm>
          <a:prstGeom prst="rect">
            <a:avLst/>
          </a:prstGeom>
          <a:noFill/>
          <a:ln>
            <a:noFill/>
          </a:ln>
        </p:spPr>
      </p:pic>
      <p:pic>
        <p:nvPicPr>
          <p:cNvPr id="206" name="Google Shape;206;g23a11cbbfed_0_74"/>
          <p:cNvPicPr preferRelativeResize="0"/>
          <p:nvPr/>
        </p:nvPicPr>
        <p:blipFill rotWithShape="1">
          <a:blip r:embed="rId6">
            <a:alphaModFix/>
          </a:blip>
          <a:srcRect b="0" l="0" r="0" t="0"/>
          <a:stretch/>
        </p:blipFill>
        <p:spPr>
          <a:xfrm>
            <a:off x="4237644" y="3092752"/>
            <a:ext cx="135456" cy="1312734"/>
          </a:xfrm>
          <a:prstGeom prst="rect">
            <a:avLst/>
          </a:prstGeom>
          <a:noFill/>
          <a:ln>
            <a:noFill/>
          </a:ln>
        </p:spPr>
      </p:pic>
      <p:pic>
        <p:nvPicPr>
          <p:cNvPr id="207" name="Google Shape;207;g23a11cbbfed_0_74"/>
          <p:cNvPicPr preferRelativeResize="0"/>
          <p:nvPr/>
        </p:nvPicPr>
        <p:blipFill rotWithShape="1">
          <a:blip r:embed="rId6">
            <a:alphaModFix/>
          </a:blip>
          <a:srcRect b="0" l="0" r="0" t="0"/>
          <a:stretch/>
        </p:blipFill>
        <p:spPr>
          <a:xfrm>
            <a:off x="4392238" y="3092752"/>
            <a:ext cx="135456" cy="1312734"/>
          </a:xfrm>
          <a:prstGeom prst="rect">
            <a:avLst/>
          </a:prstGeom>
          <a:noFill/>
          <a:ln>
            <a:noFill/>
          </a:ln>
        </p:spPr>
      </p:pic>
      <p:pic>
        <p:nvPicPr>
          <p:cNvPr id="208" name="Google Shape;208;g23a11cbbfed_0_74"/>
          <p:cNvPicPr preferRelativeResize="0"/>
          <p:nvPr/>
        </p:nvPicPr>
        <p:blipFill rotWithShape="1">
          <a:blip r:embed="rId6">
            <a:alphaModFix/>
          </a:blip>
          <a:srcRect b="0" l="0" r="0" t="0"/>
          <a:stretch/>
        </p:blipFill>
        <p:spPr>
          <a:xfrm>
            <a:off x="4581186" y="3092752"/>
            <a:ext cx="135456" cy="1312734"/>
          </a:xfrm>
          <a:prstGeom prst="rect">
            <a:avLst/>
          </a:prstGeom>
          <a:noFill/>
          <a:ln>
            <a:noFill/>
          </a:ln>
        </p:spPr>
      </p:pic>
      <p:pic>
        <p:nvPicPr>
          <p:cNvPr id="209" name="Google Shape;209;g23a11cbbfed_0_74"/>
          <p:cNvPicPr preferRelativeResize="0"/>
          <p:nvPr/>
        </p:nvPicPr>
        <p:blipFill rotWithShape="1">
          <a:blip r:embed="rId6">
            <a:alphaModFix/>
          </a:blip>
          <a:srcRect b="0" l="0" r="0" t="0"/>
          <a:stretch/>
        </p:blipFill>
        <p:spPr>
          <a:xfrm>
            <a:off x="4770134" y="3092752"/>
            <a:ext cx="135456" cy="1312734"/>
          </a:xfrm>
          <a:prstGeom prst="rect">
            <a:avLst/>
          </a:prstGeom>
          <a:noFill/>
          <a:ln>
            <a:noFill/>
          </a:ln>
        </p:spPr>
      </p:pic>
      <p:pic>
        <p:nvPicPr>
          <p:cNvPr id="210" name="Google Shape;210;g23a11cbbfed_0_74"/>
          <p:cNvPicPr preferRelativeResize="0"/>
          <p:nvPr/>
        </p:nvPicPr>
        <p:blipFill rotWithShape="1">
          <a:blip r:embed="rId4">
            <a:alphaModFix/>
          </a:blip>
          <a:srcRect b="0" l="0" r="0" t="0"/>
          <a:stretch/>
        </p:blipFill>
        <p:spPr>
          <a:xfrm>
            <a:off x="1937975" y="1570101"/>
            <a:ext cx="1042701" cy="1107314"/>
          </a:xfrm>
          <a:prstGeom prst="rect">
            <a:avLst/>
          </a:prstGeom>
          <a:noFill/>
          <a:ln>
            <a:noFill/>
          </a:ln>
        </p:spPr>
      </p:pic>
      <p:pic>
        <p:nvPicPr>
          <p:cNvPr id="211" name="Google Shape;211;g23a11cbbfed_0_74"/>
          <p:cNvPicPr preferRelativeResize="0"/>
          <p:nvPr/>
        </p:nvPicPr>
        <p:blipFill rotWithShape="1">
          <a:blip r:embed="rId6">
            <a:alphaModFix/>
          </a:blip>
          <a:srcRect b="0" l="0" r="0" t="0"/>
          <a:stretch/>
        </p:blipFill>
        <p:spPr>
          <a:xfrm>
            <a:off x="3721240" y="1613403"/>
            <a:ext cx="135456" cy="1312734"/>
          </a:xfrm>
          <a:prstGeom prst="rect">
            <a:avLst/>
          </a:prstGeom>
          <a:noFill/>
          <a:ln>
            <a:noFill/>
          </a:ln>
        </p:spPr>
      </p:pic>
      <p:pic>
        <p:nvPicPr>
          <p:cNvPr id="212" name="Google Shape;212;g23a11cbbfed_0_74"/>
          <p:cNvPicPr preferRelativeResize="0"/>
          <p:nvPr/>
        </p:nvPicPr>
        <p:blipFill rotWithShape="1">
          <a:blip r:embed="rId6">
            <a:alphaModFix/>
          </a:blip>
          <a:srcRect b="0" l="0" r="0" t="0"/>
          <a:stretch/>
        </p:blipFill>
        <p:spPr>
          <a:xfrm>
            <a:off x="3891923" y="1613403"/>
            <a:ext cx="135456" cy="1312734"/>
          </a:xfrm>
          <a:prstGeom prst="rect">
            <a:avLst/>
          </a:prstGeom>
          <a:noFill/>
          <a:ln>
            <a:noFill/>
          </a:ln>
        </p:spPr>
      </p:pic>
      <p:pic>
        <p:nvPicPr>
          <p:cNvPr id="213" name="Google Shape;213;g23a11cbbfed_0_74"/>
          <p:cNvPicPr preferRelativeResize="0"/>
          <p:nvPr/>
        </p:nvPicPr>
        <p:blipFill rotWithShape="1">
          <a:blip r:embed="rId6">
            <a:alphaModFix/>
          </a:blip>
          <a:srcRect b="0" l="0" r="0" t="0"/>
          <a:stretch/>
        </p:blipFill>
        <p:spPr>
          <a:xfrm>
            <a:off x="4101332" y="1631815"/>
            <a:ext cx="135456" cy="1312734"/>
          </a:xfrm>
          <a:prstGeom prst="rect">
            <a:avLst/>
          </a:prstGeom>
          <a:noFill/>
          <a:ln>
            <a:noFill/>
          </a:ln>
        </p:spPr>
      </p:pic>
      <p:pic>
        <p:nvPicPr>
          <p:cNvPr id="214" name="Google Shape;214;g23a11cbbfed_0_74"/>
          <p:cNvPicPr preferRelativeResize="0"/>
          <p:nvPr/>
        </p:nvPicPr>
        <p:blipFill rotWithShape="1">
          <a:blip r:embed="rId6">
            <a:alphaModFix/>
          </a:blip>
          <a:srcRect b="0" l="0" r="0" t="0"/>
          <a:stretch/>
        </p:blipFill>
        <p:spPr>
          <a:xfrm>
            <a:off x="4332125" y="1631815"/>
            <a:ext cx="135456" cy="1312734"/>
          </a:xfrm>
          <a:prstGeom prst="rect">
            <a:avLst/>
          </a:prstGeom>
          <a:noFill/>
          <a:ln>
            <a:noFill/>
          </a:ln>
        </p:spPr>
      </p:pic>
      <p:pic>
        <p:nvPicPr>
          <p:cNvPr id="215" name="Google Shape;215;g23a11cbbfed_0_74"/>
          <p:cNvPicPr preferRelativeResize="0"/>
          <p:nvPr/>
        </p:nvPicPr>
        <p:blipFill rotWithShape="1">
          <a:blip r:embed="rId6">
            <a:alphaModFix/>
          </a:blip>
          <a:srcRect b="0" l="0" r="0" t="0"/>
          <a:stretch/>
        </p:blipFill>
        <p:spPr>
          <a:xfrm>
            <a:off x="4597273" y="1631815"/>
            <a:ext cx="135456" cy="1312734"/>
          </a:xfrm>
          <a:prstGeom prst="rect">
            <a:avLst/>
          </a:prstGeom>
          <a:noFill/>
          <a:ln>
            <a:noFill/>
          </a:ln>
        </p:spPr>
      </p:pic>
      <p:pic>
        <p:nvPicPr>
          <p:cNvPr id="216" name="Google Shape;216;g23a11cbbfed_0_74"/>
          <p:cNvPicPr preferRelativeResize="0"/>
          <p:nvPr/>
        </p:nvPicPr>
        <p:blipFill rotWithShape="1">
          <a:blip r:embed="rId6">
            <a:alphaModFix/>
          </a:blip>
          <a:srcRect b="0" l="0" r="0" t="0"/>
          <a:stretch/>
        </p:blipFill>
        <p:spPr>
          <a:xfrm>
            <a:off x="4786221" y="1631815"/>
            <a:ext cx="135456" cy="1312734"/>
          </a:xfrm>
          <a:prstGeom prst="rect">
            <a:avLst/>
          </a:prstGeom>
          <a:noFill/>
          <a:ln>
            <a:noFill/>
          </a:ln>
        </p:spPr>
      </p:pic>
      <p:pic>
        <p:nvPicPr>
          <p:cNvPr id="217" name="Google Shape;217;g23a11cbbfed_0_74"/>
          <p:cNvPicPr preferRelativeResize="0"/>
          <p:nvPr/>
        </p:nvPicPr>
        <p:blipFill rotWithShape="1">
          <a:blip r:embed="rId6">
            <a:alphaModFix/>
          </a:blip>
          <a:srcRect b="0" l="0" r="0" t="0"/>
          <a:stretch/>
        </p:blipFill>
        <p:spPr>
          <a:xfrm>
            <a:off x="4975169" y="1631815"/>
            <a:ext cx="135456" cy="1312734"/>
          </a:xfrm>
          <a:prstGeom prst="rect">
            <a:avLst/>
          </a:prstGeom>
          <a:noFill/>
          <a:ln>
            <a:noFill/>
          </a:ln>
        </p:spPr>
      </p:pic>
      <p:pic>
        <p:nvPicPr>
          <p:cNvPr id="218" name="Google Shape;218;g23a11cbbfed_0_74"/>
          <p:cNvPicPr preferRelativeResize="0"/>
          <p:nvPr/>
        </p:nvPicPr>
        <p:blipFill rotWithShape="1">
          <a:blip r:embed="rId5">
            <a:alphaModFix/>
          </a:blip>
          <a:srcRect b="0" l="0" r="0" t="0"/>
          <a:stretch/>
        </p:blipFill>
        <p:spPr>
          <a:xfrm>
            <a:off x="5550602" y="3508672"/>
            <a:ext cx="354825" cy="271825"/>
          </a:xfrm>
          <a:prstGeom prst="rect">
            <a:avLst/>
          </a:prstGeom>
          <a:noFill/>
          <a:ln>
            <a:noFill/>
          </a:ln>
        </p:spPr>
      </p:pic>
      <p:pic>
        <p:nvPicPr>
          <p:cNvPr id="219" name="Google Shape;219;g23a11cbbfed_0_74"/>
          <p:cNvPicPr preferRelativeResize="0"/>
          <p:nvPr/>
        </p:nvPicPr>
        <p:blipFill rotWithShape="1">
          <a:blip r:embed="rId5">
            <a:alphaModFix/>
          </a:blip>
          <a:srcRect b="0" l="0" r="0" t="0"/>
          <a:stretch/>
        </p:blipFill>
        <p:spPr>
          <a:xfrm>
            <a:off x="5550602" y="3813472"/>
            <a:ext cx="354825" cy="271825"/>
          </a:xfrm>
          <a:prstGeom prst="rect">
            <a:avLst/>
          </a:prstGeom>
          <a:noFill/>
          <a:ln>
            <a:noFill/>
          </a:ln>
        </p:spPr>
      </p:pic>
      <p:pic>
        <p:nvPicPr>
          <p:cNvPr id="220" name="Google Shape;220;g23a11cbbfed_0_74"/>
          <p:cNvPicPr preferRelativeResize="0"/>
          <p:nvPr/>
        </p:nvPicPr>
        <p:blipFill rotWithShape="1">
          <a:blip r:embed="rId5">
            <a:alphaModFix/>
          </a:blip>
          <a:srcRect b="0" l="0" r="0" t="0"/>
          <a:stretch/>
        </p:blipFill>
        <p:spPr>
          <a:xfrm>
            <a:off x="5566677" y="1854072"/>
            <a:ext cx="354825" cy="271825"/>
          </a:xfrm>
          <a:prstGeom prst="rect">
            <a:avLst/>
          </a:prstGeom>
          <a:noFill/>
          <a:ln>
            <a:noFill/>
          </a:ln>
        </p:spPr>
      </p:pic>
      <p:pic>
        <p:nvPicPr>
          <p:cNvPr id="221" name="Google Shape;221;g23a11cbbfed_0_74"/>
          <p:cNvPicPr preferRelativeResize="0"/>
          <p:nvPr/>
        </p:nvPicPr>
        <p:blipFill rotWithShape="1">
          <a:blip r:embed="rId5">
            <a:alphaModFix/>
          </a:blip>
          <a:srcRect b="0" l="0" r="0" t="0"/>
          <a:stretch/>
        </p:blipFill>
        <p:spPr>
          <a:xfrm>
            <a:off x="5566677" y="2158872"/>
            <a:ext cx="354825" cy="271825"/>
          </a:xfrm>
          <a:prstGeom prst="rect">
            <a:avLst/>
          </a:prstGeom>
          <a:noFill/>
          <a:ln>
            <a:noFill/>
          </a:ln>
        </p:spPr>
      </p:pic>
      <p:pic>
        <p:nvPicPr>
          <p:cNvPr id="222" name="Google Shape;222;g23a11cbbfed_0_74"/>
          <p:cNvPicPr preferRelativeResize="0"/>
          <p:nvPr/>
        </p:nvPicPr>
        <p:blipFill rotWithShape="1">
          <a:blip r:embed="rId5">
            <a:alphaModFix/>
          </a:blip>
          <a:srcRect b="0" l="0" r="0" t="0"/>
          <a:stretch/>
        </p:blipFill>
        <p:spPr>
          <a:xfrm>
            <a:off x="5566677" y="2463672"/>
            <a:ext cx="354825" cy="271825"/>
          </a:xfrm>
          <a:prstGeom prst="rect">
            <a:avLst/>
          </a:prstGeom>
          <a:noFill/>
          <a:ln>
            <a:noFill/>
          </a:ln>
        </p:spPr>
      </p:pic>
      <p:pic>
        <p:nvPicPr>
          <p:cNvPr id="223" name="Google Shape;223;g23a11cbbfed_0_74"/>
          <p:cNvPicPr preferRelativeResize="0"/>
          <p:nvPr/>
        </p:nvPicPr>
        <p:blipFill rotWithShape="1">
          <a:blip r:embed="rId5">
            <a:alphaModFix/>
          </a:blip>
          <a:srcRect b="0" l="0" r="0" t="0"/>
          <a:stretch/>
        </p:blipFill>
        <p:spPr>
          <a:xfrm>
            <a:off x="5779202" y="3432472"/>
            <a:ext cx="354825" cy="271825"/>
          </a:xfrm>
          <a:prstGeom prst="rect">
            <a:avLst/>
          </a:prstGeom>
          <a:noFill/>
          <a:ln>
            <a:noFill/>
          </a:ln>
        </p:spPr>
      </p:pic>
      <p:cxnSp>
        <p:nvCxnSpPr>
          <p:cNvPr id="224" name="Google Shape;224;g23a11cbbfed_0_74"/>
          <p:cNvCxnSpPr/>
          <p:nvPr/>
        </p:nvCxnSpPr>
        <p:spPr>
          <a:xfrm>
            <a:off x="888350" y="4560950"/>
            <a:ext cx="7444200" cy="0"/>
          </a:xfrm>
          <a:prstGeom prst="straightConnector1">
            <a:avLst/>
          </a:prstGeom>
          <a:noFill/>
          <a:ln cap="flat" cmpd="sng" w="19050">
            <a:solidFill>
              <a:srgbClr val="009287"/>
            </a:solidFill>
            <a:prstDash val="solid"/>
            <a:round/>
            <a:headEnd len="sm" w="sm" type="none"/>
            <a:tailEnd len="sm" w="sm" type="none"/>
          </a:ln>
        </p:spPr>
      </p:cxnSp>
      <p:sp>
        <p:nvSpPr>
          <p:cNvPr id="225" name="Google Shape;225;g23a11cbbfed_0_74"/>
          <p:cNvSpPr/>
          <p:nvPr/>
        </p:nvSpPr>
        <p:spPr>
          <a:xfrm>
            <a:off x="657375" y="3603038"/>
            <a:ext cx="515100" cy="692700"/>
          </a:xfrm>
          <a:prstGeom prst="mathPlus">
            <a:avLst>
              <a:gd fmla="val 23520" name="adj1"/>
            </a:avLst>
          </a:prstGeom>
          <a:solidFill>
            <a:srgbClr val="009287"/>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6" name="Google Shape;226;g23a11cbbfed_0_74"/>
          <p:cNvGraphicFramePr/>
          <p:nvPr/>
        </p:nvGraphicFramePr>
        <p:xfrm>
          <a:off x="1562625" y="4838400"/>
          <a:ext cx="3000000" cy="3000000"/>
        </p:xfrm>
        <a:graphic>
          <a:graphicData uri="http://schemas.openxmlformats.org/drawingml/2006/table">
            <a:tbl>
              <a:tblPr>
                <a:noFill/>
                <a:tableStyleId>{3F0A79F0-92E6-4B34-8A70-7333B0F2A039}</a:tableStyleId>
              </a:tblPr>
              <a:tblGrid>
                <a:gridCol w="1898075"/>
                <a:gridCol w="1898075"/>
                <a:gridCol w="1898075"/>
              </a:tblGrid>
              <a:tr h="13127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9287"/>
                      </a:solidFill>
                      <a:prstDash val="solid"/>
                      <a:round/>
                      <a:headEnd len="sm" w="sm" type="none"/>
                      <a:tailEnd len="sm" w="sm" type="none"/>
                    </a:lnL>
                    <a:lnR cap="flat" cmpd="sng" w="19050">
                      <a:solidFill>
                        <a:srgbClr val="009287"/>
                      </a:solidFill>
                      <a:prstDash val="solid"/>
                      <a:round/>
                      <a:headEnd len="sm" w="sm" type="none"/>
                      <a:tailEnd len="sm" w="sm" type="none"/>
                    </a:lnR>
                    <a:lnT cap="flat" cmpd="sng" w="19050">
                      <a:solidFill>
                        <a:srgbClr val="009287"/>
                      </a:solidFill>
                      <a:prstDash val="solid"/>
                      <a:round/>
                      <a:headEnd len="sm" w="sm" type="none"/>
                      <a:tailEnd len="sm" w="sm" type="none"/>
                    </a:lnT>
                    <a:lnB cap="flat" cmpd="sng" w="19050">
                      <a:solidFill>
                        <a:srgbClr val="009287"/>
                      </a:solidFill>
                      <a:prstDash val="solid"/>
                      <a:round/>
                      <a:headEnd len="sm" w="sm" type="none"/>
                      <a:tailEnd len="sm" w="sm" type="none"/>
                    </a:lnB>
                  </a:tcPr>
                </a:tc>
              </a:tr>
            </a:tbl>
          </a:graphicData>
        </a:graphic>
      </p:graphicFrame>
      <p:sp>
        <p:nvSpPr>
          <p:cNvPr id="227" name="Google Shape;227;g23a11cbbfed_0_74"/>
          <p:cNvSpPr/>
          <p:nvPr/>
        </p:nvSpPr>
        <p:spPr>
          <a:xfrm>
            <a:off x="3460700" y="1343937"/>
            <a:ext cx="1954954" cy="3151110"/>
          </a:xfrm>
          <a:custGeom>
            <a:rect b="b" l="l" r="r" t="t"/>
            <a:pathLst>
              <a:path extrusionOk="0" h="119496" w="71748">
                <a:moveTo>
                  <a:pt x="29947" y="60509"/>
                </a:moveTo>
                <a:cubicBezTo>
                  <a:pt x="29947" y="79083"/>
                  <a:pt x="29756" y="98321"/>
                  <a:pt x="35632" y="115941"/>
                </a:cubicBezTo>
                <a:cubicBezTo>
                  <a:pt x="37507" y="121564"/>
                  <a:pt x="48098" y="119304"/>
                  <a:pt x="53399" y="116652"/>
                </a:cubicBezTo>
                <a:cubicBezTo>
                  <a:pt x="67721" y="109486"/>
                  <a:pt x="56654" y="84740"/>
                  <a:pt x="59795" y="69037"/>
                </a:cubicBezTo>
                <a:cubicBezTo>
                  <a:pt x="60530" y="65364"/>
                  <a:pt x="63543" y="62447"/>
                  <a:pt x="66191" y="59798"/>
                </a:cubicBezTo>
                <a:cubicBezTo>
                  <a:pt x="69898" y="56089"/>
                  <a:pt x="70137" y="50016"/>
                  <a:pt x="71166" y="44874"/>
                </a:cubicBezTo>
                <a:cubicBezTo>
                  <a:pt x="72856" y="36431"/>
                  <a:pt x="70336" y="27457"/>
                  <a:pt x="67612" y="19289"/>
                </a:cubicBezTo>
                <a:cubicBezTo>
                  <a:pt x="65632" y="13352"/>
                  <a:pt x="64184" y="5269"/>
                  <a:pt x="58374" y="2944"/>
                </a:cubicBezTo>
                <a:cubicBezTo>
                  <a:pt x="39596" y="-4571"/>
                  <a:pt x="6368" y="2685"/>
                  <a:pt x="809" y="22132"/>
                </a:cubicBezTo>
                <a:cubicBezTo>
                  <a:pt x="-1219" y="29226"/>
                  <a:pt x="1150" y="37006"/>
                  <a:pt x="2941" y="44163"/>
                </a:cubicBezTo>
                <a:cubicBezTo>
                  <a:pt x="3611" y="46843"/>
                  <a:pt x="4584" y="50396"/>
                  <a:pt x="7205" y="51270"/>
                </a:cubicBezTo>
                <a:cubicBezTo>
                  <a:pt x="10220" y="52275"/>
                  <a:pt x="12718" y="54529"/>
                  <a:pt x="15733" y="55534"/>
                </a:cubicBezTo>
                <a:cubicBezTo>
                  <a:pt x="19834" y="56902"/>
                  <a:pt x="24928" y="55269"/>
                  <a:pt x="28525" y="57666"/>
                </a:cubicBezTo>
                <a:cubicBezTo>
                  <a:pt x="30385" y="58905"/>
                  <a:pt x="30498" y="61772"/>
                  <a:pt x="32079" y="63351"/>
                </a:cubicBezTo>
              </a:path>
            </a:pathLst>
          </a:cu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8" name="Google Shape;228;g23a11cbbfed_0_74"/>
          <p:cNvCxnSpPr>
            <a:endCxn id="210" idx="0"/>
          </p:cNvCxnSpPr>
          <p:nvPr/>
        </p:nvCxnSpPr>
        <p:spPr>
          <a:xfrm rot="10800000">
            <a:off x="2459325" y="1570101"/>
            <a:ext cx="1709700" cy="61800"/>
          </a:xfrm>
          <a:prstGeom prst="curvedConnector4">
            <a:avLst>
              <a:gd fmla="val 34753" name="adj1"/>
              <a:gd fmla="val 485316" name="adj2"/>
            </a:avLst>
          </a:prstGeom>
          <a:noFill/>
          <a:ln cap="flat" cmpd="sng" w="28575">
            <a:solidFill>
              <a:srgbClr val="009287"/>
            </a:solidFill>
            <a:prstDash val="solid"/>
            <a:round/>
            <a:headEnd len="sm" w="sm" type="none"/>
            <a:tailEnd len="med" w="med" type="triangle"/>
          </a:ln>
        </p:spPr>
      </p:cxnSp>
      <p:pic>
        <p:nvPicPr>
          <p:cNvPr id="229" name="Google Shape;229;g23a11cbbfed_0_74"/>
          <p:cNvPicPr preferRelativeResize="0"/>
          <p:nvPr/>
        </p:nvPicPr>
        <p:blipFill rotWithShape="1">
          <a:blip r:embed="rId4">
            <a:alphaModFix/>
          </a:blip>
          <a:srcRect b="0" l="0" r="0" t="0"/>
          <a:stretch/>
        </p:blipFill>
        <p:spPr>
          <a:xfrm>
            <a:off x="1646200" y="4838404"/>
            <a:ext cx="652273" cy="692700"/>
          </a:xfrm>
          <a:prstGeom prst="rect">
            <a:avLst/>
          </a:prstGeom>
          <a:noFill/>
          <a:ln>
            <a:noFill/>
          </a:ln>
        </p:spPr>
      </p:pic>
      <p:pic>
        <p:nvPicPr>
          <p:cNvPr id="230" name="Google Shape;230;g23a11cbbfed_0_74"/>
          <p:cNvPicPr preferRelativeResize="0"/>
          <p:nvPr/>
        </p:nvPicPr>
        <p:blipFill rotWithShape="1">
          <a:blip r:embed="rId4">
            <a:alphaModFix/>
          </a:blip>
          <a:srcRect b="0" l="0" r="0" t="0"/>
          <a:stretch/>
        </p:blipFill>
        <p:spPr>
          <a:xfrm>
            <a:off x="2133188" y="5148417"/>
            <a:ext cx="652273" cy="692700"/>
          </a:xfrm>
          <a:prstGeom prst="rect">
            <a:avLst/>
          </a:prstGeom>
          <a:noFill/>
          <a:ln>
            <a:noFill/>
          </a:ln>
        </p:spPr>
      </p:pic>
      <p:pic>
        <p:nvPicPr>
          <p:cNvPr id="231" name="Google Shape;231;g23a11cbbfed_0_74"/>
          <p:cNvPicPr preferRelativeResize="0"/>
          <p:nvPr/>
        </p:nvPicPr>
        <p:blipFill rotWithShape="1">
          <a:blip r:embed="rId7">
            <a:alphaModFix/>
          </a:blip>
          <a:srcRect b="0" l="0" r="0" t="0"/>
          <a:stretch/>
        </p:blipFill>
        <p:spPr>
          <a:xfrm>
            <a:off x="2785450" y="5345254"/>
            <a:ext cx="652273" cy="692700"/>
          </a:xfrm>
          <a:prstGeom prst="rect">
            <a:avLst/>
          </a:prstGeom>
          <a:noFill/>
          <a:ln>
            <a:noFill/>
          </a:ln>
        </p:spPr>
      </p:pic>
      <p:pic>
        <p:nvPicPr>
          <p:cNvPr id="232" name="Google Shape;232;g23a11cbbfed_0_74"/>
          <p:cNvPicPr preferRelativeResize="0"/>
          <p:nvPr/>
        </p:nvPicPr>
        <p:blipFill rotWithShape="1">
          <a:blip r:embed="rId6">
            <a:alphaModFix/>
          </a:blip>
          <a:srcRect b="0" l="0" r="0" t="0"/>
          <a:stretch/>
        </p:blipFill>
        <p:spPr>
          <a:xfrm>
            <a:off x="3856700" y="4938700"/>
            <a:ext cx="135450" cy="1107326"/>
          </a:xfrm>
          <a:prstGeom prst="rect">
            <a:avLst/>
          </a:prstGeom>
          <a:noFill/>
          <a:ln>
            <a:noFill/>
          </a:ln>
        </p:spPr>
      </p:pic>
      <p:pic>
        <p:nvPicPr>
          <p:cNvPr id="233" name="Google Shape;233;g23a11cbbfed_0_74"/>
          <p:cNvPicPr preferRelativeResize="0"/>
          <p:nvPr/>
        </p:nvPicPr>
        <p:blipFill rotWithShape="1">
          <a:blip r:embed="rId6">
            <a:alphaModFix/>
          </a:blip>
          <a:srcRect b="0" l="0" r="0" t="0"/>
          <a:stretch/>
        </p:blipFill>
        <p:spPr>
          <a:xfrm>
            <a:off x="4085300" y="4938700"/>
            <a:ext cx="135450" cy="1107326"/>
          </a:xfrm>
          <a:prstGeom prst="rect">
            <a:avLst/>
          </a:prstGeom>
          <a:noFill/>
          <a:ln>
            <a:noFill/>
          </a:ln>
        </p:spPr>
      </p:pic>
      <p:pic>
        <p:nvPicPr>
          <p:cNvPr id="234" name="Google Shape;234;g23a11cbbfed_0_74"/>
          <p:cNvPicPr preferRelativeResize="0"/>
          <p:nvPr/>
        </p:nvPicPr>
        <p:blipFill rotWithShape="1">
          <a:blip r:embed="rId6">
            <a:alphaModFix/>
          </a:blip>
          <a:srcRect b="0" l="0" r="0" t="0"/>
          <a:stretch/>
        </p:blipFill>
        <p:spPr>
          <a:xfrm>
            <a:off x="4313900" y="4938700"/>
            <a:ext cx="135450" cy="1107326"/>
          </a:xfrm>
          <a:prstGeom prst="rect">
            <a:avLst/>
          </a:prstGeom>
          <a:noFill/>
          <a:ln>
            <a:noFill/>
          </a:ln>
        </p:spPr>
      </p:pic>
      <p:pic>
        <p:nvPicPr>
          <p:cNvPr id="235" name="Google Shape;235;g23a11cbbfed_0_74"/>
          <p:cNvPicPr preferRelativeResize="0"/>
          <p:nvPr/>
        </p:nvPicPr>
        <p:blipFill rotWithShape="1">
          <a:blip r:embed="rId5">
            <a:alphaModFix/>
          </a:blip>
          <a:srcRect b="0" l="0" r="0" t="0"/>
          <a:stretch/>
        </p:blipFill>
        <p:spPr>
          <a:xfrm>
            <a:off x="5520602" y="5036597"/>
            <a:ext cx="354825" cy="271825"/>
          </a:xfrm>
          <a:prstGeom prst="rect">
            <a:avLst/>
          </a:prstGeom>
          <a:noFill/>
          <a:ln>
            <a:noFill/>
          </a:ln>
        </p:spPr>
      </p:pic>
      <p:pic>
        <p:nvPicPr>
          <p:cNvPr id="236" name="Google Shape;236;g23a11cbbfed_0_74"/>
          <p:cNvPicPr preferRelativeResize="0"/>
          <p:nvPr/>
        </p:nvPicPr>
        <p:blipFill rotWithShape="1">
          <a:blip r:embed="rId5">
            <a:alphaModFix/>
          </a:blip>
          <a:srcRect b="0" l="0" r="0" t="0"/>
          <a:stretch/>
        </p:blipFill>
        <p:spPr>
          <a:xfrm>
            <a:off x="5779202" y="5036597"/>
            <a:ext cx="354825" cy="271825"/>
          </a:xfrm>
          <a:prstGeom prst="rect">
            <a:avLst/>
          </a:prstGeom>
          <a:noFill/>
          <a:ln>
            <a:noFill/>
          </a:ln>
        </p:spPr>
      </p:pic>
      <p:pic>
        <p:nvPicPr>
          <p:cNvPr id="237" name="Google Shape;237;g23a11cbbfed_0_74"/>
          <p:cNvPicPr preferRelativeResize="0"/>
          <p:nvPr/>
        </p:nvPicPr>
        <p:blipFill rotWithShape="1">
          <a:blip r:embed="rId5">
            <a:alphaModFix/>
          </a:blip>
          <a:srcRect b="0" l="0" r="0" t="0"/>
          <a:stretch/>
        </p:blipFill>
        <p:spPr>
          <a:xfrm>
            <a:off x="5520602" y="5391872"/>
            <a:ext cx="354825" cy="271825"/>
          </a:xfrm>
          <a:prstGeom prst="rect">
            <a:avLst/>
          </a:prstGeom>
          <a:noFill/>
          <a:ln>
            <a:noFill/>
          </a:ln>
        </p:spPr>
      </p:pic>
      <p:pic>
        <p:nvPicPr>
          <p:cNvPr id="238" name="Google Shape;238;g23a11cbbfed_0_74"/>
          <p:cNvPicPr preferRelativeResize="0"/>
          <p:nvPr/>
        </p:nvPicPr>
        <p:blipFill rotWithShape="1">
          <a:blip r:embed="rId5">
            <a:alphaModFix/>
          </a:blip>
          <a:srcRect b="0" l="0" r="0" t="0"/>
          <a:stretch/>
        </p:blipFill>
        <p:spPr>
          <a:xfrm>
            <a:off x="5855402" y="5417597"/>
            <a:ext cx="354825" cy="271825"/>
          </a:xfrm>
          <a:prstGeom prst="rect">
            <a:avLst/>
          </a:prstGeom>
          <a:noFill/>
          <a:ln>
            <a:noFill/>
          </a:ln>
        </p:spPr>
      </p:pic>
      <p:pic>
        <p:nvPicPr>
          <p:cNvPr id="239" name="Google Shape;239;g23a11cbbfed_0_74"/>
          <p:cNvPicPr preferRelativeResize="0"/>
          <p:nvPr/>
        </p:nvPicPr>
        <p:blipFill rotWithShape="1">
          <a:blip r:embed="rId5">
            <a:alphaModFix/>
          </a:blip>
          <a:srcRect b="0" l="0" r="0" t="0"/>
          <a:stretch/>
        </p:blipFill>
        <p:spPr>
          <a:xfrm>
            <a:off x="6007802" y="5036597"/>
            <a:ext cx="354825" cy="271825"/>
          </a:xfrm>
          <a:prstGeom prst="rect">
            <a:avLst/>
          </a:prstGeom>
          <a:noFill/>
          <a:ln>
            <a:noFill/>
          </a:ln>
        </p:spPr>
      </p:pic>
      <p:pic>
        <p:nvPicPr>
          <p:cNvPr id="240" name="Google Shape;240;g23a11cbbfed_0_74"/>
          <p:cNvPicPr preferRelativeResize="0"/>
          <p:nvPr/>
        </p:nvPicPr>
        <p:blipFill rotWithShape="1">
          <a:blip r:embed="rId5">
            <a:alphaModFix/>
          </a:blip>
          <a:srcRect b="0" l="0" r="0" t="0"/>
          <a:stretch/>
        </p:blipFill>
        <p:spPr>
          <a:xfrm>
            <a:off x="6236402" y="5036597"/>
            <a:ext cx="354825" cy="271825"/>
          </a:xfrm>
          <a:prstGeom prst="rect">
            <a:avLst/>
          </a:prstGeom>
          <a:noFill/>
          <a:ln>
            <a:noFill/>
          </a:ln>
        </p:spPr>
      </p:pic>
      <p:pic>
        <p:nvPicPr>
          <p:cNvPr id="241" name="Google Shape;241;g23a11cbbfed_0_74"/>
          <p:cNvPicPr preferRelativeResize="0"/>
          <p:nvPr/>
        </p:nvPicPr>
        <p:blipFill rotWithShape="1">
          <a:blip r:embed="rId5">
            <a:alphaModFix/>
          </a:blip>
          <a:srcRect b="0" l="0" r="0" t="0"/>
          <a:stretch/>
        </p:blipFill>
        <p:spPr>
          <a:xfrm>
            <a:off x="6084002" y="5417597"/>
            <a:ext cx="354825" cy="271825"/>
          </a:xfrm>
          <a:prstGeom prst="rect">
            <a:avLst/>
          </a:prstGeom>
          <a:noFill/>
          <a:ln>
            <a:noFill/>
          </a:ln>
        </p:spPr>
      </p:pic>
      <p:sp>
        <p:nvSpPr>
          <p:cNvPr id="242" name="Google Shape;242;g23a11cbbfed_0_74"/>
          <p:cNvSpPr txBox="1"/>
          <p:nvPr/>
        </p:nvSpPr>
        <p:spPr>
          <a:xfrm>
            <a:off x="8856350" y="893375"/>
            <a:ext cx="30000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1 7 3</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6 4</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7</a:t>
            </a:r>
            <a:endParaRPr b="0" i="0" sz="3300" u="none" cap="none" strike="noStrike">
              <a:solidFill>
                <a:schemeClr val="dk1"/>
              </a:solidFill>
              <a:latin typeface="Patrick Hand"/>
              <a:ea typeface="Patrick Hand"/>
              <a:cs typeface="Patrick Hand"/>
              <a:sym typeface="Patrick Hand"/>
            </a:endParaRPr>
          </a:p>
        </p:txBody>
      </p:sp>
      <p:sp>
        <p:nvSpPr>
          <p:cNvPr id="243" name="Google Shape;243;g23a11cbbfed_0_74"/>
          <p:cNvSpPr txBox="1"/>
          <p:nvPr/>
        </p:nvSpPr>
        <p:spPr>
          <a:xfrm>
            <a:off x="9008750" y="2503700"/>
            <a:ext cx="30000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1 7 3</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6 4</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3  7</a:t>
            </a:r>
            <a:endParaRPr b="0" i="0" sz="3300" u="none" cap="none" strike="noStrike">
              <a:solidFill>
                <a:schemeClr val="dk1"/>
              </a:solidFill>
              <a:latin typeface="Patrick Hand"/>
              <a:ea typeface="Patrick Hand"/>
              <a:cs typeface="Patrick Hand"/>
              <a:sym typeface="Patrick Hand"/>
            </a:endParaRPr>
          </a:p>
        </p:txBody>
      </p:sp>
      <p:sp>
        <p:nvSpPr>
          <p:cNvPr id="244" name="Google Shape;244;g23a11cbbfed_0_74"/>
          <p:cNvSpPr txBox="1"/>
          <p:nvPr/>
        </p:nvSpPr>
        <p:spPr>
          <a:xfrm>
            <a:off x="9305875" y="22438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FF0000"/>
                </a:solidFill>
                <a:latin typeface="Patrick Hand"/>
                <a:ea typeface="Patrick Hand"/>
                <a:cs typeface="Patrick Hand"/>
                <a:sym typeface="Patrick Hand"/>
              </a:rPr>
              <a:t>1 </a:t>
            </a:r>
            <a:endParaRPr b="0" i="0" sz="800" u="none" cap="none" strike="noStrike">
              <a:solidFill>
                <a:srgbClr val="FF0000"/>
              </a:solidFill>
              <a:latin typeface="Arial"/>
              <a:ea typeface="Arial"/>
              <a:cs typeface="Arial"/>
              <a:sym typeface="Arial"/>
            </a:endParaRPr>
          </a:p>
        </p:txBody>
      </p:sp>
      <p:sp>
        <p:nvSpPr>
          <p:cNvPr id="245" name="Google Shape;245;g23a11cbbfed_0_74"/>
          <p:cNvSpPr txBox="1"/>
          <p:nvPr/>
        </p:nvSpPr>
        <p:spPr>
          <a:xfrm>
            <a:off x="9107850" y="4170175"/>
            <a:ext cx="30000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1 7 3</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+ 1 6 4</a:t>
            </a:r>
            <a:endParaRPr b="0" i="0" sz="3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    3 3  7</a:t>
            </a:r>
            <a:endParaRPr b="0" i="0" sz="3300" u="none" cap="none" strike="noStrike">
              <a:solidFill>
                <a:schemeClr val="dk1"/>
              </a:solidFill>
              <a:latin typeface="Patrick Hand"/>
              <a:ea typeface="Patrick Hand"/>
              <a:cs typeface="Patrick Hand"/>
              <a:sym typeface="Patrick Hand"/>
            </a:endParaRPr>
          </a:p>
        </p:txBody>
      </p:sp>
      <p:sp>
        <p:nvSpPr>
          <p:cNvPr id="246" name="Google Shape;246;g23a11cbbfed_0_74"/>
          <p:cNvSpPr txBox="1"/>
          <p:nvPr/>
        </p:nvSpPr>
        <p:spPr>
          <a:xfrm>
            <a:off x="9411675" y="3955988"/>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FF0000"/>
                </a:solidFill>
                <a:latin typeface="Patrick Hand"/>
                <a:ea typeface="Patrick Hand"/>
                <a:cs typeface="Patrick Hand"/>
                <a:sym typeface="Patrick Hand"/>
              </a:rPr>
              <a:t>1 </a:t>
            </a:r>
            <a:endParaRPr b="0" i="0" sz="800" u="none" cap="none" strike="noStrike">
              <a:solidFill>
                <a:srgbClr val="FF0000"/>
              </a:solidFill>
              <a:latin typeface="Arial"/>
              <a:ea typeface="Arial"/>
              <a:cs typeface="Arial"/>
              <a:sym typeface="Arial"/>
            </a:endParaRPr>
          </a:p>
        </p:txBody>
      </p:sp>
      <p:cxnSp>
        <p:nvCxnSpPr>
          <p:cNvPr id="247" name="Google Shape;247;g23a11cbbfed_0_74"/>
          <p:cNvCxnSpPr/>
          <p:nvPr/>
        </p:nvCxnSpPr>
        <p:spPr>
          <a:xfrm>
            <a:off x="9153475" y="3593650"/>
            <a:ext cx="1190400" cy="17700"/>
          </a:xfrm>
          <a:prstGeom prst="straightConnector1">
            <a:avLst/>
          </a:prstGeom>
          <a:noFill/>
          <a:ln cap="flat" cmpd="sng" w="19050">
            <a:solidFill>
              <a:schemeClr val="dk1"/>
            </a:solidFill>
            <a:prstDash val="solid"/>
            <a:round/>
            <a:headEnd len="sm" w="sm" type="none"/>
            <a:tailEnd len="sm" w="sm" type="none"/>
          </a:ln>
        </p:spPr>
      </p:cxnSp>
      <p:cxnSp>
        <p:nvCxnSpPr>
          <p:cNvPr id="248" name="Google Shape;248;g23a11cbbfed_0_74"/>
          <p:cNvCxnSpPr/>
          <p:nvPr/>
        </p:nvCxnSpPr>
        <p:spPr>
          <a:xfrm>
            <a:off x="9305875" y="5270050"/>
            <a:ext cx="1190400" cy="17700"/>
          </a:xfrm>
          <a:prstGeom prst="straightConnector1">
            <a:avLst/>
          </a:prstGeom>
          <a:noFill/>
          <a:ln cap="flat" cmpd="sng" w="19050">
            <a:solidFill>
              <a:schemeClr val="dk1"/>
            </a:solidFill>
            <a:prstDash val="solid"/>
            <a:round/>
            <a:headEnd len="sm" w="sm" type="none"/>
            <a:tailEnd len="sm" w="sm" type="none"/>
          </a:ln>
        </p:spPr>
      </p:cxnSp>
      <p:cxnSp>
        <p:nvCxnSpPr>
          <p:cNvPr id="249" name="Google Shape;249;g23a11cbbfed_0_74"/>
          <p:cNvCxnSpPr/>
          <p:nvPr/>
        </p:nvCxnSpPr>
        <p:spPr>
          <a:xfrm>
            <a:off x="9077275" y="1993450"/>
            <a:ext cx="1190400" cy="17700"/>
          </a:xfrm>
          <a:prstGeom prst="straightConnector1">
            <a:avLst/>
          </a:prstGeom>
          <a:noFill/>
          <a:ln cap="flat" cmpd="sng" w="19050">
            <a:solidFill>
              <a:schemeClr val="dk1"/>
            </a:solidFill>
            <a:prstDash val="solid"/>
            <a:round/>
            <a:headEnd len="sm" w="sm" type="none"/>
            <a:tailEnd len="sm" w="sm" type="none"/>
          </a:ln>
        </p:spPr>
      </p:cxnSp>
      <p:cxnSp>
        <p:nvCxnSpPr>
          <p:cNvPr id="250" name="Google Shape;250;g23a11cbbfed_0_74"/>
          <p:cNvCxnSpPr>
            <a:stCxn id="242" idx="1"/>
            <a:endCxn id="243" idx="1"/>
          </p:cNvCxnSpPr>
          <p:nvPr/>
        </p:nvCxnSpPr>
        <p:spPr>
          <a:xfrm>
            <a:off x="8856350" y="1747625"/>
            <a:ext cx="152400" cy="1610400"/>
          </a:xfrm>
          <a:prstGeom prst="curvedConnector3">
            <a:avLst>
              <a:gd fmla="val -156250" name="adj1"/>
            </a:avLst>
          </a:prstGeom>
          <a:noFill/>
          <a:ln cap="flat" cmpd="sng" w="19050">
            <a:solidFill>
              <a:srgbClr val="009287"/>
            </a:solidFill>
            <a:prstDash val="solid"/>
            <a:round/>
            <a:headEnd len="sm" w="sm" type="none"/>
            <a:tailEnd len="med" w="med" type="triangle"/>
          </a:ln>
        </p:spPr>
      </p:cxnSp>
      <p:cxnSp>
        <p:nvCxnSpPr>
          <p:cNvPr id="251" name="Google Shape;251;g23a11cbbfed_0_74"/>
          <p:cNvCxnSpPr>
            <a:stCxn id="243" idx="1"/>
            <a:endCxn id="245" idx="1"/>
          </p:cNvCxnSpPr>
          <p:nvPr/>
        </p:nvCxnSpPr>
        <p:spPr>
          <a:xfrm>
            <a:off x="9008750" y="3357950"/>
            <a:ext cx="99000" cy="1666500"/>
          </a:xfrm>
          <a:prstGeom prst="curvedConnector3">
            <a:avLst>
              <a:gd fmla="val -240530" name="adj1"/>
            </a:avLst>
          </a:prstGeom>
          <a:noFill/>
          <a:ln cap="flat" cmpd="sng" w="19050">
            <a:solidFill>
              <a:srgbClr val="009287"/>
            </a:solidFill>
            <a:prstDash val="solid"/>
            <a:round/>
            <a:headEnd len="sm" w="sm" type="none"/>
            <a:tailEnd len="med" w="med" type="triangle"/>
          </a:ln>
        </p:spPr>
      </p:cxnSp>
      <p:sp>
        <p:nvSpPr>
          <p:cNvPr id="252" name="Google Shape;252;g23a11cbbfed_0_74"/>
          <p:cNvSpPr txBox="1"/>
          <p:nvPr/>
        </p:nvSpPr>
        <p:spPr>
          <a:xfrm>
            <a:off x="8083050" y="3478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Patrick Hand"/>
                <a:ea typeface="Patrick Hand"/>
                <a:cs typeface="Patrick Hand"/>
                <a:sym typeface="Patrick Hand"/>
              </a:rPr>
              <a:t>C D U</a:t>
            </a:r>
            <a:endParaRPr b="0" i="0" sz="1400" u="none" cap="none" strike="noStrike">
              <a:solidFill>
                <a:srgbClr val="000000"/>
              </a:solidFill>
              <a:latin typeface="Arial"/>
              <a:ea typeface="Arial"/>
              <a:cs typeface="Arial"/>
              <a:sym typeface="Arial"/>
            </a:endParaRPr>
          </a:p>
        </p:txBody>
      </p:sp>
      <p:pic>
        <p:nvPicPr>
          <p:cNvPr id="253" name="Google Shape;253;g23a11cbbfed_0_74"/>
          <p:cNvPicPr preferRelativeResize="0"/>
          <p:nvPr/>
        </p:nvPicPr>
        <p:blipFill>
          <a:blip r:embed="rId8">
            <a:alphaModFix/>
          </a:blip>
          <a:stretch>
            <a:fillRect/>
          </a:stretch>
        </p:blipFill>
        <p:spPr>
          <a:xfrm>
            <a:off x="11057175" y="52063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60dc0a9a77_0_2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9" name="Google Shape;259;g260dc0a9a77_0_2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60" name="Google Shape;260;g260dc0a9a77_0_2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61" name="Google Shape;261;g260dc0a9a77_0_214"/>
          <p:cNvSpPr txBox="1"/>
          <p:nvPr/>
        </p:nvSpPr>
        <p:spPr>
          <a:xfrm>
            <a:off x="251625" y="283775"/>
            <a:ext cx="11398200" cy="355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300" u="sng" cap="none" strike="noStrike">
                <a:solidFill>
                  <a:schemeClr val="dk1"/>
                </a:solidFill>
                <a:latin typeface="Patrick Hand"/>
                <a:ea typeface="Patrick Hand"/>
                <a:cs typeface="Patrick Hand"/>
                <a:sym typeface="Patrick Hand"/>
              </a:rPr>
              <a:t>Agrupar </a:t>
            </a:r>
            <a:endParaRPr b="1" i="0" sz="3300" u="sng"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Recordemos que debemos agrupar cuando realizamos una suma y las unidades ya son 10 o más hay que agrupar en decenas.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Por otro lado cuando sumamos las decenas y también alcanzan un n° igual o mayor a 10 hay que agrupar en centenas.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Ejemplo y pasos para resolver una adición agrupando: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p:txBody>
      </p:sp>
      <p:sp>
        <p:nvSpPr>
          <p:cNvPr id="262" name="Google Shape;262;g260dc0a9a77_0_214"/>
          <p:cNvSpPr txBox="1"/>
          <p:nvPr/>
        </p:nvSpPr>
        <p:spPr>
          <a:xfrm>
            <a:off x="5241225" y="3530075"/>
            <a:ext cx="2043300" cy="14160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5  2  8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3  8  3</a:t>
            </a:r>
            <a:endParaRPr b="0" i="0" sz="4000" u="none" cap="none" strike="noStrike">
              <a:solidFill>
                <a:schemeClr val="dk1"/>
              </a:solidFill>
              <a:latin typeface="Patrick Hand"/>
              <a:ea typeface="Patrick Hand"/>
              <a:cs typeface="Patrick Hand"/>
              <a:sym typeface="Patrick Hand"/>
            </a:endParaRPr>
          </a:p>
        </p:txBody>
      </p:sp>
      <p:cxnSp>
        <p:nvCxnSpPr>
          <p:cNvPr id="263" name="Google Shape;263;g260dc0a9a77_0_214"/>
          <p:cNvCxnSpPr/>
          <p:nvPr/>
        </p:nvCxnSpPr>
        <p:spPr>
          <a:xfrm flipH="1">
            <a:off x="6378350" y="4946075"/>
            <a:ext cx="17700" cy="1041300"/>
          </a:xfrm>
          <a:prstGeom prst="straightConnector1">
            <a:avLst/>
          </a:prstGeom>
          <a:noFill/>
          <a:ln cap="flat" cmpd="sng" w="28575">
            <a:solidFill>
              <a:srgbClr val="009287"/>
            </a:solidFill>
            <a:prstDash val="solid"/>
            <a:round/>
            <a:headEnd len="sm" w="sm" type="none"/>
            <a:tailEnd len="med" w="med" type="triangle"/>
          </a:ln>
        </p:spPr>
      </p:cxnSp>
      <p:sp>
        <p:nvSpPr>
          <p:cNvPr id="264" name="Google Shape;264;g260dc0a9a77_0_214"/>
          <p:cNvSpPr txBox="1"/>
          <p:nvPr/>
        </p:nvSpPr>
        <p:spPr>
          <a:xfrm>
            <a:off x="5028025" y="5748050"/>
            <a:ext cx="4281900" cy="66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Pasos para resolverla</a:t>
            </a:r>
            <a:endParaRPr b="0" i="0" sz="1400" u="none" cap="none" strike="noStrike">
              <a:solidFill>
                <a:srgbClr val="000000"/>
              </a:solidFill>
              <a:latin typeface="Arial"/>
              <a:ea typeface="Arial"/>
              <a:cs typeface="Arial"/>
              <a:sym typeface="Arial"/>
            </a:endParaRPr>
          </a:p>
        </p:txBody>
      </p:sp>
      <p:pic>
        <p:nvPicPr>
          <p:cNvPr id="265" name="Google Shape;265;g260dc0a9a77_0_214"/>
          <p:cNvPicPr preferRelativeResize="0"/>
          <p:nvPr/>
        </p:nvPicPr>
        <p:blipFill>
          <a:blip r:embed="rId4">
            <a:alphaModFix/>
          </a:blip>
          <a:stretch>
            <a:fillRect/>
          </a:stretch>
        </p:blipFill>
        <p:spPr>
          <a:xfrm>
            <a:off x="11057175" y="52063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3a11cbbfed_0_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71" name="Google Shape;271;g23a11cbbfed_0_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72" name="Google Shape;272;g23a11cbbfed_0_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73" name="Google Shape;273;g23a11cbbfed_0_14"/>
          <p:cNvSpPr txBox="1"/>
          <p:nvPr/>
        </p:nvSpPr>
        <p:spPr>
          <a:xfrm>
            <a:off x="2185325" y="758450"/>
            <a:ext cx="2043300" cy="14160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5  2  8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3  8  4</a:t>
            </a:r>
            <a:endParaRPr b="0" i="0" sz="4000" u="none" cap="none" strike="noStrike">
              <a:solidFill>
                <a:schemeClr val="dk1"/>
              </a:solidFill>
              <a:latin typeface="Patrick Hand"/>
              <a:ea typeface="Patrick Hand"/>
              <a:cs typeface="Patrick Hand"/>
              <a:sym typeface="Patrick Hand"/>
            </a:endParaRPr>
          </a:p>
        </p:txBody>
      </p:sp>
      <p:sp>
        <p:nvSpPr>
          <p:cNvPr id="274" name="Google Shape;274;g23a11cbbfed_0_14"/>
          <p:cNvSpPr txBox="1"/>
          <p:nvPr/>
        </p:nvSpPr>
        <p:spPr>
          <a:xfrm>
            <a:off x="5619450" y="602425"/>
            <a:ext cx="6159900" cy="241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sumando las unidades. En este caso 8 + 4 = 12. Puedo agrupar 10 unidades en 1 decena. Entonces me quedan 1 decena y 2 unidades. El 2 lo escribo bajo las U y el 1 sobre las D. </a:t>
            </a:r>
            <a:endParaRPr b="0" i="0" sz="2900" u="none" cap="none" strike="noStrike">
              <a:solidFill>
                <a:schemeClr val="dk1"/>
              </a:solidFill>
              <a:latin typeface="Patrick Hand"/>
              <a:ea typeface="Patrick Hand"/>
              <a:cs typeface="Patrick Hand"/>
              <a:sym typeface="Patrick Hand"/>
            </a:endParaRPr>
          </a:p>
        </p:txBody>
      </p:sp>
      <p:sp>
        <p:nvSpPr>
          <p:cNvPr id="275" name="Google Shape;275;g23a11cbbfed_0_14"/>
          <p:cNvSpPr txBox="1"/>
          <p:nvPr/>
        </p:nvSpPr>
        <p:spPr>
          <a:xfrm>
            <a:off x="2185325" y="3415975"/>
            <a:ext cx="2043300" cy="20319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5  2  8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3  8  4</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a:t>
            </a:r>
            <a:endParaRPr b="0" i="0" sz="4000" u="none" cap="none" strike="noStrike">
              <a:solidFill>
                <a:schemeClr val="dk1"/>
              </a:solidFill>
              <a:latin typeface="Patrick Hand"/>
              <a:ea typeface="Patrick Hand"/>
              <a:cs typeface="Patrick Hand"/>
              <a:sym typeface="Patrick Hand"/>
            </a:endParaRPr>
          </a:p>
        </p:txBody>
      </p:sp>
      <p:cxnSp>
        <p:nvCxnSpPr>
          <p:cNvPr id="276" name="Google Shape;276;g23a11cbbfed_0_14"/>
          <p:cNvCxnSpPr/>
          <p:nvPr/>
        </p:nvCxnSpPr>
        <p:spPr>
          <a:xfrm>
            <a:off x="2736125" y="2174450"/>
            <a:ext cx="1332600" cy="17700"/>
          </a:xfrm>
          <a:prstGeom prst="straightConnector1">
            <a:avLst/>
          </a:prstGeom>
          <a:noFill/>
          <a:ln cap="flat" cmpd="sng" w="9525">
            <a:solidFill>
              <a:schemeClr val="dk1"/>
            </a:solidFill>
            <a:prstDash val="solid"/>
            <a:round/>
            <a:headEnd len="sm" w="sm" type="none"/>
            <a:tailEnd len="sm" w="sm" type="none"/>
          </a:ln>
        </p:spPr>
      </p:cxnSp>
      <p:cxnSp>
        <p:nvCxnSpPr>
          <p:cNvPr id="277" name="Google Shape;277;g23a11cbbfed_0_14"/>
          <p:cNvCxnSpPr/>
          <p:nvPr/>
        </p:nvCxnSpPr>
        <p:spPr>
          <a:xfrm>
            <a:off x="2819825" y="4755775"/>
            <a:ext cx="1332600" cy="17700"/>
          </a:xfrm>
          <a:prstGeom prst="straightConnector1">
            <a:avLst/>
          </a:prstGeom>
          <a:noFill/>
          <a:ln cap="flat" cmpd="sng" w="9525">
            <a:solidFill>
              <a:schemeClr val="dk1"/>
            </a:solidFill>
            <a:prstDash val="solid"/>
            <a:round/>
            <a:headEnd len="sm" w="sm" type="none"/>
            <a:tailEnd len="sm" w="sm" type="none"/>
          </a:ln>
        </p:spPr>
      </p:cxnSp>
      <p:sp>
        <p:nvSpPr>
          <p:cNvPr id="278" name="Google Shape;278;g23a11cbbfed_0_14"/>
          <p:cNvSpPr txBox="1"/>
          <p:nvPr/>
        </p:nvSpPr>
        <p:spPr>
          <a:xfrm>
            <a:off x="3189425" y="3090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79" name="Google Shape;279;g23a11cbbfed_0_14"/>
          <p:cNvSpPr txBox="1"/>
          <p:nvPr/>
        </p:nvSpPr>
        <p:spPr>
          <a:xfrm>
            <a:off x="5725950" y="3306975"/>
            <a:ext cx="6284400" cy="286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sumo las decenas, en este caso 2 + 8= 10 y le tengo que sumar también el 1 que tenía reservado. 10 + 1 = 11</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Por lo tanto agrupo 10 decenas en 1 centena. Me queda 1 centena y 1 decena.</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Escribo el 1 bajo las D y el otro 1 sobre las C.</a:t>
            </a:r>
            <a:endParaRPr b="0" i="0" sz="2900" u="none" cap="none" strike="noStrike">
              <a:solidFill>
                <a:schemeClr val="dk1"/>
              </a:solidFill>
              <a:latin typeface="Patrick Hand"/>
              <a:ea typeface="Patrick Hand"/>
              <a:cs typeface="Patrick Hand"/>
              <a:sym typeface="Patrick Hand"/>
            </a:endParaRPr>
          </a:p>
        </p:txBody>
      </p:sp>
      <p:sp>
        <p:nvSpPr>
          <p:cNvPr id="280" name="Google Shape;280;g23a11cbbfed_0_14"/>
          <p:cNvSpPr/>
          <p:nvPr/>
        </p:nvSpPr>
        <p:spPr>
          <a:xfrm>
            <a:off x="633050" y="1259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81" name="Google Shape;281;g23a11cbbfed_0_14"/>
          <p:cNvSpPr/>
          <p:nvPr/>
        </p:nvSpPr>
        <p:spPr>
          <a:xfrm>
            <a:off x="633050" y="3856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82" name="Google Shape;282;g23a11cbbfed_0_14"/>
          <p:cNvSpPr txBox="1"/>
          <p:nvPr/>
        </p:nvSpPr>
        <p:spPr>
          <a:xfrm flipH="1">
            <a:off x="2819825" y="31942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283" name="Google Shape;283;g23a11cbbfed_0_14"/>
          <p:cNvSpPr txBox="1"/>
          <p:nvPr/>
        </p:nvSpPr>
        <p:spPr>
          <a:xfrm flipH="1">
            <a:off x="2812325" y="267577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284" name="Google Shape;284;g23a11cbbfed_0_14"/>
          <p:cNvSpPr/>
          <p:nvPr/>
        </p:nvSpPr>
        <p:spPr>
          <a:xfrm>
            <a:off x="5472175" y="604075"/>
            <a:ext cx="6284400" cy="24864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23a11cbbfed_0_14"/>
          <p:cNvSpPr/>
          <p:nvPr/>
        </p:nvSpPr>
        <p:spPr>
          <a:xfrm>
            <a:off x="5557200" y="3415975"/>
            <a:ext cx="6284400" cy="28629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3a11cbbfed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91" name="Google Shape;291;g23a11cbbfed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92" name="Google Shape;292;g23a11cbbfed_0_3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93" name="Google Shape;293;g23a11cbbfed_0_30"/>
          <p:cNvSpPr txBox="1"/>
          <p:nvPr/>
        </p:nvSpPr>
        <p:spPr>
          <a:xfrm>
            <a:off x="2185325" y="893075"/>
            <a:ext cx="2043300" cy="20319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5  2  8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3  8  4</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2</a:t>
            </a:r>
            <a:endParaRPr b="0" i="0" sz="4000" u="none" cap="none" strike="noStrike">
              <a:solidFill>
                <a:schemeClr val="dk1"/>
              </a:solidFill>
              <a:latin typeface="Patrick Hand"/>
              <a:ea typeface="Patrick Hand"/>
              <a:cs typeface="Patrick Hand"/>
              <a:sym typeface="Patrick Hand"/>
            </a:endParaRPr>
          </a:p>
        </p:txBody>
      </p:sp>
      <p:cxnSp>
        <p:nvCxnSpPr>
          <p:cNvPr id="294" name="Google Shape;294;g23a11cbbfed_0_30"/>
          <p:cNvCxnSpPr/>
          <p:nvPr/>
        </p:nvCxnSpPr>
        <p:spPr>
          <a:xfrm>
            <a:off x="2736125" y="2174450"/>
            <a:ext cx="1332600" cy="17700"/>
          </a:xfrm>
          <a:prstGeom prst="straightConnector1">
            <a:avLst/>
          </a:prstGeom>
          <a:noFill/>
          <a:ln cap="flat" cmpd="sng" w="9525">
            <a:solidFill>
              <a:schemeClr val="dk1"/>
            </a:solidFill>
            <a:prstDash val="solid"/>
            <a:round/>
            <a:headEnd len="sm" w="sm" type="none"/>
            <a:tailEnd len="sm" w="sm" type="none"/>
          </a:ln>
        </p:spPr>
      </p:cxnSp>
      <p:cxnSp>
        <p:nvCxnSpPr>
          <p:cNvPr id="295" name="Google Shape;295;g23a11cbbfed_0_30"/>
          <p:cNvCxnSpPr/>
          <p:nvPr/>
        </p:nvCxnSpPr>
        <p:spPr>
          <a:xfrm>
            <a:off x="2819825" y="4755775"/>
            <a:ext cx="1332600" cy="17700"/>
          </a:xfrm>
          <a:prstGeom prst="straightConnector1">
            <a:avLst/>
          </a:prstGeom>
          <a:noFill/>
          <a:ln cap="flat" cmpd="sng" w="9525">
            <a:solidFill>
              <a:schemeClr val="dk1"/>
            </a:solidFill>
            <a:prstDash val="solid"/>
            <a:round/>
            <a:headEnd len="sm" w="sm" type="none"/>
            <a:tailEnd len="sm" w="sm" type="none"/>
          </a:ln>
        </p:spPr>
      </p:cxnSp>
      <p:sp>
        <p:nvSpPr>
          <p:cNvPr id="296" name="Google Shape;296;g23a11cbbfed_0_30"/>
          <p:cNvSpPr txBox="1"/>
          <p:nvPr/>
        </p:nvSpPr>
        <p:spPr>
          <a:xfrm>
            <a:off x="3189425" y="5956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97" name="Google Shape;297;g23a11cbbfed_0_30"/>
          <p:cNvSpPr/>
          <p:nvPr/>
        </p:nvSpPr>
        <p:spPr>
          <a:xfrm>
            <a:off x="633050" y="1259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sp>
        <p:nvSpPr>
          <p:cNvPr id="298" name="Google Shape;298;g23a11cbbfed_0_30"/>
          <p:cNvSpPr/>
          <p:nvPr/>
        </p:nvSpPr>
        <p:spPr>
          <a:xfrm>
            <a:off x="633050" y="3856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299" name="Google Shape;299;g23a11cbbfed_0_30"/>
          <p:cNvSpPr txBox="1"/>
          <p:nvPr/>
        </p:nvSpPr>
        <p:spPr>
          <a:xfrm>
            <a:off x="2819825" y="5956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0" name="Google Shape;300;g23a11cbbfed_0_30"/>
          <p:cNvSpPr txBox="1"/>
          <p:nvPr/>
        </p:nvSpPr>
        <p:spPr>
          <a:xfrm>
            <a:off x="5761475" y="844250"/>
            <a:ext cx="59469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Luego sumo las centenas, en este caso 5 + 3= 8 y le tengo que sumar también el 1 que tenía reservado. 8 + 1 = 9</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Escribo el 9 bajos las centenas.</a:t>
            </a:r>
            <a:endParaRPr b="0" i="0" sz="3000" u="none" cap="none" strike="noStrike">
              <a:solidFill>
                <a:schemeClr val="dk1"/>
              </a:solidFill>
              <a:latin typeface="Patrick Hand"/>
              <a:ea typeface="Patrick Hand"/>
              <a:cs typeface="Patrick Hand"/>
              <a:sym typeface="Patrick Hand"/>
            </a:endParaRPr>
          </a:p>
        </p:txBody>
      </p:sp>
      <p:sp>
        <p:nvSpPr>
          <p:cNvPr id="301" name="Google Shape;301;g23a11cbbfed_0_30"/>
          <p:cNvSpPr txBox="1"/>
          <p:nvPr/>
        </p:nvSpPr>
        <p:spPr>
          <a:xfrm>
            <a:off x="2185325" y="3465750"/>
            <a:ext cx="2043300" cy="20319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5  2  8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3  8  4</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9  1	 2</a:t>
            </a:r>
            <a:endParaRPr b="0" i="0" sz="4000" u="none" cap="none" strike="noStrike">
              <a:solidFill>
                <a:schemeClr val="dk1"/>
              </a:solidFill>
              <a:latin typeface="Patrick Hand"/>
              <a:ea typeface="Patrick Hand"/>
              <a:cs typeface="Patrick Hand"/>
              <a:sym typeface="Patrick Hand"/>
            </a:endParaRPr>
          </a:p>
        </p:txBody>
      </p:sp>
      <p:sp>
        <p:nvSpPr>
          <p:cNvPr id="302" name="Google Shape;302;g23a11cbbfed_0_30"/>
          <p:cNvSpPr txBox="1"/>
          <p:nvPr/>
        </p:nvSpPr>
        <p:spPr>
          <a:xfrm>
            <a:off x="2736125" y="31794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3" name="Google Shape;303;g23a11cbbfed_0_30"/>
          <p:cNvSpPr txBox="1"/>
          <p:nvPr/>
        </p:nvSpPr>
        <p:spPr>
          <a:xfrm>
            <a:off x="3189425" y="31794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4" name="Google Shape;304;g23a11cbbfed_0_30"/>
          <p:cNvSpPr txBox="1"/>
          <p:nvPr/>
        </p:nvSpPr>
        <p:spPr>
          <a:xfrm flipH="1">
            <a:off x="2819825" y="24322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305" name="Google Shape;305;g23a11cbbfed_0_30"/>
          <p:cNvSpPr txBox="1"/>
          <p:nvPr/>
        </p:nvSpPr>
        <p:spPr>
          <a:xfrm flipH="1">
            <a:off x="2812325" y="2910738"/>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306" name="Google Shape;306;g23a11cbbfed_0_30"/>
          <p:cNvSpPr txBox="1"/>
          <p:nvPr/>
        </p:nvSpPr>
        <p:spPr>
          <a:xfrm>
            <a:off x="5761475" y="3687325"/>
            <a:ext cx="5946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Obtengo el resultado</a:t>
            </a:r>
            <a:endParaRPr b="0" i="0" sz="3000" u="none" cap="none" strike="noStrike">
              <a:solidFill>
                <a:schemeClr val="dk1"/>
              </a:solidFill>
              <a:latin typeface="Patrick Hand"/>
              <a:ea typeface="Patrick Hand"/>
              <a:cs typeface="Patrick Hand"/>
              <a:sym typeface="Patrick Hand"/>
            </a:endParaRPr>
          </a:p>
        </p:txBody>
      </p:sp>
      <p:sp>
        <p:nvSpPr>
          <p:cNvPr id="307" name="Google Shape;307;g23a11cbbfed_0_30"/>
          <p:cNvSpPr/>
          <p:nvPr/>
        </p:nvSpPr>
        <p:spPr>
          <a:xfrm>
            <a:off x="5472175" y="756475"/>
            <a:ext cx="6284400" cy="24864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23a11cbbfed_0_30"/>
          <p:cNvSpPr/>
          <p:nvPr/>
        </p:nvSpPr>
        <p:spPr>
          <a:xfrm>
            <a:off x="5558000" y="3694350"/>
            <a:ext cx="3734100" cy="9237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g23a11cbbfed_0_30"/>
          <p:cNvPicPr preferRelativeResize="0"/>
          <p:nvPr/>
        </p:nvPicPr>
        <p:blipFill>
          <a:blip r:embed="rId4">
            <a:alphaModFix/>
          </a:blip>
          <a:stretch>
            <a:fillRect/>
          </a:stretch>
        </p:blipFill>
        <p:spPr>
          <a:xfrm>
            <a:off x="11057175" y="52063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15" name="Google Shape;315;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16" name="Google Shape;316;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17" name="Google Shape;317;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18" name="Google Shape;318;g2601a83bd95_0_93"/>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319" name="Google Shape;319;g2601a83bd95_0_93"/>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4 2  2</a:t>
            </a:r>
            <a:endParaRPr b="0" i="0" sz="3400" u="none" cap="none" strike="noStrike">
              <a:solidFill>
                <a:srgbClr val="000000"/>
              </a:solidFill>
              <a:latin typeface="Patrick Hand"/>
              <a:ea typeface="Patrick Hand"/>
              <a:cs typeface="Patrick Hand"/>
              <a:sym typeface="Patrick Hand"/>
            </a:endParaRPr>
          </a:p>
        </p:txBody>
      </p:sp>
      <p:sp>
        <p:nvSpPr>
          <p:cNvPr id="320" name="Google Shape;320;g2601a83bd95_0_93"/>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2 4   9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2 5  7</a:t>
            </a:r>
            <a:endParaRPr b="0" i="0" sz="3400" u="none" cap="none" strike="noStrike">
              <a:solidFill>
                <a:srgbClr val="000000"/>
              </a:solidFill>
              <a:latin typeface="Patrick Hand"/>
              <a:ea typeface="Patrick Hand"/>
              <a:cs typeface="Patrick Hand"/>
              <a:sym typeface="Patrick Hand"/>
            </a:endParaRPr>
          </a:p>
        </p:txBody>
      </p:sp>
      <p:sp>
        <p:nvSpPr>
          <p:cNvPr id="321" name="Google Shape;321;g2601a83bd95_0_93"/>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1 2  6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6 3 3</a:t>
            </a:r>
            <a:endParaRPr b="0" i="0" sz="3400" u="none" cap="none" strike="noStrike">
              <a:solidFill>
                <a:srgbClr val="000000"/>
              </a:solidFill>
              <a:latin typeface="Patrick Hand"/>
              <a:ea typeface="Patrick Hand"/>
              <a:cs typeface="Patrick Hand"/>
              <a:sym typeface="Patrick Hand"/>
            </a:endParaRPr>
          </a:p>
        </p:txBody>
      </p:sp>
      <p:sp>
        <p:nvSpPr>
          <p:cNvPr id="322" name="Google Shape;322;g2601a83bd95_0_93"/>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2 8  4</a:t>
            </a:r>
            <a:endParaRPr b="0" i="0" sz="3400" u="none" cap="none" strike="noStrike">
              <a:solidFill>
                <a:srgbClr val="000000"/>
              </a:solidFill>
              <a:latin typeface="Patrick Hand"/>
              <a:ea typeface="Patrick Hand"/>
              <a:cs typeface="Patrick Hand"/>
              <a:sym typeface="Patrick Hand"/>
            </a:endParaRPr>
          </a:p>
        </p:txBody>
      </p:sp>
      <p:sp>
        <p:nvSpPr>
          <p:cNvPr id="323" name="Google Shape;323;g2601a83bd95_0_93"/>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7 4  7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1   8</a:t>
            </a:r>
            <a:endParaRPr b="0" i="0" sz="3400" u="none" cap="none" strike="noStrike">
              <a:solidFill>
                <a:srgbClr val="000000"/>
              </a:solidFill>
              <a:latin typeface="Patrick Hand"/>
              <a:ea typeface="Patrick Hand"/>
              <a:cs typeface="Patrick Hand"/>
              <a:sym typeface="Patrick Hand"/>
            </a:endParaRPr>
          </a:p>
        </p:txBody>
      </p:sp>
      <p:sp>
        <p:nvSpPr>
          <p:cNvPr id="324" name="Google Shape;324;g2601a83bd95_0_93"/>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3  7 0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1  3  6</a:t>
            </a:r>
            <a:endParaRPr b="0" i="0" sz="3400" u="none" cap="none" strike="noStrike">
              <a:solidFill>
                <a:srgbClr val="000000"/>
              </a:solidFill>
              <a:latin typeface="Patrick Hand"/>
              <a:ea typeface="Patrick Hand"/>
              <a:cs typeface="Patrick Hand"/>
              <a:sym typeface="Patrick Hand"/>
            </a:endParaRPr>
          </a:p>
        </p:txBody>
      </p:sp>
      <p:sp>
        <p:nvSpPr>
          <p:cNvPr id="325" name="Google Shape;325;g2601a83bd95_0_93"/>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7 5  1</a:t>
            </a:r>
            <a:endParaRPr b="0" i="0" sz="1400" u="none" cap="none" strike="noStrike">
              <a:solidFill>
                <a:srgbClr val="000000"/>
              </a:solidFill>
              <a:latin typeface="Arial"/>
              <a:ea typeface="Arial"/>
              <a:cs typeface="Arial"/>
              <a:sym typeface="Arial"/>
            </a:endParaRPr>
          </a:p>
        </p:txBody>
      </p:sp>
      <p:sp>
        <p:nvSpPr>
          <p:cNvPr id="326" name="Google Shape;326;g2601a83bd95_0_93"/>
          <p:cNvSpPr txBox="1"/>
          <p:nvPr/>
        </p:nvSpPr>
        <p:spPr>
          <a:xfrm>
            <a:off x="54570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5  0 6</a:t>
            </a:r>
            <a:endParaRPr b="0" i="0" sz="1400" u="none" cap="none" strike="noStrike">
              <a:solidFill>
                <a:srgbClr val="000000"/>
              </a:solidFill>
              <a:latin typeface="Arial"/>
              <a:ea typeface="Arial"/>
              <a:cs typeface="Arial"/>
              <a:sym typeface="Arial"/>
            </a:endParaRPr>
          </a:p>
        </p:txBody>
      </p:sp>
      <p:cxnSp>
        <p:nvCxnSpPr>
          <p:cNvPr id="327" name="Google Shape;327;g2601a83bd95_0_93"/>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8" name="Google Shape;328;g2601a83bd95_0_93"/>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9" name="Google Shape;329;g2601a83bd95_0_93"/>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330" name="Google Shape;330;g2601a83bd95_0_93"/>
          <p:cNvSpPr txBox="1"/>
          <p:nvPr/>
        </p:nvSpPr>
        <p:spPr>
          <a:xfrm>
            <a:off x="90484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7 5  9</a:t>
            </a:r>
            <a:endParaRPr b="0" i="0" sz="1400" u="none" cap="none" strike="noStrike">
              <a:solidFill>
                <a:srgbClr val="000000"/>
              </a:solidFill>
              <a:latin typeface="Arial"/>
              <a:ea typeface="Arial"/>
              <a:cs typeface="Arial"/>
              <a:sym typeface="Arial"/>
            </a:endParaRPr>
          </a:p>
        </p:txBody>
      </p:sp>
      <p:cxnSp>
        <p:nvCxnSpPr>
          <p:cNvPr id="331" name="Google Shape;331;g2601a83bd95_0_93"/>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g2601a83bd95_0_93"/>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3" name="Google Shape;333;g2601a83bd95_0_93"/>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334" name="Google Shape;334;g2601a83bd95_0_93"/>
          <p:cNvSpPr txBox="1"/>
          <p:nvPr/>
        </p:nvSpPr>
        <p:spPr>
          <a:xfrm>
            <a:off x="90484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5  0 6</a:t>
            </a:r>
            <a:endParaRPr b="0" i="0" sz="1400" u="none" cap="none" strike="noStrike">
              <a:solidFill>
                <a:srgbClr val="000000"/>
              </a:solidFill>
              <a:latin typeface="Arial"/>
              <a:ea typeface="Arial"/>
              <a:cs typeface="Arial"/>
              <a:sym typeface="Arial"/>
            </a:endParaRPr>
          </a:p>
        </p:txBody>
      </p:sp>
      <p:sp>
        <p:nvSpPr>
          <p:cNvPr id="335" name="Google Shape;335;g2601a83bd95_0_93"/>
          <p:cNvSpPr txBox="1"/>
          <p:nvPr/>
        </p:nvSpPr>
        <p:spPr>
          <a:xfrm>
            <a:off x="53908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7 6 5</a:t>
            </a:r>
            <a:endParaRPr b="0" i="0" sz="1400" u="none" cap="none" strike="noStrike">
              <a:solidFill>
                <a:srgbClr val="000000"/>
              </a:solidFill>
              <a:latin typeface="Arial"/>
              <a:ea typeface="Arial"/>
              <a:cs typeface="Arial"/>
              <a:sym typeface="Arial"/>
            </a:endParaRPr>
          </a:p>
        </p:txBody>
      </p:sp>
      <p:sp>
        <p:nvSpPr>
          <p:cNvPr id="336" name="Google Shape;336;g2601a83bd95_0_93"/>
          <p:cNvSpPr txBox="1"/>
          <p:nvPr/>
        </p:nvSpPr>
        <p:spPr>
          <a:xfrm>
            <a:off x="2197500" y="5557850"/>
            <a:ext cx="153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8  1  3</a:t>
            </a:r>
            <a:endParaRPr b="0" i="0" sz="1400" u="none" cap="none" strike="noStrike">
              <a:solidFill>
                <a:srgbClr val="000000"/>
              </a:solidFill>
              <a:latin typeface="Arial"/>
              <a:ea typeface="Arial"/>
              <a:cs typeface="Arial"/>
              <a:sym typeface="Arial"/>
            </a:endParaRPr>
          </a:p>
        </p:txBody>
      </p:sp>
      <p:sp>
        <p:nvSpPr>
          <p:cNvPr id="337" name="Google Shape;337;g2601a83bd95_0_93"/>
          <p:cNvSpPr txBox="1"/>
          <p:nvPr/>
        </p:nvSpPr>
        <p:spPr>
          <a:xfrm>
            <a:off x="2558250" y="18791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38" name="Google Shape;338;g2601a83bd95_0_93"/>
          <p:cNvSpPr txBox="1"/>
          <p:nvPr/>
        </p:nvSpPr>
        <p:spPr>
          <a:xfrm>
            <a:off x="5695625" y="1739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39" name="Google Shape;339;g2601a83bd95_0_93"/>
          <p:cNvSpPr txBox="1"/>
          <p:nvPr/>
        </p:nvSpPr>
        <p:spPr>
          <a:xfrm>
            <a:off x="25785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0" name="Google Shape;340;g2601a83bd95_0_93"/>
          <p:cNvSpPr txBox="1"/>
          <p:nvPr/>
        </p:nvSpPr>
        <p:spPr>
          <a:xfrm>
            <a:off x="56956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1" name="Google Shape;341;g2601a83bd95_0_93"/>
          <p:cNvSpPr txBox="1"/>
          <p:nvPr/>
        </p:nvSpPr>
        <p:spPr>
          <a:xfrm>
            <a:off x="891735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2" name="Google Shape;342;g2601a83bd95_0_93"/>
          <p:cNvSpPr txBox="1"/>
          <p:nvPr/>
        </p:nvSpPr>
        <p:spPr>
          <a:xfrm>
            <a:off x="5390825" y="17044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3" name="Google Shape;343;g2601a83bd95_0_93"/>
          <p:cNvSpPr txBox="1"/>
          <p:nvPr/>
        </p:nvSpPr>
        <p:spPr>
          <a:xfrm>
            <a:off x="22737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344" name="Google Shape;344;g2601a83bd95_0_93"/>
          <p:cNvPicPr preferRelativeResize="0"/>
          <p:nvPr/>
        </p:nvPicPr>
        <p:blipFill>
          <a:blip r:embed="rId4">
            <a:alphaModFix/>
          </a:blip>
          <a:stretch>
            <a:fillRect/>
          </a:stretch>
        </p:blipFill>
        <p:spPr>
          <a:xfrm>
            <a:off x="11057175" y="5206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260dc0a9a77_0_2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50" name="Google Shape;350;g260dc0a9a77_0_2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51" name="Google Shape;351;g260dc0a9a77_0_24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52" name="Google Shape;352;g260dc0a9a77_0_247"/>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53" name="Google Shape;353;g260dc0a9a77_0_247"/>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354" name="Google Shape;354;g260dc0a9a77_0_247"/>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5 9  2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3  2 6</a:t>
            </a:r>
            <a:endParaRPr b="0" i="0" sz="3400" u="none" cap="none" strike="noStrike">
              <a:solidFill>
                <a:srgbClr val="000000"/>
              </a:solidFill>
              <a:latin typeface="Patrick Hand"/>
              <a:ea typeface="Patrick Hand"/>
              <a:cs typeface="Patrick Hand"/>
              <a:sym typeface="Patrick Hand"/>
            </a:endParaRPr>
          </a:p>
        </p:txBody>
      </p:sp>
      <p:sp>
        <p:nvSpPr>
          <p:cNvPr id="355" name="Google Shape;355;g260dc0a9a77_0_247"/>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9 1   8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3   2</a:t>
            </a:r>
            <a:endParaRPr b="0" i="0" sz="3400" u="none" cap="none" strike="noStrike">
              <a:solidFill>
                <a:srgbClr val="000000"/>
              </a:solidFill>
              <a:latin typeface="Patrick Hand"/>
              <a:ea typeface="Patrick Hand"/>
              <a:cs typeface="Patrick Hand"/>
              <a:sym typeface="Patrick Hand"/>
            </a:endParaRPr>
          </a:p>
        </p:txBody>
      </p:sp>
      <p:sp>
        <p:nvSpPr>
          <p:cNvPr id="356" name="Google Shape;356;g260dc0a9a77_0_247"/>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9 4 6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9</a:t>
            </a:r>
            <a:endParaRPr b="0" i="0" sz="3400" u="none" cap="none" strike="noStrike">
              <a:solidFill>
                <a:srgbClr val="000000"/>
              </a:solidFill>
              <a:latin typeface="Patrick Hand"/>
              <a:ea typeface="Patrick Hand"/>
              <a:cs typeface="Patrick Hand"/>
              <a:sym typeface="Patrick Hand"/>
            </a:endParaRPr>
          </a:p>
        </p:txBody>
      </p:sp>
      <p:sp>
        <p:nvSpPr>
          <p:cNvPr id="357" name="Google Shape;357;g260dc0a9a77_0_247"/>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6 2 3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2 2 9 </a:t>
            </a:r>
            <a:endParaRPr b="0" i="0" sz="3400" u="none" cap="none" strike="noStrike">
              <a:solidFill>
                <a:srgbClr val="000000"/>
              </a:solidFill>
              <a:latin typeface="Patrick Hand"/>
              <a:ea typeface="Patrick Hand"/>
              <a:cs typeface="Patrick Hand"/>
              <a:sym typeface="Patrick Hand"/>
            </a:endParaRPr>
          </a:p>
        </p:txBody>
      </p:sp>
      <p:sp>
        <p:nvSpPr>
          <p:cNvPr id="358" name="Google Shape;358;g260dc0a9a77_0_247"/>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7 2  3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1  8 9</a:t>
            </a:r>
            <a:endParaRPr b="0" i="0" sz="3400" u="none" cap="none" strike="noStrike">
              <a:solidFill>
                <a:srgbClr val="000000"/>
              </a:solidFill>
              <a:latin typeface="Patrick Hand"/>
              <a:ea typeface="Patrick Hand"/>
              <a:cs typeface="Patrick Hand"/>
              <a:sym typeface="Patrick Hand"/>
            </a:endParaRPr>
          </a:p>
        </p:txBody>
      </p:sp>
      <p:sp>
        <p:nvSpPr>
          <p:cNvPr id="359" name="Google Shape;359;g260dc0a9a77_0_247"/>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1 8  4</a:t>
            </a:r>
            <a:endParaRPr b="0" i="0" sz="3400" u="none" cap="none" strike="noStrike">
              <a:solidFill>
                <a:srgbClr val="000000"/>
              </a:solidFill>
              <a:latin typeface="Patrick Hand"/>
              <a:ea typeface="Patrick Hand"/>
              <a:cs typeface="Patrick Hand"/>
              <a:sym typeface="Patrick Hand"/>
            </a:endParaRPr>
          </a:p>
        </p:txBody>
      </p:sp>
      <p:sp>
        <p:nvSpPr>
          <p:cNvPr id="360" name="Google Shape;360;g260dc0a9a77_0_247"/>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9  1 8</a:t>
            </a:r>
            <a:endParaRPr b="0" i="0" sz="1400" u="none" cap="none" strike="noStrike">
              <a:solidFill>
                <a:srgbClr val="000000"/>
              </a:solidFill>
              <a:latin typeface="Arial"/>
              <a:ea typeface="Arial"/>
              <a:cs typeface="Arial"/>
              <a:sym typeface="Arial"/>
            </a:endParaRPr>
          </a:p>
        </p:txBody>
      </p:sp>
      <p:sp>
        <p:nvSpPr>
          <p:cNvPr id="361" name="Google Shape;361;g260dc0a9a77_0_247"/>
          <p:cNvSpPr txBox="1"/>
          <p:nvPr/>
        </p:nvSpPr>
        <p:spPr>
          <a:xfrm>
            <a:off x="53808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9  5  0</a:t>
            </a:r>
            <a:endParaRPr b="0" i="0" sz="1400" u="none" cap="none" strike="noStrike">
              <a:solidFill>
                <a:srgbClr val="000000"/>
              </a:solidFill>
              <a:latin typeface="Arial"/>
              <a:ea typeface="Arial"/>
              <a:cs typeface="Arial"/>
              <a:sym typeface="Arial"/>
            </a:endParaRPr>
          </a:p>
        </p:txBody>
      </p:sp>
      <p:cxnSp>
        <p:nvCxnSpPr>
          <p:cNvPr id="362" name="Google Shape;362;g260dc0a9a77_0_247"/>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63" name="Google Shape;363;g260dc0a9a77_0_247"/>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64" name="Google Shape;364;g260dc0a9a77_0_247"/>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365" name="Google Shape;365;g260dc0a9a77_0_247"/>
          <p:cNvSpPr txBox="1"/>
          <p:nvPr/>
        </p:nvSpPr>
        <p:spPr>
          <a:xfrm>
            <a:off x="91246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9 5 5</a:t>
            </a:r>
            <a:endParaRPr b="0" i="0" sz="1400" u="none" cap="none" strike="noStrike">
              <a:solidFill>
                <a:srgbClr val="000000"/>
              </a:solidFill>
              <a:latin typeface="Arial"/>
              <a:ea typeface="Arial"/>
              <a:cs typeface="Arial"/>
              <a:sym typeface="Arial"/>
            </a:endParaRPr>
          </a:p>
        </p:txBody>
      </p:sp>
      <p:cxnSp>
        <p:nvCxnSpPr>
          <p:cNvPr id="366" name="Google Shape;366;g260dc0a9a77_0_247"/>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67" name="Google Shape;367;g260dc0a9a77_0_247"/>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68" name="Google Shape;368;g260dc0a9a77_0_247"/>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369" name="Google Shape;369;g260dc0a9a77_0_247"/>
          <p:cNvSpPr txBox="1"/>
          <p:nvPr/>
        </p:nvSpPr>
        <p:spPr>
          <a:xfrm>
            <a:off x="8972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6 1 3</a:t>
            </a:r>
            <a:endParaRPr b="0" i="0" sz="1400" u="none" cap="none" strike="noStrike">
              <a:solidFill>
                <a:srgbClr val="000000"/>
              </a:solidFill>
              <a:latin typeface="Arial"/>
              <a:ea typeface="Arial"/>
              <a:cs typeface="Arial"/>
              <a:sym typeface="Arial"/>
            </a:endParaRPr>
          </a:p>
        </p:txBody>
      </p:sp>
      <p:sp>
        <p:nvSpPr>
          <p:cNvPr id="370" name="Google Shape;370;g260dc0a9a77_0_247"/>
          <p:cNvSpPr txBox="1"/>
          <p:nvPr/>
        </p:nvSpPr>
        <p:spPr>
          <a:xfrm>
            <a:off x="5543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9  1 2</a:t>
            </a:r>
            <a:endParaRPr b="0" i="0" sz="1400" u="none" cap="none" strike="noStrike">
              <a:solidFill>
                <a:srgbClr val="000000"/>
              </a:solidFill>
              <a:latin typeface="Arial"/>
              <a:ea typeface="Arial"/>
              <a:cs typeface="Arial"/>
              <a:sym typeface="Arial"/>
            </a:endParaRPr>
          </a:p>
        </p:txBody>
      </p:sp>
      <p:sp>
        <p:nvSpPr>
          <p:cNvPr id="371" name="Google Shape;371;g260dc0a9a77_0_247"/>
          <p:cNvSpPr txBox="1"/>
          <p:nvPr/>
        </p:nvSpPr>
        <p:spPr>
          <a:xfrm>
            <a:off x="2197500" y="5557850"/>
            <a:ext cx="1746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a:t>
            </a:r>
            <a:r>
              <a:rPr lang="es-ES" sz="3400">
                <a:solidFill>
                  <a:schemeClr val="dk1"/>
                </a:solidFill>
                <a:latin typeface="Patrick Hand"/>
                <a:ea typeface="Patrick Hand"/>
                <a:cs typeface="Patrick Hand"/>
                <a:sym typeface="Patrick Hand"/>
              </a:rPr>
              <a:t>8</a:t>
            </a:r>
            <a:r>
              <a:rPr b="0" i="0" lang="es-ES" sz="3400" u="none" cap="none" strike="noStrike">
                <a:solidFill>
                  <a:schemeClr val="dk1"/>
                </a:solidFill>
                <a:latin typeface="Patrick Hand"/>
                <a:ea typeface="Patrick Hand"/>
                <a:cs typeface="Patrick Hand"/>
                <a:sym typeface="Patrick Hand"/>
              </a:rPr>
              <a:t> 5 2</a:t>
            </a:r>
            <a:endParaRPr b="0" i="0" sz="1400" u="none" cap="none" strike="noStrike">
              <a:solidFill>
                <a:srgbClr val="000000"/>
              </a:solidFill>
              <a:latin typeface="Arial"/>
              <a:ea typeface="Arial"/>
              <a:cs typeface="Arial"/>
              <a:sym typeface="Arial"/>
            </a:endParaRPr>
          </a:p>
        </p:txBody>
      </p:sp>
      <p:sp>
        <p:nvSpPr>
          <p:cNvPr id="372" name="Google Shape;372;g260dc0a9a77_0_247"/>
          <p:cNvSpPr txBox="1"/>
          <p:nvPr/>
        </p:nvSpPr>
        <p:spPr>
          <a:xfrm>
            <a:off x="2349900" y="18029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3" name="Google Shape;373;g260dc0a9a77_0_247"/>
          <p:cNvSpPr txBox="1"/>
          <p:nvPr/>
        </p:nvSpPr>
        <p:spPr>
          <a:xfrm>
            <a:off x="5619425" y="18159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4" name="Google Shape;374;g260dc0a9a77_0_247"/>
          <p:cNvSpPr txBox="1"/>
          <p:nvPr/>
        </p:nvSpPr>
        <p:spPr>
          <a:xfrm>
            <a:off x="9256775" y="1790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5" name="Google Shape;375;g260dc0a9a77_0_247"/>
          <p:cNvSpPr txBox="1"/>
          <p:nvPr/>
        </p:nvSpPr>
        <p:spPr>
          <a:xfrm>
            <a:off x="2683100"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 </a:t>
            </a:r>
            <a:endParaRPr b="0" i="0" sz="1200" u="none" cap="none" strike="noStrike">
              <a:solidFill>
                <a:srgbClr val="FF0000"/>
              </a:solidFill>
              <a:latin typeface="Arial"/>
              <a:ea typeface="Arial"/>
              <a:cs typeface="Arial"/>
              <a:sym typeface="Arial"/>
            </a:endParaRPr>
          </a:p>
        </p:txBody>
      </p:sp>
      <p:sp>
        <p:nvSpPr>
          <p:cNvPr id="376" name="Google Shape;376;g260dc0a9a77_0_247"/>
          <p:cNvSpPr txBox="1"/>
          <p:nvPr/>
        </p:nvSpPr>
        <p:spPr>
          <a:xfrm>
            <a:off x="53908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7" name="Google Shape;377;g260dc0a9a77_0_247"/>
          <p:cNvSpPr txBox="1"/>
          <p:nvPr/>
        </p:nvSpPr>
        <p:spPr>
          <a:xfrm>
            <a:off x="574160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8" name="Google Shape;378;g260dc0a9a77_0_247"/>
          <p:cNvSpPr txBox="1"/>
          <p:nvPr/>
        </p:nvSpPr>
        <p:spPr>
          <a:xfrm>
            <a:off x="9332975"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79" name="Google Shape;379;g260dc0a9a77_0_247"/>
          <p:cNvSpPr txBox="1"/>
          <p:nvPr/>
        </p:nvSpPr>
        <p:spPr>
          <a:xfrm>
            <a:off x="8972225"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380" name="Google Shape;380;g260dc0a9a77_0_247"/>
          <p:cNvPicPr preferRelativeResize="0"/>
          <p:nvPr/>
        </p:nvPicPr>
        <p:blipFill>
          <a:blip r:embed="rId4">
            <a:alphaModFix/>
          </a:blip>
          <a:stretch>
            <a:fillRect/>
          </a:stretch>
        </p:blipFill>
        <p:spPr>
          <a:xfrm>
            <a:off x="11057175" y="5206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descr="Forma&#10;&#10;Descripción generada automáticamente con confianza media" id="385" name="Google Shape;385;g2b520e5fd27_1_61"/>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86" name="Google Shape;386;g2b520e5fd27_1_61"/>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87" name="Google Shape;387;g2b520e5fd27_1_61"/>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388" name="Google Shape;388;g2b520e5fd27_1_61" title="Resumen - Suma (6 a 7) - 3 dígitos">
            <a:hlinkClick r:id="rId4"/>
          </p:cNvPr>
          <p:cNvPicPr preferRelativeResize="0"/>
          <p:nvPr/>
        </p:nvPicPr>
        <p:blipFill>
          <a:blip r:embed="rId5">
            <a:alphaModFix/>
          </a:blip>
          <a:stretch>
            <a:fillRect/>
          </a:stretch>
        </p:blipFill>
        <p:spPr>
          <a:xfrm>
            <a:off x="1727150" y="1398450"/>
            <a:ext cx="8737600" cy="4914900"/>
          </a:xfrm>
          <a:prstGeom prst="rect">
            <a:avLst/>
          </a:prstGeom>
          <a:noFill/>
          <a:ln cap="flat" cmpd="sng" w="28575">
            <a:solidFill>
              <a:schemeClr val="dk2"/>
            </a:solidFill>
            <a:prstDash val="solid"/>
            <a:round/>
            <a:headEnd len="sm" w="sm" type="none"/>
            <a:tailEnd len="sm" w="sm" type="none"/>
          </a:ln>
        </p:spPr>
      </p:pic>
      <p:pic>
        <p:nvPicPr>
          <p:cNvPr id="389" name="Google Shape;389;g2b520e5fd27_1_61"/>
          <p:cNvPicPr preferRelativeResize="0"/>
          <p:nvPr/>
        </p:nvPicPr>
        <p:blipFill>
          <a:blip r:embed="rId6">
            <a:alphaModFix/>
          </a:blip>
          <a:stretch>
            <a:fillRect/>
          </a:stretch>
        </p:blipFill>
        <p:spPr>
          <a:xfrm>
            <a:off x="11057175" y="5206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2aed2ca7026_0_82"/>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95" name="Google Shape;395;g2aed2ca7026_0_82"/>
          <p:cNvSpPr txBox="1"/>
          <p:nvPr/>
        </p:nvSpPr>
        <p:spPr>
          <a:xfrm>
            <a:off x="6483700" y="330510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https://forms.gle/gQ3pNWskQeEnxGz46</a:t>
            </a:r>
            <a:r>
              <a:rPr b="1" lang="es-ES" sz="1900">
                <a:latin typeface="Calibri"/>
                <a:ea typeface="Calibri"/>
                <a:cs typeface="Calibri"/>
                <a:sym typeface="Calibri"/>
              </a:rPr>
              <a:t> </a:t>
            </a:r>
            <a:endParaRPr sz="1900"/>
          </a:p>
        </p:txBody>
      </p:sp>
      <p:sp>
        <p:nvSpPr>
          <p:cNvPr id="396" name="Google Shape;396;g2aed2ca7026_0_82"/>
          <p:cNvSpPr txBox="1"/>
          <p:nvPr/>
        </p:nvSpPr>
        <p:spPr>
          <a:xfrm>
            <a:off x="14985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suma representa?</a:t>
            </a:r>
            <a:endParaRPr sz="1900"/>
          </a:p>
        </p:txBody>
      </p:sp>
      <p:pic>
        <p:nvPicPr>
          <p:cNvPr id="397" name="Google Shape;397;g2aed2ca7026_0_82"/>
          <p:cNvPicPr preferRelativeResize="0"/>
          <p:nvPr/>
        </p:nvPicPr>
        <p:blipFill rotWithShape="1">
          <a:blip r:embed="rId4">
            <a:alphaModFix/>
          </a:blip>
          <a:srcRect b="0" l="0" r="0" t="0"/>
          <a:stretch/>
        </p:blipFill>
        <p:spPr>
          <a:xfrm>
            <a:off x="2901397" y="2298697"/>
            <a:ext cx="310897" cy="1448600"/>
          </a:xfrm>
          <a:prstGeom prst="rect">
            <a:avLst/>
          </a:prstGeom>
          <a:noFill/>
          <a:ln>
            <a:noFill/>
          </a:ln>
        </p:spPr>
      </p:pic>
      <p:pic>
        <p:nvPicPr>
          <p:cNvPr id="398" name="Google Shape;398;g2aed2ca7026_0_82"/>
          <p:cNvPicPr preferRelativeResize="0"/>
          <p:nvPr/>
        </p:nvPicPr>
        <p:blipFill rotWithShape="1">
          <a:blip r:embed="rId4">
            <a:alphaModFix/>
          </a:blip>
          <a:srcRect b="0" l="0" r="0" t="0"/>
          <a:stretch/>
        </p:blipFill>
        <p:spPr>
          <a:xfrm>
            <a:off x="3271944" y="2298697"/>
            <a:ext cx="310897" cy="1448600"/>
          </a:xfrm>
          <a:prstGeom prst="rect">
            <a:avLst/>
          </a:prstGeom>
          <a:noFill/>
          <a:ln>
            <a:noFill/>
          </a:ln>
        </p:spPr>
      </p:pic>
      <p:pic>
        <p:nvPicPr>
          <p:cNvPr id="399" name="Google Shape;399;g2aed2ca7026_0_82"/>
          <p:cNvPicPr preferRelativeResize="0"/>
          <p:nvPr/>
        </p:nvPicPr>
        <p:blipFill rotWithShape="1">
          <a:blip r:embed="rId4">
            <a:alphaModFix/>
          </a:blip>
          <a:srcRect b="0" l="0" r="0" t="0"/>
          <a:stretch/>
        </p:blipFill>
        <p:spPr>
          <a:xfrm>
            <a:off x="2885242" y="4097163"/>
            <a:ext cx="310897" cy="1448600"/>
          </a:xfrm>
          <a:prstGeom prst="rect">
            <a:avLst/>
          </a:prstGeom>
          <a:noFill/>
          <a:ln>
            <a:noFill/>
          </a:ln>
        </p:spPr>
      </p:pic>
      <p:pic>
        <p:nvPicPr>
          <p:cNvPr id="400" name="Google Shape;400;g2aed2ca7026_0_82"/>
          <p:cNvPicPr preferRelativeResize="0"/>
          <p:nvPr/>
        </p:nvPicPr>
        <p:blipFill rotWithShape="1">
          <a:blip r:embed="rId4">
            <a:alphaModFix/>
          </a:blip>
          <a:srcRect b="0" l="0" r="0" t="0"/>
          <a:stretch/>
        </p:blipFill>
        <p:spPr>
          <a:xfrm>
            <a:off x="3630622" y="2298697"/>
            <a:ext cx="310897" cy="1448600"/>
          </a:xfrm>
          <a:prstGeom prst="rect">
            <a:avLst/>
          </a:prstGeom>
          <a:noFill/>
          <a:ln>
            <a:noFill/>
          </a:ln>
        </p:spPr>
      </p:pic>
      <p:pic>
        <p:nvPicPr>
          <p:cNvPr id="401" name="Google Shape;401;g2aed2ca7026_0_82"/>
          <p:cNvPicPr preferRelativeResize="0"/>
          <p:nvPr/>
        </p:nvPicPr>
        <p:blipFill rotWithShape="1">
          <a:blip r:embed="rId4">
            <a:alphaModFix/>
          </a:blip>
          <a:srcRect b="0" l="0" r="0" t="0"/>
          <a:stretch/>
        </p:blipFill>
        <p:spPr>
          <a:xfrm>
            <a:off x="3989336" y="2298697"/>
            <a:ext cx="310897" cy="1448600"/>
          </a:xfrm>
          <a:prstGeom prst="rect">
            <a:avLst/>
          </a:prstGeom>
          <a:noFill/>
          <a:ln>
            <a:noFill/>
          </a:ln>
        </p:spPr>
      </p:pic>
      <p:pic>
        <p:nvPicPr>
          <p:cNvPr id="402" name="Google Shape;402;g2aed2ca7026_0_82"/>
          <p:cNvPicPr preferRelativeResize="0"/>
          <p:nvPr/>
        </p:nvPicPr>
        <p:blipFill rotWithShape="1">
          <a:blip r:embed="rId5">
            <a:alphaModFix/>
          </a:blip>
          <a:srcRect b="0" l="0" r="0" t="0"/>
          <a:stretch/>
        </p:blipFill>
        <p:spPr>
          <a:xfrm>
            <a:off x="4567100" y="2532350"/>
            <a:ext cx="753567" cy="526866"/>
          </a:xfrm>
          <a:prstGeom prst="rect">
            <a:avLst/>
          </a:prstGeom>
          <a:noFill/>
          <a:ln>
            <a:noFill/>
          </a:ln>
        </p:spPr>
      </p:pic>
      <p:pic>
        <p:nvPicPr>
          <p:cNvPr id="403" name="Google Shape;403;g2aed2ca7026_0_82"/>
          <p:cNvPicPr preferRelativeResize="0"/>
          <p:nvPr/>
        </p:nvPicPr>
        <p:blipFill rotWithShape="1">
          <a:blip r:embed="rId5">
            <a:alphaModFix/>
          </a:blip>
          <a:srcRect b="0" l="0" r="0" t="0"/>
          <a:stretch/>
        </p:blipFill>
        <p:spPr>
          <a:xfrm>
            <a:off x="5587533" y="2481783"/>
            <a:ext cx="753567" cy="526866"/>
          </a:xfrm>
          <a:prstGeom prst="rect">
            <a:avLst/>
          </a:prstGeom>
          <a:noFill/>
          <a:ln>
            <a:noFill/>
          </a:ln>
        </p:spPr>
      </p:pic>
      <p:pic>
        <p:nvPicPr>
          <p:cNvPr id="404" name="Google Shape;404;g2aed2ca7026_0_82"/>
          <p:cNvPicPr preferRelativeResize="0"/>
          <p:nvPr/>
        </p:nvPicPr>
        <p:blipFill rotWithShape="1">
          <a:blip r:embed="rId5">
            <a:alphaModFix/>
          </a:blip>
          <a:srcRect b="0" l="0" r="0" t="0"/>
          <a:stretch/>
        </p:blipFill>
        <p:spPr>
          <a:xfrm>
            <a:off x="4567100" y="3224033"/>
            <a:ext cx="753567" cy="526866"/>
          </a:xfrm>
          <a:prstGeom prst="rect">
            <a:avLst/>
          </a:prstGeom>
          <a:noFill/>
          <a:ln>
            <a:noFill/>
          </a:ln>
        </p:spPr>
      </p:pic>
      <p:pic>
        <p:nvPicPr>
          <p:cNvPr id="405" name="Google Shape;405;g2aed2ca7026_0_82"/>
          <p:cNvPicPr preferRelativeResize="0"/>
          <p:nvPr/>
        </p:nvPicPr>
        <p:blipFill rotWithShape="1">
          <a:blip r:embed="rId5">
            <a:alphaModFix/>
          </a:blip>
          <a:srcRect b="0" l="0" r="0" t="0"/>
          <a:stretch/>
        </p:blipFill>
        <p:spPr>
          <a:xfrm>
            <a:off x="5587533" y="3236733"/>
            <a:ext cx="753567" cy="526866"/>
          </a:xfrm>
          <a:prstGeom prst="rect">
            <a:avLst/>
          </a:prstGeom>
          <a:noFill/>
          <a:ln>
            <a:noFill/>
          </a:ln>
        </p:spPr>
      </p:pic>
      <p:sp>
        <p:nvSpPr>
          <p:cNvPr id="406" name="Google Shape;406;g2aed2ca7026_0_82"/>
          <p:cNvSpPr txBox="1"/>
          <p:nvPr/>
        </p:nvSpPr>
        <p:spPr>
          <a:xfrm>
            <a:off x="1224000" y="1485133"/>
            <a:ext cx="56421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lang="es-ES" sz="4100">
                <a:latin typeface="Patrick Hand"/>
                <a:ea typeface="Patrick Hand"/>
                <a:cs typeface="Patrick Hand"/>
                <a:sym typeface="Patrick Hand"/>
              </a:rPr>
              <a:t>C        </a:t>
            </a: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407" name="Google Shape;407;g2aed2ca7026_0_82"/>
          <p:cNvCxnSpPr/>
          <p:nvPr/>
        </p:nvCxnSpPr>
        <p:spPr>
          <a:xfrm>
            <a:off x="4371633"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408" name="Google Shape;408;g2aed2ca7026_0_82"/>
          <p:cNvCxnSpPr/>
          <p:nvPr/>
        </p:nvCxnSpPr>
        <p:spPr>
          <a:xfrm>
            <a:off x="602800" y="3864233"/>
            <a:ext cx="5887200" cy="0"/>
          </a:xfrm>
          <a:prstGeom prst="straightConnector1">
            <a:avLst/>
          </a:prstGeom>
          <a:noFill/>
          <a:ln cap="flat" cmpd="sng" w="9525">
            <a:solidFill>
              <a:srgbClr val="009287"/>
            </a:solidFill>
            <a:prstDash val="solid"/>
            <a:round/>
            <a:headEnd len="sm" w="sm" type="none"/>
            <a:tailEnd len="sm" w="sm" type="none"/>
          </a:ln>
        </p:spPr>
      </p:cxnSp>
      <p:pic>
        <p:nvPicPr>
          <p:cNvPr id="409" name="Google Shape;409;g2aed2ca7026_0_82"/>
          <p:cNvPicPr preferRelativeResize="0"/>
          <p:nvPr/>
        </p:nvPicPr>
        <p:blipFill rotWithShape="1">
          <a:blip r:embed="rId5">
            <a:alphaModFix/>
          </a:blip>
          <a:srcRect b="0" l="0" r="0" t="0"/>
          <a:stretch/>
        </p:blipFill>
        <p:spPr>
          <a:xfrm>
            <a:off x="5034333" y="4854050"/>
            <a:ext cx="753567" cy="526866"/>
          </a:xfrm>
          <a:prstGeom prst="rect">
            <a:avLst/>
          </a:prstGeom>
          <a:noFill/>
          <a:ln>
            <a:noFill/>
          </a:ln>
        </p:spPr>
      </p:pic>
      <p:sp>
        <p:nvSpPr>
          <p:cNvPr id="410" name="Google Shape;410;g2aed2ca7026_0_82"/>
          <p:cNvSpPr txBox="1"/>
          <p:nvPr/>
        </p:nvSpPr>
        <p:spPr>
          <a:xfrm>
            <a:off x="7856703"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6</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Clr>
                <a:srgbClr val="000000"/>
              </a:buClr>
              <a:buSzPts val="4500"/>
              <a:buFont typeface="Patrick Hand"/>
              <a:buChar char="+"/>
            </a:pPr>
            <a:r>
              <a:rPr lang="es-ES" sz="4500">
                <a:latin typeface="Patrick Hand"/>
                <a:ea typeface="Patrick Hand"/>
                <a:cs typeface="Patrick Hand"/>
                <a:sym typeface="Patrick Hand"/>
              </a:rPr>
              <a:t>3  1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5 </a:t>
            </a:r>
            <a:endParaRPr b="0" i="0" sz="4500" u="none" cap="none" strike="noStrike">
              <a:solidFill>
                <a:srgbClr val="000000"/>
              </a:solidFill>
              <a:latin typeface="Patrick Hand"/>
              <a:ea typeface="Patrick Hand"/>
              <a:cs typeface="Patrick Hand"/>
              <a:sym typeface="Patrick Hand"/>
            </a:endParaRPr>
          </a:p>
        </p:txBody>
      </p:sp>
      <p:cxnSp>
        <p:nvCxnSpPr>
          <p:cNvPr id="411" name="Google Shape;411;g2aed2ca7026_0_82"/>
          <p:cNvCxnSpPr/>
          <p:nvPr/>
        </p:nvCxnSpPr>
        <p:spPr>
          <a:xfrm>
            <a:off x="8184683" y="3305083"/>
            <a:ext cx="2191500" cy="0"/>
          </a:xfrm>
          <a:prstGeom prst="straightConnector1">
            <a:avLst/>
          </a:prstGeom>
          <a:noFill/>
          <a:ln cap="flat" cmpd="sng" w="9525">
            <a:solidFill>
              <a:srgbClr val="000000"/>
            </a:solidFill>
            <a:prstDash val="solid"/>
            <a:round/>
            <a:headEnd len="sm" w="sm" type="none"/>
            <a:tailEnd len="sm" w="sm" type="none"/>
          </a:ln>
        </p:spPr>
      </p:cxnSp>
      <p:sp>
        <p:nvSpPr>
          <p:cNvPr id="412" name="Google Shape;412;g2aed2ca7026_0_82"/>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413" name="Google Shape;413;g2aed2ca7026_0_82"/>
          <p:cNvSpPr txBox="1"/>
          <p:nvPr/>
        </p:nvSpPr>
        <p:spPr>
          <a:xfrm>
            <a:off x="1498500"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pic>
        <p:nvPicPr>
          <p:cNvPr id="414" name="Google Shape;414;g2aed2ca7026_0_82"/>
          <p:cNvPicPr preferRelativeResize="0"/>
          <p:nvPr/>
        </p:nvPicPr>
        <p:blipFill rotWithShape="1">
          <a:blip r:embed="rId4">
            <a:alphaModFix/>
          </a:blip>
          <a:srcRect b="0" l="0" r="0" t="0"/>
          <a:stretch/>
        </p:blipFill>
        <p:spPr>
          <a:xfrm>
            <a:off x="3266000" y="4097180"/>
            <a:ext cx="310897" cy="1448600"/>
          </a:xfrm>
          <a:prstGeom prst="rect">
            <a:avLst/>
          </a:prstGeom>
          <a:noFill/>
          <a:ln>
            <a:noFill/>
          </a:ln>
        </p:spPr>
      </p:pic>
      <p:pic>
        <p:nvPicPr>
          <p:cNvPr id="415" name="Google Shape;415;g2aed2ca7026_0_82"/>
          <p:cNvPicPr preferRelativeResize="0"/>
          <p:nvPr/>
        </p:nvPicPr>
        <p:blipFill rotWithShape="1">
          <a:blip r:embed="rId4">
            <a:alphaModFix/>
          </a:blip>
          <a:srcRect b="0" l="0" r="0" t="0"/>
          <a:stretch/>
        </p:blipFill>
        <p:spPr>
          <a:xfrm>
            <a:off x="3624714" y="4097180"/>
            <a:ext cx="310897" cy="1448600"/>
          </a:xfrm>
          <a:prstGeom prst="rect">
            <a:avLst/>
          </a:prstGeom>
          <a:noFill/>
          <a:ln>
            <a:noFill/>
          </a:ln>
        </p:spPr>
      </p:pic>
      <p:pic>
        <p:nvPicPr>
          <p:cNvPr id="416" name="Google Shape;416;g2aed2ca7026_0_82"/>
          <p:cNvPicPr preferRelativeResize="0"/>
          <p:nvPr/>
        </p:nvPicPr>
        <p:blipFill rotWithShape="1">
          <a:blip r:embed="rId4">
            <a:alphaModFix/>
          </a:blip>
          <a:srcRect b="0" l="0" r="0" t="0"/>
          <a:stretch/>
        </p:blipFill>
        <p:spPr>
          <a:xfrm>
            <a:off x="3995261" y="4097180"/>
            <a:ext cx="310897" cy="1448600"/>
          </a:xfrm>
          <a:prstGeom prst="rect">
            <a:avLst/>
          </a:prstGeom>
          <a:noFill/>
          <a:ln>
            <a:noFill/>
          </a:ln>
        </p:spPr>
      </p:pic>
      <p:pic>
        <p:nvPicPr>
          <p:cNvPr id="417" name="Google Shape;417;g2aed2ca7026_0_82"/>
          <p:cNvPicPr preferRelativeResize="0"/>
          <p:nvPr/>
        </p:nvPicPr>
        <p:blipFill rotWithShape="1">
          <a:blip r:embed="rId5">
            <a:alphaModFix/>
          </a:blip>
          <a:srcRect b="0" l="0" r="0" t="0"/>
          <a:stretch/>
        </p:blipFill>
        <p:spPr>
          <a:xfrm>
            <a:off x="4676867" y="4448183"/>
            <a:ext cx="753567" cy="526866"/>
          </a:xfrm>
          <a:prstGeom prst="rect">
            <a:avLst/>
          </a:prstGeom>
          <a:noFill/>
          <a:ln>
            <a:noFill/>
          </a:ln>
        </p:spPr>
      </p:pic>
      <p:pic>
        <p:nvPicPr>
          <p:cNvPr id="418" name="Google Shape;418;g2aed2ca7026_0_82"/>
          <p:cNvPicPr preferRelativeResize="0"/>
          <p:nvPr/>
        </p:nvPicPr>
        <p:blipFill rotWithShape="1">
          <a:blip r:embed="rId5">
            <a:alphaModFix/>
          </a:blip>
          <a:srcRect b="0" l="0" r="0" t="0"/>
          <a:stretch/>
        </p:blipFill>
        <p:spPr>
          <a:xfrm>
            <a:off x="5430433" y="4405133"/>
            <a:ext cx="753567" cy="526866"/>
          </a:xfrm>
          <a:prstGeom prst="rect">
            <a:avLst/>
          </a:prstGeom>
          <a:noFill/>
          <a:ln>
            <a:noFill/>
          </a:ln>
        </p:spPr>
      </p:pic>
      <p:pic>
        <p:nvPicPr>
          <p:cNvPr id="419" name="Google Shape;419;g2aed2ca7026_0_82"/>
          <p:cNvPicPr preferRelativeResize="0"/>
          <p:nvPr/>
        </p:nvPicPr>
        <p:blipFill rotWithShape="1">
          <a:blip r:embed="rId5">
            <a:alphaModFix/>
          </a:blip>
          <a:srcRect b="0" l="0" r="0" t="0"/>
          <a:stretch/>
        </p:blipFill>
        <p:spPr>
          <a:xfrm>
            <a:off x="5100867" y="2852450"/>
            <a:ext cx="753567" cy="526866"/>
          </a:xfrm>
          <a:prstGeom prst="rect">
            <a:avLst/>
          </a:prstGeom>
          <a:noFill/>
          <a:ln>
            <a:noFill/>
          </a:ln>
        </p:spPr>
      </p:pic>
      <p:cxnSp>
        <p:nvCxnSpPr>
          <p:cNvPr id="420" name="Google Shape;420;g2aed2ca7026_0_82"/>
          <p:cNvCxnSpPr/>
          <p:nvPr/>
        </p:nvCxnSpPr>
        <p:spPr>
          <a:xfrm>
            <a:off x="2259567" y="2141300"/>
            <a:ext cx="0" cy="3588000"/>
          </a:xfrm>
          <a:prstGeom prst="straightConnector1">
            <a:avLst/>
          </a:prstGeom>
          <a:noFill/>
          <a:ln cap="flat" cmpd="sng" w="9525">
            <a:solidFill>
              <a:srgbClr val="009287"/>
            </a:solidFill>
            <a:prstDash val="solid"/>
            <a:round/>
            <a:headEnd len="sm" w="sm" type="none"/>
            <a:tailEnd len="sm" w="sm" type="none"/>
          </a:ln>
        </p:spPr>
      </p:cxnSp>
      <p:pic>
        <p:nvPicPr>
          <p:cNvPr id="421" name="Google Shape;421;g2aed2ca7026_0_82"/>
          <p:cNvPicPr preferRelativeResize="0"/>
          <p:nvPr/>
        </p:nvPicPr>
        <p:blipFill rotWithShape="1">
          <a:blip r:embed="rId6">
            <a:alphaModFix/>
          </a:blip>
          <a:srcRect b="0" l="0" r="0" t="0"/>
          <a:stretch/>
        </p:blipFill>
        <p:spPr>
          <a:xfrm>
            <a:off x="826467" y="2284785"/>
            <a:ext cx="1390268" cy="1476419"/>
          </a:xfrm>
          <a:prstGeom prst="rect">
            <a:avLst/>
          </a:prstGeom>
          <a:noFill/>
          <a:ln>
            <a:noFill/>
          </a:ln>
        </p:spPr>
      </p:pic>
      <p:pic>
        <p:nvPicPr>
          <p:cNvPr id="422" name="Google Shape;422;g2aed2ca7026_0_82"/>
          <p:cNvPicPr preferRelativeResize="0"/>
          <p:nvPr/>
        </p:nvPicPr>
        <p:blipFill rotWithShape="1">
          <a:blip r:embed="rId6">
            <a:alphaModFix/>
          </a:blip>
          <a:srcRect b="0" l="0" r="0" t="0"/>
          <a:stretch/>
        </p:blipFill>
        <p:spPr>
          <a:xfrm>
            <a:off x="768433" y="3986295"/>
            <a:ext cx="941298" cy="999618"/>
          </a:xfrm>
          <a:prstGeom prst="rect">
            <a:avLst/>
          </a:prstGeom>
          <a:noFill/>
          <a:ln>
            <a:noFill/>
          </a:ln>
        </p:spPr>
      </p:pic>
      <p:pic>
        <p:nvPicPr>
          <p:cNvPr id="423" name="Google Shape;423;g2aed2ca7026_0_82"/>
          <p:cNvPicPr preferRelativeResize="0"/>
          <p:nvPr/>
        </p:nvPicPr>
        <p:blipFill rotWithShape="1">
          <a:blip r:embed="rId6">
            <a:alphaModFix/>
          </a:blip>
          <a:srcRect b="0" l="0" r="0" t="0"/>
          <a:stretch/>
        </p:blipFill>
        <p:spPr>
          <a:xfrm>
            <a:off x="1224750" y="4506812"/>
            <a:ext cx="941298" cy="999618"/>
          </a:xfrm>
          <a:prstGeom prst="rect">
            <a:avLst/>
          </a:prstGeom>
          <a:noFill/>
          <a:ln>
            <a:noFill/>
          </a:ln>
        </p:spPr>
      </p:pic>
      <p:pic>
        <p:nvPicPr>
          <p:cNvPr id="424" name="Google Shape;424;g2aed2ca7026_0_82"/>
          <p:cNvPicPr preferRelativeResize="0"/>
          <p:nvPr/>
        </p:nvPicPr>
        <p:blipFill rotWithShape="1">
          <a:blip r:embed="rId7">
            <a:alphaModFix/>
          </a:blip>
          <a:srcRect b="9070" l="9070" r="9070" t="9070"/>
          <a:stretch/>
        </p:blipFill>
        <p:spPr>
          <a:xfrm>
            <a:off x="8397567" y="3986303"/>
            <a:ext cx="2376904" cy="2376867"/>
          </a:xfrm>
          <a:prstGeom prst="rect">
            <a:avLst/>
          </a:prstGeom>
          <a:noFill/>
          <a:ln>
            <a:noFill/>
          </a:ln>
        </p:spPr>
      </p:pic>
      <p:pic>
        <p:nvPicPr>
          <p:cNvPr id="425" name="Google Shape;425;g2aed2ca7026_0_82"/>
          <p:cNvPicPr preferRelativeResize="0"/>
          <p:nvPr/>
        </p:nvPicPr>
        <p:blipFill>
          <a:blip r:embed="rId8">
            <a:alphaModFix/>
          </a:blip>
          <a:stretch>
            <a:fillRect/>
          </a:stretch>
        </p:blipFill>
        <p:spPr>
          <a:xfrm>
            <a:off x="11057175" y="5692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descr="Forma&#10;&#10;Descripción generada automáticamente con confianza media" id="430" name="Google Shape;430;g2b520e5fd27_1_68"/>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31" name="Google Shape;431;g2b520e5fd27_1_68"/>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432" name="Google Shape;432;g2b520e5fd27_1_68"/>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433" name="Google Shape;433;g2b520e5fd27_1_68" title="Reforzamiento - Suma (6 a 7) - 3 dígitos">
            <a:hlinkClick r:id="rId4"/>
          </p:cNvPr>
          <p:cNvPicPr preferRelativeResize="0"/>
          <p:nvPr/>
        </p:nvPicPr>
        <p:blipFill>
          <a:blip r:embed="rId5">
            <a:alphaModFix/>
          </a:blip>
          <a:stretch>
            <a:fillRect/>
          </a:stretch>
        </p:blipFill>
        <p:spPr>
          <a:xfrm>
            <a:off x="1744325" y="1398450"/>
            <a:ext cx="8703550" cy="4895750"/>
          </a:xfrm>
          <a:prstGeom prst="rect">
            <a:avLst/>
          </a:prstGeom>
          <a:noFill/>
          <a:ln cap="flat" cmpd="sng" w="28575">
            <a:solidFill>
              <a:schemeClr val="dk2"/>
            </a:solidFill>
            <a:prstDash val="solid"/>
            <a:round/>
            <a:headEnd len="sm" w="sm" type="none"/>
            <a:tailEnd len="sm" w="sm" type="none"/>
          </a:ln>
        </p:spPr>
      </p:pic>
      <p:pic>
        <p:nvPicPr>
          <p:cNvPr id="434" name="Google Shape;434;g2b520e5fd27_1_68"/>
          <p:cNvPicPr preferRelativeResize="0"/>
          <p:nvPr/>
        </p:nvPicPr>
        <p:blipFill>
          <a:blip r:embed="rId6">
            <a:alphaModFix/>
          </a:blip>
          <a:stretch>
            <a:fillRect/>
          </a:stretch>
        </p:blipFill>
        <p:spPr>
          <a:xfrm>
            <a:off x="11057175" y="5206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