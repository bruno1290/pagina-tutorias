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embeddedFontLst>
    <p:embeddedFont>
      <p:font typeface="Patrick Hand"/>
      <p:regular r:id="rId18"/>
    </p:embeddedFont>
    <p:embeddedFont>
      <p:font typeface="Poppins"/>
      <p:regular r:id="rId19"/>
      <p:bold r:id="rId20"/>
      <p:italic r:id="rId21"/>
      <p:boldItalic r:id="rId22"/>
    </p:embeddedFont>
    <p:embeddedFont>
      <p:font typeface="Poppins Light"/>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i5z/H/tZPnqi1s7Sx49Urj7cWu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oppins-bold.fntdata"/><Relationship Id="rId22" Type="http://schemas.openxmlformats.org/officeDocument/2006/relationships/font" Target="fonts/Poppins-boldItalic.fntdata"/><Relationship Id="rId21" Type="http://schemas.openxmlformats.org/officeDocument/2006/relationships/font" Target="fonts/Poppins-italic.fntdata"/><Relationship Id="rId24" Type="http://schemas.openxmlformats.org/officeDocument/2006/relationships/font" Target="fonts/PoppinsLight-bold.fntdata"/><Relationship Id="rId23" Type="http://schemas.openxmlformats.org/officeDocument/2006/relationships/font" Target="fonts/PoppinsLight-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PoppinsLight-boldItalic.fntdata"/><Relationship Id="rId25" Type="http://schemas.openxmlformats.org/officeDocument/2006/relationships/font" Target="fonts/PoppinsLight-italic.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Poppins-regular.fntdata"/><Relationship Id="rId18" Type="http://schemas.openxmlformats.org/officeDocument/2006/relationships/font" Target="fonts/PatrickHan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343e1ba53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343e1ba5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343e1ba530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343e1ba53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343e1ba530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343e1ba530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31a1408adb_0_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31a1408adb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3bcd063adf_0_3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g23bcd063adf_0_3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3bea488738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g23bea488738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601a83bd95_0_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g2601a83bd95_0_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745e17f97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g2745e17f97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aee030d000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t/>
            </a:r>
            <a:endParaRPr/>
          </a:p>
        </p:txBody>
      </p:sp>
      <p:sp>
        <p:nvSpPr>
          <p:cNvPr id="378" name="Google Shape;378;g2aee030d000_0_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b4d6a59b94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5" name="Google Shape;395;g2b4d6a59b94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idx="2" type="pic"/>
          </p:nvPr>
        </p:nvSpPr>
        <p:spPr>
          <a:xfrm>
            <a:off x="5183188" y="987425"/>
            <a:ext cx="6172200" cy="4873625"/>
          </a:xfrm>
          <a:prstGeom prst="rect">
            <a:avLst/>
          </a:prstGeom>
          <a:noFill/>
          <a:ln>
            <a:noFill/>
          </a:ln>
        </p:spPr>
      </p:sp>
      <p:sp>
        <p:nvSpPr>
          <p:cNvPr id="64" name="Google Shape;64;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84" name="Shape 84"/>
        <p:cNvGrpSpPr/>
        <p:nvPr/>
      </p:nvGrpSpPr>
      <p:grpSpPr>
        <a:xfrm>
          <a:off x="0" y="0"/>
          <a:ext cx="0" cy="0"/>
          <a:chOff x="0" y="0"/>
          <a:chExt cx="0" cy="0"/>
        </a:xfrm>
      </p:grpSpPr>
      <p:sp>
        <p:nvSpPr>
          <p:cNvPr id="85" name="Google Shape;85;g2aee030d000_0_8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9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86" name="Google Shape;86;g2aee030d000_0_8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rtl="0" algn="l">
              <a:lnSpc>
                <a:spcPct val="90000"/>
              </a:lnSpc>
              <a:spcBef>
                <a:spcPts val="1100"/>
              </a:spcBef>
              <a:spcAft>
                <a:spcPts val="0"/>
              </a:spcAft>
              <a:buClr>
                <a:schemeClr val="dk1"/>
              </a:buClr>
              <a:buSzPts val="1900"/>
              <a:buChar char="•"/>
              <a:defRPr/>
            </a:lvl1pPr>
            <a:lvl2pPr indent="-349250" lvl="1" marL="914400" rtl="0" algn="l">
              <a:lnSpc>
                <a:spcPct val="90000"/>
              </a:lnSpc>
              <a:spcBef>
                <a:spcPts val="500"/>
              </a:spcBef>
              <a:spcAft>
                <a:spcPts val="0"/>
              </a:spcAft>
              <a:buClr>
                <a:schemeClr val="dk1"/>
              </a:buClr>
              <a:buSzPts val="1900"/>
              <a:buChar char="•"/>
              <a:defRPr/>
            </a:lvl2pPr>
            <a:lvl3pPr indent="-349250" lvl="2" marL="1371600" rtl="0" algn="l">
              <a:lnSpc>
                <a:spcPct val="90000"/>
              </a:lnSpc>
              <a:spcBef>
                <a:spcPts val="500"/>
              </a:spcBef>
              <a:spcAft>
                <a:spcPts val="0"/>
              </a:spcAft>
              <a:buClr>
                <a:schemeClr val="dk1"/>
              </a:buClr>
              <a:buSzPts val="1900"/>
              <a:buChar char="•"/>
              <a:defRPr/>
            </a:lvl3pPr>
            <a:lvl4pPr indent="-349250" lvl="3" marL="1828800" rtl="0" algn="l">
              <a:lnSpc>
                <a:spcPct val="90000"/>
              </a:lnSpc>
              <a:spcBef>
                <a:spcPts val="500"/>
              </a:spcBef>
              <a:spcAft>
                <a:spcPts val="0"/>
              </a:spcAft>
              <a:buClr>
                <a:schemeClr val="dk1"/>
              </a:buClr>
              <a:buSzPts val="1900"/>
              <a:buChar char="•"/>
              <a:defRPr/>
            </a:lvl4pPr>
            <a:lvl5pPr indent="-349250" lvl="4" marL="2286000" rtl="0" algn="l">
              <a:lnSpc>
                <a:spcPct val="90000"/>
              </a:lnSpc>
              <a:spcBef>
                <a:spcPts val="500"/>
              </a:spcBef>
              <a:spcAft>
                <a:spcPts val="0"/>
              </a:spcAft>
              <a:buClr>
                <a:schemeClr val="dk1"/>
              </a:buClr>
              <a:buSzPts val="1900"/>
              <a:buChar char="•"/>
              <a:defRPr/>
            </a:lvl5pPr>
            <a:lvl6pPr indent="-349250" lvl="5" marL="2743200" rtl="0" algn="l">
              <a:lnSpc>
                <a:spcPct val="90000"/>
              </a:lnSpc>
              <a:spcBef>
                <a:spcPts val="500"/>
              </a:spcBef>
              <a:spcAft>
                <a:spcPts val="0"/>
              </a:spcAft>
              <a:buClr>
                <a:schemeClr val="dk1"/>
              </a:buClr>
              <a:buSzPts val="1900"/>
              <a:buChar char="•"/>
              <a:defRPr/>
            </a:lvl6pPr>
            <a:lvl7pPr indent="-349250" lvl="6" marL="3200400" rtl="0" algn="l">
              <a:lnSpc>
                <a:spcPct val="90000"/>
              </a:lnSpc>
              <a:spcBef>
                <a:spcPts val="500"/>
              </a:spcBef>
              <a:spcAft>
                <a:spcPts val="0"/>
              </a:spcAft>
              <a:buClr>
                <a:schemeClr val="dk1"/>
              </a:buClr>
              <a:buSzPts val="1900"/>
              <a:buChar char="•"/>
              <a:defRPr/>
            </a:lvl7pPr>
            <a:lvl8pPr indent="-349250" lvl="7" marL="3657600" rtl="0" algn="l">
              <a:lnSpc>
                <a:spcPct val="90000"/>
              </a:lnSpc>
              <a:spcBef>
                <a:spcPts val="500"/>
              </a:spcBef>
              <a:spcAft>
                <a:spcPts val="0"/>
              </a:spcAft>
              <a:buClr>
                <a:schemeClr val="dk1"/>
              </a:buClr>
              <a:buSzPts val="1900"/>
              <a:buChar char="•"/>
              <a:defRPr/>
            </a:lvl8pPr>
            <a:lvl9pPr indent="-349250" lvl="8" marL="4114800" rtl="0" algn="l">
              <a:lnSpc>
                <a:spcPct val="90000"/>
              </a:lnSpc>
              <a:spcBef>
                <a:spcPts val="500"/>
              </a:spcBef>
              <a:spcAft>
                <a:spcPts val="0"/>
              </a:spcAft>
              <a:buClr>
                <a:schemeClr val="dk1"/>
              </a:buClr>
              <a:buSzPts val="1900"/>
              <a:buChar char="•"/>
              <a:defRPr/>
            </a:lvl9pPr>
          </a:lstStyle>
          <a:p/>
        </p:txBody>
      </p:sp>
      <p:sp>
        <p:nvSpPr>
          <p:cNvPr id="87" name="Google Shape;87;g2aee030d000_0_83"/>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8" name="Google Shape;88;g2aee030d000_0_83"/>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9" name="Google Shape;89;g2aee030d000_0_83"/>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g2aee030d000_0_89"/>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6900"/>
              <a:buNone/>
              <a:defRPr sz="6900"/>
            </a:lvl1pPr>
            <a:lvl2pPr lvl="1" rtl="0" algn="ctr">
              <a:lnSpc>
                <a:spcPct val="100000"/>
              </a:lnSpc>
              <a:spcBef>
                <a:spcPts val="0"/>
              </a:spcBef>
              <a:spcAft>
                <a:spcPts val="0"/>
              </a:spcAft>
              <a:buSzPts val="6900"/>
              <a:buNone/>
              <a:defRPr sz="6900"/>
            </a:lvl2pPr>
            <a:lvl3pPr lvl="2" rtl="0" algn="ctr">
              <a:lnSpc>
                <a:spcPct val="100000"/>
              </a:lnSpc>
              <a:spcBef>
                <a:spcPts val="0"/>
              </a:spcBef>
              <a:spcAft>
                <a:spcPts val="0"/>
              </a:spcAft>
              <a:buSzPts val="6900"/>
              <a:buNone/>
              <a:defRPr sz="6900"/>
            </a:lvl3pPr>
            <a:lvl4pPr lvl="3" rtl="0" algn="ctr">
              <a:lnSpc>
                <a:spcPct val="100000"/>
              </a:lnSpc>
              <a:spcBef>
                <a:spcPts val="0"/>
              </a:spcBef>
              <a:spcAft>
                <a:spcPts val="0"/>
              </a:spcAft>
              <a:buSzPts val="6900"/>
              <a:buNone/>
              <a:defRPr sz="6900"/>
            </a:lvl4pPr>
            <a:lvl5pPr lvl="4" rtl="0" algn="ctr">
              <a:lnSpc>
                <a:spcPct val="100000"/>
              </a:lnSpc>
              <a:spcBef>
                <a:spcPts val="0"/>
              </a:spcBef>
              <a:spcAft>
                <a:spcPts val="0"/>
              </a:spcAft>
              <a:buSzPts val="6900"/>
              <a:buNone/>
              <a:defRPr sz="6900"/>
            </a:lvl5pPr>
            <a:lvl6pPr lvl="5" rtl="0" algn="ctr">
              <a:lnSpc>
                <a:spcPct val="100000"/>
              </a:lnSpc>
              <a:spcBef>
                <a:spcPts val="0"/>
              </a:spcBef>
              <a:spcAft>
                <a:spcPts val="0"/>
              </a:spcAft>
              <a:buSzPts val="6900"/>
              <a:buNone/>
              <a:defRPr sz="6900"/>
            </a:lvl6pPr>
            <a:lvl7pPr lvl="6" rtl="0" algn="ctr">
              <a:lnSpc>
                <a:spcPct val="100000"/>
              </a:lnSpc>
              <a:spcBef>
                <a:spcPts val="0"/>
              </a:spcBef>
              <a:spcAft>
                <a:spcPts val="0"/>
              </a:spcAft>
              <a:buSzPts val="6900"/>
              <a:buNone/>
              <a:defRPr sz="6900"/>
            </a:lvl7pPr>
            <a:lvl8pPr lvl="7" rtl="0" algn="ctr">
              <a:lnSpc>
                <a:spcPct val="100000"/>
              </a:lnSpc>
              <a:spcBef>
                <a:spcPts val="0"/>
              </a:spcBef>
              <a:spcAft>
                <a:spcPts val="0"/>
              </a:spcAft>
              <a:buSzPts val="6900"/>
              <a:buNone/>
              <a:defRPr sz="6900"/>
            </a:lvl8pPr>
            <a:lvl9pPr lvl="8" rtl="0" algn="ctr">
              <a:lnSpc>
                <a:spcPct val="100000"/>
              </a:lnSpc>
              <a:spcBef>
                <a:spcPts val="0"/>
              </a:spcBef>
              <a:spcAft>
                <a:spcPts val="0"/>
              </a:spcAft>
              <a:buSzPts val="6900"/>
              <a:buNone/>
              <a:defRPr sz="6900"/>
            </a:lvl9pPr>
          </a:lstStyle>
          <a:p/>
        </p:txBody>
      </p:sp>
      <p:sp>
        <p:nvSpPr>
          <p:cNvPr id="92" name="Google Shape;92;g2aee030d000_0_89"/>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93" name="Google Shape;93;g2aee030d000_0_8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g2aee030d000_0_93"/>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rtl="0" algn="ctr">
              <a:lnSpc>
                <a:spcPct val="100000"/>
              </a:lnSpc>
              <a:spcBef>
                <a:spcPts val="0"/>
              </a:spcBef>
              <a:spcAft>
                <a:spcPts val="0"/>
              </a:spcAft>
              <a:buSzPts val="4800"/>
              <a:buNone/>
              <a:defRPr sz="4800"/>
            </a:lvl1pPr>
            <a:lvl2pPr lvl="1" rtl="0" algn="ctr">
              <a:lnSpc>
                <a:spcPct val="100000"/>
              </a:lnSpc>
              <a:spcBef>
                <a:spcPts val="0"/>
              </a:spcBef>
              <a:spcAft>
                <a:spcPts val="0"/>
              </a:spcAft>
              <a:buSzPts val="4800"/>
              <a:buNone/>
              <a:defRPr sz="4800"/>
            </a:lvl2pPr>
            <a:lvl3pPr lvl="2" rtl="0" algn="ctr">
              <a:lnSpc>
                <a:spcPct val="100000"/>
              </a:lnSpc>
              <a:spcBef>
                <a:spcPts val="0"/>
              </a:spcBef>
              <a:spcAft>
                <a:spcPts val="0"/>
              </a:spcAft>
              <a:buSzPts val="4800"/>
              <a:buNone/>
              <a:defRPr sz="4800"/>
            </a:lvl3pPr>
            <a:lvl4pPr lvl="3" rtl="0" algn="ctr">
              <a:lnSpc>
                <a:spcPct val="100000"/>
              </a:lnSpc>
              <a:spcBef>
                <a:spcPts val="0"/>
              </a:spcBef>
              <a:spcAft>
                <a:spcPts val="0"/>
              </a:spcAft>
              <a:buSzPts val="4800"/>
              <a:buNone/>
              <a:defRPr sz="4800"/>
            </a:lvl4pPr>
            <a:lvl5pPr lvl="4" rtl="0" algn="ctr">
              <a:lnSpc>
                <a:spcPct val="100000"/>
              </a:lnSpc>
              <a:spcBef>
                <a:spcPts val="0"/>
              </a:spcBef>
              <a:spcAft>
                <a:spcPts val="0"/>
              </a:spcAft>
              <a:buSzPts val="4800"/>
              <a:buNone/>
              <a:defRPr sz="4800"/>
            </a:lvl5pPr>
            <a:lvl6pPr lvl="5" rtl="0" algn="ctr">
              <a:lnSpc>
                <a:spcPct val="100000"/>
              </a:lnSpc>
              <a:spcBef>
                <a:spcPts val="0"/>
              </a:spcBef>
              <a:spcAft>
                <a:spcPts val="0"/>
              </a:spcAft>
              <a:buSzPts val="4800"/>
              <a:buNone/>
              <a:defRPr sz="4800"/>
            </a:lvl6pPr>
            <a:lvl7pPr lvl="6" rtl="0" algn="ctr">
              <a:lnSpc>
                <a:spcPct val="100000"/>
              </a:lnSpc>
              <a:spcBef>
                <a:spcPts val="0"/>
              </a:spcBef>
              <a:spcAft>
                <a:spcPts val="0"/>
              </a:spcAft>
              <a:buSzPts val="4800"/>
              <a:buNone/>
              <a:defRPr sz="4800"/>
            </a:lvl7pPr>
            <a:lvl8pPr lvl="7" rtl="0" algn="ctr">
              <a:lnSpc>
                <a:spcPct val="100000"/>
              </a:lnSpc>
              <a:spcBef>
                <a:spcPts val="0"/>
              </a:spcBef>
              <a:spcAft>
                <a:spcPts val="0"/>
              </a:spcAft>
              <a:buSzPts val="4800"/>
              <a:buNone/>
              <a:defRPr sz="4800"/>
            </a:lvl8pPr>
            <a:lvl9pPr lvl="8" rtl="0" algn="ctr">
              <a:lnSpc>
                <a:spcPct val="100000"/>
              </a:lnSpc>
              <a:spcBef>
                <a:spcPts val="0"/>
              </a:spcBef>
              <a:spcAft>
                <a:spcPts val="0"/>
              </a:spcAft>
              <a:buSzPts val="4800"/>
              <a:buNone/>
              <a:defRPr sz="4800"/>
            </a:lvl9pPr>
          </a:lstStyle>
          <a:p/>
        </p:txBody>
      </p:sp>
      <p:sp>
        <p:nvSpPr>
          <p:cNvPr id="96" name="Google Shape;96;g2aee030d000_0_9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sp>
        <p:nvSpPr>
          <p:cNvPr id="98" name="Google Shape;98;g2aee030d000_0_96"/>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99" name="Google Shape;99;g2aee030d000_0_96"/>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0" name="Google Shape;100;g2aee030d000_0_96"/>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1" name="Google Shape;101;g2aee030d000_0_9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g2aee030d000_0_10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104" name="Google Shape;104;g2aee030d000_0_10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sp>
        <p:nvSpPr>
          <p:cNvPr id="106" name="Google Shape;106;g2aee030d000_0_104"/>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rtl="0" algn="l">
              <a:lnSpc>
                <a:spcPct val="100000"/>
              </a:lnSpc>
              <a:spcBef>
                <a:spcPts val="0"/>
              </a:spcBef>
              <a:spcAft>
                <a:spcPts val="0"/>
              </a:spcAft>
              <a:buSzPts val="3200"/>
              <a:buNone/>
              <a:defRPr sz="3200"/>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107" name="Google Shape;107;g2aee030d000_0_104"/>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rtl="0" algn="l">
              <a:lnSpc>
                <a:spcPct val="115000"/>
              </a:lnSpc>
              <a:spcBef>
                <a:spcPts val="0"/>
              </a:spcBef>
              <a:spcAft>
                <a:spcPts val="0"/>
              </a:spcAft>
              <a:buSzPts val="1600"/>
              <a:buChar char="●"/>
              <a:defRPr sz="16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8" name="Google Shape;108;g2aee030d000_0_10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9" name="Shape 109"/>
        <p:cNvGrpSpPr/>
        <p:nvPr/>
      </p:nvGrpSpPr>
      <p:grpSpPr>
        <a:xfrm>
          <a:off x="0" y="0"/>
          <a:ext cx="0" cy="0"/>
          <a:chOff x="0" y="0"/>
          <a:chExt cx="0" cy="0"/>
        </a:xfrm>
      </p:grpSpPr>
      <p:sp>
        <p:nvSpPr>
          <p:cNvPr id="110" name="Google Shape;110;g2aee030d000_0_108"/>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rtl="0" algn="l">
              <a:lnSpc>
                <a:spcPct val="100000"/>
              </a:lnSpc>
              <a:spcBef>
                <a:spcPts val="0"/>
              </a:spcBef>
              <a:spcAft>
                <a:spcPts val="0"/>
              </a:spcAft>
              <a:buSzPts val="6400"/>
              <a:buNone/>
              <a:defRPr sz="6400"/>
            </a:lvl1pPr>
            <a:lvl2pPr lvl="1" rtl="0" algn="l">
              <a:lnSpc>
                <a:spcPct val="100000"/>
              </a:lnSpc>
              <a:spcBef>
                <a:spcPts val="0"/>
              </a:spcBef>
              <a:spcAft>
                <a:spcPts val="0"/>
              </a:spcAft>
              <a:buSzPts val="6400"/>
              <a:buNone/>
              <a:defRPr sz="6400"/>
            </a:lvl2pPr>
            <a:lvl3pPr lvl="2" rtl="0" algn="l">
              <a:lnSpc>
                <a:spcPct val="100000"/>
              </a:lnSpc>
              <a:spcBef>
                <a:spcPts val="0"/>
              </a:spcBef>
              <a:spcAft>
                <a:spcPts val="0"/>
              </a:spcAft>
              <a:buSzPts val="6400"/>
              <a:buNone/>
              <a:defRPr sz="6400"/>
            </a:lvl3pPr>
            <a:lvl4pPr lvl="3" rtl="0" algn="l">
              <a:lnSpc>
                <a:spcPct val="100000"/>
              </a:lnSpc>
              <a:spcBef>
                <a:spcPts val="0"/>
              </a:spcBef>
              <a:spcAft>
                <a:spcPts val="0"/>
              </a:spcAft>
              <a:buSzPts val="6400"/>
              <a:buNone/>
              <a:defRPr sz="6400"/>
            </a:lvl4pPr>
            <a:lvl5pPr lvl="4" rtl="0" algn="l">
              <a:lnSpc>
                <a:spcPct val="100000"/>
              </a:lnSpc>
              <a:spcBef>
                <a:spcPts val="0"/>
              </a:spcBef>
              <a:spcAft>
                <a:spcPts val="0"/>
              </a:spcAft>
              <a:buSzPts val="6400"/>
              <a:buNone/>
              <a:defRPr sz="6400"/>
            </a:lvl5pPr>
            <a:lvl6pPr lvl="5" rtl="0" algn="l">
              <a:lnSpc>
                <a:spcPct val="100000"/>
              </a:lnSpc>
              <a:spcBef>
                <a:spcPts val="0"/>
              </a:spcBef>
              <a:spcAft>
                <a:spcPts val="0"/>
              </a:spcAft>
              <a:buSzPts val="6400"/>
              <a:buNone/>
              <a:defRPr sz="6400"/>
            </a:lvl6pPr>
            <a:lvl7pPr lvl="6" rtl="0" algn="l">
              <a:lnSpc>
                <a:spcPct val="100000"/>
              </a:lnSpc>
              <a:spcBef>
                <a:spcPts val="0"/>
              </a:spcBef>
              <a:spcAft>
                <a:spcPts val="0"/>
              </a:spcAft>
              <a:buSzPts val="6400"/>
              <a:buNone/>
              <a:defRPr sz="6400"/>
            </a:lvl7pPr>
            <a:lvl8pPr lvl="7" rtl="0" algn="l">
              <a:lnSpc>
                <a:spcPct val="100000"/>
              </a:lnSpc>
              <a:spcBef>
                <a:spcPts val="0"/>
              </a:spcBef>
              <a:spcAft>
                <a:spcPts val="0"/>
              </a:spcAft>
              <a:buSzPts val="6400"/>
              <a:buNone/>
              <a:defRPr sz="6400"/>
            </a:lvl8pPr>
            <a:lvl9pPr lvl="8" rtl="0" algn="l">
              <a:lnSpc>
                <a:spcPct val="100000"/>
              </a:lnSpc>
              <a:spcBef>
                <a:spcPts val="0"/>
              </a:spcBef>
              <a:spcAft>
                <a:spcPts val="0"/>
              </a:spcAft>
              <a:buSzPts val="6400"/>
              <a:buNone/>
              <a:defRPr sz="6400"/>
            </a:lvl9pPr>
          </a:lstStyle>
          <a:p/>
        </p:txBody>
      </p:sp>
      <p:sp>
        <p:nvSpPr>
          <p:cNvPr id="111" name="Google Shape;111;g2aee030d000_0_10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2" name="Shape 112"/>
        <p:cNvGrpSpPr/>
        <p:nvPr/>
      </p:nvGrpSpPr>
      <p:grpSpPr>
        <a:xfrm>
          <a:off x="0" y="0"/>
          <a:ext cx="0" cy="0"/>
          <a:chOff x="0" y="0"/>
          <a:chExt cx="0" cy="0"/>
        </a:xfrm>
      </p:grpSpPr>
      <p:sp>
        <p:nvSpPr>
          <p:cNvPr id="113" name="Google Shape;113;g2aee030d000_0_111"/>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14" name="Google Shape;114;g2aee030d000_0_111"/>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5600"/>
              <a:buNone/>
              <a:defRPr sz="5600"/>
            </a:lvl1pPr>
            <a:lvl2pPr lvl="1" rtl="0" algn="ctr">
              <a:lnSpc>
                <a:spcPct val="100000"/>
              </a:lnSpc>
              <a:spcBef>
                <a:spcPts val="0"/>
              </a:spcBef>
              <a:spcAft>
                <a:spcPts val="0"/>
              </a:spcAft>
              <a:buSzPts val="5600"/>
              <a:buNone/>
              <a:defRPr sz="5600"/>
            </a:lvl2pPr>
            <a:lvl3pPr lvl="2" rtl="0" algn="ctr">
              <a:lnSpc>
                <a:spcPct val="100000"/>
              </a:lnSpc>
              <a:spcBef>
                <a:spcPts val="0"/>
              </a:spcBef>
              <a:spcAft>
                <a:spcPts val="0"/>
              </a:spcAft>
              <a:buSzPts val="5600"/>
              <a:buNone/>
              <a:defRPr sz="5600"/>
            </a:lvl3pPr>
            <a:lvl4pPr lvl="3" rtl="0" algn="ctr">
              <a:lnSpc>
                <a:spcPct val="100000"/>
              </a:lnSpc>
              <a:spcBef>
                <a:spcPts val="0"/>
              </a:spcBef>
              <a:spcAft>
                <a:spcPts val="0"/>
              </a:spcAft>
              <a:buSzPts val="5600"/>
              <a:buNone/>
              <a:defRPr sz="5600"/>
            </a:lvl4pPr>
            <a:lvl5pPr lvl="4" rtl="0" algn="ctr">
              <a:lnSpc>
                <a:spcPct val="100000"/>
              </a:lnSpc>
              <a:spcBef>
                <a:spcPts val="0"/>
              </a:spcBef>
              <a:spcAft>
                <a:spcPts val="0"/>
              </a:spcAft>
              <a:buSzPts val="5600"/>
              <a:buNone/>
              <a:defRPr sz="5600"/>
            </a:lvl5pPr>
            <a:lvl6pPr lvl="5" rtl="0" algn="ctr">
              <a:lnSpc>
                <a:spcPct val="100000"/>
              </a:lnSpc>
              <a:spcBef>
                <a:spcPts val="0"/>
              </a:spcBef>
              <a:spcAft>
                <a:spcPts val="0"/>
              </a:spcAft>
              <a:buSzPts val="5600"/>
              <a:buNone/>
              <a:defRPr sz="5600"/>
            </a:lvl6pPr>
            <a:lvl7pPr lvl="6" rtl="0" algn="ctr">
              <a:lnSpc>
                <a:spcPct val="100000"/>
              </a:lnSpc>
              <a:spcBef>
                <a:spcPts val="0"/>
              </a:spcBef>
              <a:spcAft>
                <a:spcPts val="0"/>
              </a:spcAft>
              <a:buSzPts val="5600"/>
              <a:buNone/>
              <a:defRPr sz="5600"/>
            </a:lvl7pPr>
            <a:lvl8pPr lvl="7" rtl="0" algn="ctr">
              <a:lnSpc>
                <a:spcPct val="100000"/>
              </a:lnSpc>
              <a:spcBef>
                <a:spcPts val="0"/>
              </a:spcBef>
              <a:spcAft>
                <a:spcPts val="0"/>
              </a:spcAft>
              <a:buSzPts val="5600"/>
              <a:buNone/>
              <a:defRPr sz="5600"/>
            </a:lvl8pPr>
            <a:lvl9pPr lvl="8" rtl="0" algn="ctr">
              <a:lnSpc>
                <a:spcPct val="100000"/>
              </a:lnSpc>
              <a:spcBef>
                <a:spcPts val="0"/>
              </a:spcBef>
              <a:spcAft>
                <a:spcPts val="0"/>
              </a:spcAft>
              <a:buSzPts val="5600"/>
              <a:buNone/>
              <a:defRPr sz="5600"/>
            </a:lvl9pPr>
          </a:lstStyle>
          <a:p/>
        </p:txBody>
      </p:sp>
      <p:sp>
        <p:nvSpPr>
          <p:cNvPr id="115" name="Google Shape;115;g2aee030d000_0_111"/>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6" name="Google Shape;116;g2aee030d000_0_111"/>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rtl="0" algn="l">
              <a:lnSpc>
                <a:spcPct val="115000"/>
              </a:lnSpc>
              <a:spcBef>
                <a:spcPts val="0"/>
              </a:spcBef>
              <a:spcAft>
                <a:spcPts val="0"/>
              </a:spcAft>
              <a:buSzPts val="2400"/>
              <a:buChar char="●"/>
              <a:defRPr/>
            </a:lvl1pPr>
            <a:lvl2pPr indent="-349250" lvl="1" marL="914400" rtl="0" algn="l">
              <a:lnSpc>
                <a:spcPct val="115000"/>
              </a:lnSpc>
              <a:spcBef>
                <a:spcPts val="0"/>
              </a:spcBef>
              <a:spcAft>
                <a:spcPts val="0"/>
              </a:spcAft>
              <a:buSzPts val="1900"/>
              <a:buChar char="○"/>
              <a:defRPr/>
            </a:lvl2pPr>
            <a:lvl3pPr indent="-349250" lvl="2" marL="1371600" rtl="0" algn="l">
              <a:lnSpc>
                <a:spcPct val="115000"/>
              </a:lnSpc>
              <a:spcBef>
                <a:spcPts val="0"/>
              </a:spcBef>
              <a:spcAft>
                <a:spcPts val="0"/>
              </a:spcAft>
              <a:buSzPts val="1900"/>
              <a:buChar char="■"/>
              <a:defRPr/>
            </a:lvl3pPr>
            <a:lvl4pPr indent="-349250" lvl="3" marL="1828800" rtl="0" algn="l">
              <a:lnSpc>
                <a:spcPct val="115000"/>
              </a:lnSpc>
              <a:spcBef>
                <a:spcPts val="0"/>
              </a:spcBef>
              <a:spcAft>
                <a:spcPts val="0"/>
              </a:spcAft>
              <a:buSzPts val="1900"/>
              <a:buChar char="●"/>
              <a:defRPr/>
            </a:lvl4pPr>
            <a:lvl5pPr indent="-349250" lvl="4" marL="2286000" rtl="0" algn="l">
              <a:lnSpc>
                <a:spcPct val="115000"/>
              </a:lnSpc>
              <a:spcBef>
                <a:spcPts val="0"/>
              </a:spcBef>
              <a:spcAft>
                <a:spcPts val="0"/>
              </a:spcAft>
              <a:buSzPts val="1900"/>
              <a:buChar char="○"/>
              <a:defRPr/>
            </a:lvl5pPr>
            <a:lvl6pPr indent="-349250" lvl="5" marL="2743200" rtl="0" algn="l">
              <a:lnSpc>
                <a:spcPct val="115000"/>
              </a:lnSpc>
              <a:spcBef>
                <a:spcPts val="0"/>
              </a:spcBef>
              <a:spcAft>
                <a:spcPts val="0"/>
              </a:spcAft>
              <a:buSzPts val="1900"/>
              <a:buChar char="■"/>
              <a:defRPr/>
            </a:lvl6pPr>
            <a:lvl7pPr indent="-349250" lvl="6" marL="3200400" rtl="0" algn="l">
              <a:lnSpc>
                <a:spcPct val="115000"/>
              </a:lnSpc>
              <a:spcBef>
                <a:spcPts val="0"/>
              </a:spcBef>
              <a:spcAft>
                <a:spcPts val="0"/>
              </a:spcAft>
              <a:buSzPts val="1900"/>
              <a:buChar char="●"/>
              <a:defRPr/>
            </a:lvl7pPr>
            <a:lvl8pPr indent="-349250" lvl="7" marL="3657600" rtl="0" algn="l">
              <a:lnSpc>
                <a:spcPct val="115000"/>
              </a:lnSpc>
              <a:spcBef>
                <a:spcPts val="0"/>
              </a:spcBef>
              <a:spcAft>
                <a:spcPts val="0"/>
              </a:spcAft>
              <a:buSzPts val="1900"/>
              <a:buChar char="○"/>
              <a:defRPr/>
            </a:lvl8pPr>
            <a:lvl9pPr indent="-349250" lvl="8" marL="4114800" rtl="0" algn="l">
              <a:lnSpc>
                <a:spcPct val="115000"/>
              </a:lnSpc>
              <a:spcBef>
                <a:spcPts val="0"/>
              </a:spcBef>
              <a:spcAft>
                <a:spcPts val="0"/>
              </a:spcAft>
              <a:buSzPts val="1900"/>
              <a:buChar char="■"/>
              <a:defRPr/>
            </a:lvl9pPr>
          </a:lstStyle>
          <a:p/>
        </p:txBody>
      </p:sp>
      <p:sp>
        <p:nvSpPr>
          <p:cNvPr id="117" name="Google Shape;117;g2aee030d000_0_11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 name="Shape 118"/>
        <p:cNvGrpSpPr/>
        <p:nvPr/>
      </p:nvGrpSpPr>
      <p:grpSpPr>
        <a:xfrm>
          <a:off x="0" y="0"/>
          <a:ext cx="0" cy="0"/>
          <a:chOff x="0" y="0"/>
          <a:chExt cx="0" cy="0"/>
        </a:xfrm>
      </p:grpSpPr>
      <p:sp>
        <p:nvSpPr>
          <p:cNvPr id="119" name="Google Shape;119;g2aee030d000_0_117"/>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rtl="0" algn="l">
              <a:lnSpc>
                <a:spcPct val="100000"/>
              </a:lnSpc>
              <a:spcBef>
                <a:spcPts val="0"/>
              </a:spcBef>
              <a:spcAft>
                <a:spcPts val="0"/>
              </a:spcAft>
              <a:buSzPts val="2400"/>
              <a:buNone/>
              <a:defRPr/>
            </a:lvl1pPr>
          </a:lstStyle>
          <a:p/>
        </p:txBody>
      </p:sp>
      <p:sp>
        <p:nvSpPr>
          <p:cNvPr id="120" name="Google Shape;120;g2aee030d000_0_11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 name="Shape 121"/>
        <p:cNvGrpSpPr/>
        <p:nvPr/>
      </p:nvGrpSpPr>
      <p:grpSpPr>
        <a:xfrm>
          <a:off x="0" y="0"/>
          <a:ext cx="0" cy="0"/>
          <a:chOff x="0" y="0"/>
          <a:chExt cx="0" cy="0"/>
        </a:xfrm>
      </p:grpSpPr>
      <p:sp>
        <p:nvSpPr>
          <p:cNvPr id="122" name="Google Shape;122;g2aee030d000_0_120"/>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16000"/>
              <a:buNone/>
              <a:defRPr sz="16000"/>
            </a:lvl1pPr>
            <a:lvl2pPr lvl="1" rtl="0" algn="ctr">
              <a:lnSpc>
                <a:spcPct val="100000"/>
              </a:lnSpc>
              <a:spcBef>
                <a:spcPts val="0"/>
              </a:spcBef>
              <a:spcAft>
                <a:spcPts val="0"/>
              </a:spcAft>
              <a:buSzPts val="16000"/>
              <a:buNone/>
              <a:defRPr sz="16000"/>
            </a:lvl2pPr>
            <a:lvl3pPr lvl="2" rtl="0" algn="ctr">
              <a:lnSpc>
                <a:spcPct val="100000"/>
              </a:lnSpc>
              <a:spcBef>
                <a:spcPts val="0"/>
              </a:spcBef>
              <a:spcAft>
                <a:spcPts val="0"/>
              </a:spcAft>
              <a:buSzPts val="16000"/>
              <a:buNone/>
              <a:defRPr sz="16000"/>
            </a:lvl3pPr>
            <a:lvl4pPr lvl="3" rtl="0" algn="ctr">
              <a:lnSpc>
                <a:spcPct val="100000"/>
              </a:lnSpc>
              <a:spcBef>
                <a:spcPts val="0"/>
              </a:spcBef>
              <a:spcAft>
                <a:spcPts val="0"/>
              </a:spcAft>
              <a:buSzPts val="16000"/>
              <a:buNone/>
              <a:defRPr sz="16000"/>
            </a:lvl4pPr>
            <a:lvl5pPr lvl="4" rtl="0" algn="ctr">
              <a:lnSpc>
                <a:spcPct val="100000"/>
              </a:lnSpc>
              <a:spcBef>
                <a:spcPts val="0"/>
              </a:spcBef>
              <a:spcAft>
                <a:spcPts val="0"/>
              </a:spcAft>
              <a:buSzPts val="16000"/>
              <a:buNone/>
              <a:defRPr sz="16000"/>
            </a:lvl5pPr>
            <a:lvl6pPr lvl="5" rtl="0" algn="ctr">
              <a:lnSpc>
                <a:spcPct val="100000"/>
              </a:lnSpc>
              <a:spcBef>
                <a:spcPts val="0"/>
              </a:spcBef>
              <a:spcAft>
                <a:spcPts val="0"/>
              </a:spcAft>
              <a:buSzPts val="16000"/>
              <a:buNone/>
              <a:defRPr sz="16000"/>
            </a:lvl6pPr>
            <a:lvl7pPr lvl="6" rtl="0" algn="ctr">
              <a:lnSpc>
                <a:spcPct val="100000"/>
              </a:lnSpc>
              <a:spcBef>
                <a:spcPts val="0"/>
              </a:spcBef>
              <a:spcAft>
                <a:spcPts val="0"/>
              </a:spcAft>
              <a:buSzPts val="16000"/>
              <a:buNone/>
              <a:defRPr sz="16000"/>
            </a:lvl7pPr>
            <a:lvl8pPr lvl="7" rtl="0" algn="ctr">
              <a:lnSpc>
                <a:spcPct val="100000"/>
              </a:lnSpc>
              <a:spcBef>
                <a:spcPts val="0"/>
              </a:spcBef>
              <a:spcAft>
                <a:spcPts val="0"/>
              </a:spcAft>
              <a:buSzPts val="16000"/>
              <a:buNone/>
              <a:defRPr sz="16000"/>
            </a:lvl8pPr>
            <a:lvl9pPr lvl="8" rtl="0" algn="ctr">
              <a:lnSpc>
                <a:spcPct val="100000"/>
              </a:lnSpc>
              <a:spcBef>
                <a:spcPts val="0"/>
              </a:spcBef>
              <a:spcAft>
                <a:spcPts val="0"/>
              </a:spcAft>
              <a:buSzPts val="16000"/>
              <a:buNone/>
              <a:defRPr sz="16000"/>
            </a:lvl9pPr>
          </a:lstStyle>
          <a:p>
            <a:r>
              <a:t>xx%</a:t>
            </a:r>
          </a:p>
        </p:txBody>
      </p:sp>
      <p:sp>
        <p:nvSpPr>
          <p:cNvPr id="123" name="Google Shape;123;g2aee030d000_0_120"/>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rtl="0" algn="ctr">
              <a:lnSpc>
                <a:spcPct val="115000"/>
              </a:lnSpc>
              <a:spcBef>
                <a:spcPts val="0"/>
              </a:spcBef>
              <a:spcAft>
                <a:spcPts val="0"/>
              </a:spcAft>
              <a:buSzPts val="2400"/>
              <a:buChar char="●"/>
              <a:defRPr/>
            </a:lvl1pPr>
            <a:lvl2pPr indent="-349250" lvl="1" marL="914400" rtl="0" algn="ctr">
              <a:lnSpc>
                <a:spcPct val="115000"/>
              </a:lnSpc>
              <a:spcBef>
                <a:spcPts val="0"/>
              </a:spcBef>
              <a:spcAft>
                <a:spcPts val="0"/>
              </a:spcAft>
              <a:buSzPts val="1900"/>
              <a:buChar char="○"/>
              <a:defRPr/>
            </a:lvl2pPr>
            <a:lvl3pPr indent="-349250" lvl="2" marL="1371600" rtl="0" algn="ctr">
              <a:lnSpc>
                <a:spcPct val="115000"/>
              </a:lnSpc>
              <a:spcBef>
                <a:spcPts val="0"/>
              </a:spcBef>
              <a:spcAft>
                <a:spcPts val="0"/>
              </a:spcAft>
              <a:buSzPts val="1900"/>
              <a:buChar char="■"/>
              <a:defRPr/>
            </a:lvl3pPr>
            <a:lvl4pPr indent="-349250" lvl="3" marL="1828800" rtl="0" algn="ctr">
              <a:lnSpc>
                <a:spcPct val="115000"/>
              </a:lnSpc>
              <a:spcBef>
                <a:spcPts val="0"/>
              </a:spcBef>
              <a:spcAft>
                <a:spcPts val="0"/>
              </a:spcAft>
              <a:buSzPts val="1900"/>
              <a:buChar char="●"/>
              <a:defRPr/>
            </a:lvl4pPr>
            <a:lvl5pPr indent="-349250" lvl="4" marL="2286000" rtl="0" algn="ctr">
              <a:lnSpc>
                <a:spcPct val="115000"/>
              </a:lnSpc>
              <a:spcBef>
                <a:spcPts val="0"/>
              </a:spcBef>
              <a:spcAft>
                <a:spcPts val="0"/>
              </a:spcAft>
              <a:buSzPts val="1900"/>
              <a:buChar char="○"/>
              <a:defRPr/>
            </a:lvl5pPr>
            <a:lvl6pPr indent="-349250" lvl="5" marL="2743200" rtl="0" algn="ctr">
              <a:lnSpc>
                <a:spcPct val="115000"/>
              </a:lnSpc>
              <a:spcBef>
                <a:spcPts val="0"/>
              </a:spcBef>
              <a:spcAft>
                <a:spcPts val="0"/>
              </a:spcAft>
              <a:buSzPts val="1900"/>
              <a:buChar char="■"/>
              <a:defRPr/>
            </a:lvl6pPr>
            <a:lvl7pPr indent="-349250" lvl="6" marL="3200400" rtl="0" algn="ctr">
              <a:lnSpc>
                <a:spcPct val="115000"/>
              </a:lnSpc>
              <a:spcBef>
                <a:spcPts val="0"/>
              </a:spcBef>
              <a:spcAft>
                <a:spcPts val="0"/>
              </a:spcAft>
              <a:buSzPts val="1900"/>
              <a:buChar char="●"/>
              <a:defRPr/>
            </a:lvl7pPr>
            <a:lvl8pPr indent="-349250" lvl="7" marL="3657600" rtl="0" algn="ctr">
              <a:lnSpc>
                <a:spcPct val="115000"/>
              </a:lnSpc>
              <a:spcBef>
                <a:spcPts val="0"/>
              </a:spcBef>
              <a:spcAft>
                <a:spcPts val="0"/>
              </a:spcAft>
              <a:buSzPts val="1900"/>
              <a:buChar char="○"/>
              <a:defRPr/>
            </a:lvl8pPr>
            <a:lvl9pPr indent="-349250" lvl="8" marL="4114800" rtl="0" algn="ctr">
              <a:lnSpc>
                <a:spcPct val="115000"/>
              </a:lnSpc>
              <a:spcBef>
                <a:spcPts val="0"/>
              </a:spcBef>
              <a:spcAft>
                <a:spcPts val="0"/>
              </a:spcAft>
              <a:buSzPts val="1900"/>
              <a:buChar char="■"/>
              <a:defRPr/>
            </a:lvl9pPr>
          </a:lstStyle>
          <a:p/>
        </p:txBody>
      </p:sp>
      <p:sp>
        <p:nvSpPr>
          <p:cNvPr id="124" name="Google Shape;124;g2aee030d000_0_12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g2aee030d000_0_12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3.xml"/><Relationship Id="rId12" Type="http://schemas.openxmlformats.org/officeDocument/2006/relationships/slideLayout" Target="../slideLayouts/slideLayout22.xml"/><Relationship Id="rId1" Type="http://schemas.openxmlformats.org/officeDocument/2006/relationships/image" Target="../media/image7.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80" name="Shape 80"/>
        <p:cNvGrpSpPr/>
        <p:nvPr/>
      </p:nvGrpSpPr>
      <p:grpSpPr>
        <a:xfrm>
          <a:off x="0" y="0"/>
          <a:ext cx="0" cy="0"/>
          <a:chOff x="0" y="0"/>
          <a:chExt cx="0" cy="0"/>
        </a:xfrm>
      </p:grpSpPr>
      <p:sp>
        <p:nvSpPr>
          <p:cNvPr id="81" name="Google Shape;81;g2aee030d000_0_7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82" name="Google Shape;82;g2aee030d000_0_7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83" name="Google Shape;83;g2aee030d000_0_7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jp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hyperlink" Target="https://es.khanacademy.org/" TargetMode="External"/><Relationship Id="rId5" Type="http://schemas.openxmlformats.org/officeDocument/2006/relationships/hyperlink" Target="https://mateslibres.com/" TargetMode="External"/><Relationship Id="rId6" Type="http://schemas.openxmlformats.org/officeDocument/2006/relationships/hyperlink" Target="https://www.cokitos.com/" TargetMode="External"/><Relationship Id="rId7" Type="http://schemas.openxmlformats.org/officeDocument/2006/relationships/hyperlink" Target="http://www.teachy.app" TargetMode="External"/><Relationship Id="rId8"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jp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jp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jp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hyperlink" Target="https://forms.gle/t98Lzy125ktdVaEY8" TargetMode="External"/><Relationship Id="rId4" Type="http://schemas.openxmlformats.org/officeDocument/2006/relationships/image" Target="../media/image6.png"/><Relationship Id="rId5"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3.jpg"/><Relationship Id="rId4" Type="http://schemas.openxmlformats.org/officeDocument/2006/relationships/hyperlink" Target="http://www.youtube.com/watch?v=-pfbyCCMhWA" TargetMode="External"/><Relationship Id="rId5" Type="http://schemas.openxmlformats.org/officeDocument/2006/relationships/image" Target="../media/image8.jpg"/><Relationship Id="rId6"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32" name="Google Shape;132;p1"/>
          <p:cNvPicPr preferRelativeResize="0"/>
          <p:nvPr/>
        </p:nvPicPr>
        <p:blipFill>
          <a:blip r:embed="rId4">
            <a:alphaModFix/>
          </a:blip>
          <a:stretch>
            <a:fillRect/>
          </a:stretch>
        </p:blipFill>
        <p:spPr>
          <a:xfrm>
            <a:off x="11039425" y="5572237"/>
            <a:ext cx="975700" cy="102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343e1ba530_0_0"/>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8" name="Google Shape;138;g3343e1ba530_0_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sp>
        <p:nvSpPr>
          <p:cNvPr id="139" name="Google Shape;139;g3343e1ba530_0_0"/>
          <p:cNvSpPr txBox="1"/>
          <p:nvPr/>
        </p:nvSpPr>
        <p:spPr>
          <a:xfrm>
            <a:off x="786350" y="16733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Propósito</a:t>
            </a:r>
            <a:r>
              <a:rPr b="1" lang="es-ES" sz="1600">
                <a:solidFill>
                  <a:schemeClr val="dk1"/>
                </a:solidFill>
                <a:latin typeface="Poppins"/>
                <a:ea typeface="Poppins"/>
                <a:cs typeface="Poppins"/>
                <a:sym typeface="Poppins"/>
              </a:rPr>
              <a:t>:</a:t>
            </a:r>
            <a:r>
              <a:rPr lang="es-ES" sz="1600">
                <a:solidFill>
                  <a:schemeClr val="dk1"/>
                </a:solidFill>
                <a:latin typeface="Poppins Light"/>
                <a:ea typeface="Poppins Light"/>
                <a:cs typeface="Poppins Light"/>
                <a:sym typeface="Poppins Light"/>
              </a:rPr>
              <a:t> </a:t>
            </a:r>
            <a:r>
              <a:rPr lang="es-ES" sz="1600">
                <a:solidFill>
                  <a:schemeClr val="dk1"/>
                </a:solidFill>
                <a:latin typeface="Poppins Light"/>
                <a:ea typeface="Poppins Light"/>
                <a:cs typeface="Poppins Light"/>
                <a:sym typeface="Poppins Light"/>
              </a:rPr>
              <a:t>Practicar la habilidad de restar números de tres dígitos sin decenas ni unidades con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Clr>
                <a:schemeClr val="dk1"/>
              </a:buClr>
              <a:buSzPts val="1100"/>
              <a:buFont typeface="Arial"/>
              <a:buNone/>
            </a:pPr>
            <a:r>
              <a:rPr lang="es-ES" sz="1600">
                <a:solidFill>
                  <a:schemeClr val="dk1"/>
                </a:solidFill>
                <a:latin typeface="Poppins Light"/>
                <a:ea typeface="Poppins Light"/>
                <a:cs typeface="Poppins Light"/>
                <a:sym typeface="Poppins Light"/>
              </a:rPr>
              <a:t>desagrupación, aplicando el procedimiento aprendido en variados ejercicios.</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0" name="Google Shape;140;g3343e1ba530_0_0"/>
          <p:cNvSpPr txBox="1"/>
          <p:nvPr/>
        </p:nvSpPr>
        <p:spPr>
          <a:xfrm>
            <a:off x="1158250" y="3097300"/>
            <a:ext cx="4698900" cy="33615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Objetivos de la Clase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5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Realizar ejercicios de restas con desagrupación para números de tres dígitos sin decenas ni unidades.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1" name="Google Shape;141;g3343e1ba530_0_0"/>
          <p:cNvSpPr txBox="1"/>
          <p:nvPr/>
        </p:nvSpPr>
        <p:spPr>
          <a:xfrm>
            <a:off x="6376050" y="3097175"/>
            <a:ext cx="4698900" cy="33615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Conceptos Clave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Resta sin decenas ni unidades.</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2" name="Google Shape;142;g3343e1ba530_0_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pic>
        <p:nvPicPr>
          <p:cNvPr id="143" name="Google Shape;143;g3343e1ba530_0_0"/>
          <p:cNvPicPr preferRelativeResize="0"/>
          <p:nvPr/>
        </p:nvPicPr>
        <p:blipFill>
          <a:blip r:embed="rId3">
            <a:alphaModFix/>
          </a:blip>
          <a:stretch>
            <a:fillRect/>
          </a:stretch>
        </p:blipFill>
        <p:spPr>
          <a:xfrm>
            <a:off x="10879500" y="277737"/>
            <a:ext cx="975700" cy="1029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343e1ba530_0_10"/>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9" name="Google Shape;149;g3343e1ba530_0_10"/>
          <p:cNvSpPr txBox="1"/>
          <p:nvPr/>
        </p:nvSpPr>
        <p:spPr>
          <a:xfrm>
            <a:off x="938750" y="2131575"/>
            <a:ext cx="10402500" cy="113904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En esta sesión realizarás distintos problemas de restas con desagrupación para números sin decenas ni unidades. Por eso, al igual que las otras sesiones de ejercitación, te recomendamos lo siguiente:</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 </a:t>
            </a:r>
            <a:r>
              <a:rPr b="1" lang="es-ES">
                <a:latin typeface="Poppins"/>
                <a:ea typeface="Poppins"/>
                <a:cs typeface="Poppins"/>
                <a:sym typeface="Poppins"/>
              </a:rPr>
              <a:t>Revisa con antelación la presentación</a:t>
            </a:r>
            <a:r>
              <a:rPr lang="es-ES">
                <a:latin typeface="Poppins"/>
                <a:ea typeface="Poppins"/>
                <a:cs typeface="Poppins"/>
                <a:sym typeface="Poppins"/>
              </a:rPr>
              <a:t> para saber cómo enfrentar los problemas propuestos y así explicarlos de la mejor forma, anticipando posibles errores que tu estudiante pueda presentar.</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 Al terminar los ejercicios, </a:t>
            </a:r>
            <a:r>
              <a:rPr b="1" lang="es-ES">
                <a:latin typeface="Poppins"/>
                <a:ea typeface="Poppins"/>
                <a:cs typeface="Poppins"/>
                <a:sym typeface="Poppins"/>
              </a:rPr>
              <a:t>pregúntale a tu estudiante si presenta mayor dificultad restando con algún dígito en particular</a:t>
            </a:r>
            <a:r>
              <a:rPr lang="es-ES">
                <a:latin typeface="Poppins"/>
                <a:ea typeface="Poppins"/>
                <a:cs typeface="Poppins"/>
                <a:sym typeface="Poppins"/>
              </a:rPr>
              <a:t>. Si es el caso, crea problemas que le ayuden a salir de su duda.</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 Si bien puede ser difícil para los números que son más grandes, de todas formas es muy valioso </a:t>
            </a:r>
            <a:r>
              <a:rPr b="1" lang="es-ES">
                <a:latin typeface="Poppins"/>
                <a:ea typeface="Poppins"/>
                <a:cs typeface="Poppins"/>
                <a:sym typeface="Poppins"/>
              </a:rPr>
              <a:t>traer bloques u otro tipo de elemento</a:t>
            </a:r>
            <a:r>
              <a:rPr lang="es-ES">
                <a:latin typeface="Poppins"/>
                <a:ea typeface="Poppins"/>
                <a:cs typeface="Poppins"/>
                <a:sym typeface="Poppins"/>
              </a:rPr>
              <a:t> para poder mostrarle en vivo ejemplos de cómo se ve la resta con desagrupación.</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Al estar a punto de terminar las sesiones, asegúrate que no presente dudas tu estudiante. </a:t>
            </a:r>
            <a:r>
              <a:rPr b="1" lang="es-ES">
                <a:latin typeface="Poppins"/>
                <a:ea typeface="Poppins"/>
                <a:cs typeface="Poppins"/>
                <a:sym typeface="Poppins"/>
              </a:rPr>
              <a:t>Es mejor revisar menos ejercicios si eso le permitirá tener todo claro.</a:t>
            </a:r>
            <a:endParaRPr b="1">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b="1">
              <a:latin typeface="Poppins"/>
              <a:ea typeface="Poppins"/>
              <a:cs typeface="Poppins"/>
              <a:sym typeface="Poppins"/>
            </a:endParaRPr>
          </a:p>
          <a:p>
            <a:pPr indent="0" lvl="0" marL="0" rtl="0" algn="just">
              <a:lnSpc>
                <a:spcPct val="150000"/>
              </a:lnSpc>
              <a:spcBef>
                <a:spcPts val="0"/>
              </a:spcBef>
              <a:spcAft>
                <a:spcPts val="0"/>
              </a:spcAft>
              <a:buNone/>
            </a:pPr>
            <a:r>
              <a:t/>
            </a:r>
            <a:endParaRPr i="1">
              <a:latin typeface="Poppins"/>
              <a:ea typeface="Poppins"/>
              <a:cs typeface="Poppins"/>
              <a:sym typeface="Poppins"/>
            </a:endParaRPr>
          </a:p>
        </p:txBody>
      </p:sp>
      <p:sp>
        <p:nvSpPr>
          <p:cNvPr id="150" name="Google Shape;150;g3343e1ba530_0_1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1" name="Google Shape;151;g3343e1ba530_0_10"/>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2" name="Google Shape;152;g3343e1ba530_0_1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pic>
        <p:nvPicPr>
          <p:cNvPr id="153" name="Google Shape;153;g3343e1ba530_0_10"/>
          <p:cNvPicPr preferRelativeResize="0"/>
          <p:nvPr/>
        </p:nvPicPr>
        <p:blipFill>
          <a:blip r:embed="rId3">
            <a:alphaModFix/>
          </a:blip>
          <a:stretch>
            <a:fillRect/>
          </a:stretch>
        </p:blipFill>
        <p:spPr>
          <a:xfrm>
            <a:off x="10879500" y="277737"/>
            <a:ext cx="975700" cy="1029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343e1ba530_0_28"/>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9" name="Google Shape;159;g3343e1ba530_0_28"/>
          <p:cNvSpPr txBox="1"/>
          <p:nvPr/>
        </p:nvSpPr>
        <p:spPr>
          <a:xfrm>
            <a:off x="380275" y="162495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Para Complementar</a:t>
            </a:r>
            <a:endParaRPr b="1" sz="2000">
              <a:solidFill>
                <a:srgbClr val="3259A4"/>
              </a:solidFill>
              <a:latin typeface="Poppins"/>
              <a:ea typeface="Poppins"/>
              <a:cs typeface="Poppins"/>
              <a:sym typeface="Poppins"/>
            </a:endParaRPr>
          </a:p>
          <a:p>
            <a:pPr indent="0" lvl="0" marL="0" rtl="0" algn="l">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Pídele a tu estudiante que identifique aquellos problemas que presentó a lo largo de las sesiones y cómo ahora ha sido capaz de superarlos. Con ello refuerza su capacidad de aprendizaje gracias al esfuerzo que ha puesto semana a semana.</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60" name="Google Shape;160;g3343e1ba530_0_28"/>
          <p:cNvSpPr txBox="1"/>
          <p:nvPr/>
        </p:nvSpPr>
        <p:spPr>
          <a:xfrm>
            <a:off x="380275" y="4058725"/>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Preguntas de Cierre</a:t>
            </a:r>
            <a:endParaRPr b="1" sz="2000">
              <a:solidFill>
                <a:srgbClr val="3259A4"/>
              </a:solidFill>
              <a:latin typeface="Poppins"/>
              <a:ea typeface="Poppins"/>
              <a:cs typeface="Poppins"/>
              <a:sym typeface="Poppins"/>
            </a:endParaRPr>
          </a:p>
          <a:p>
            <a:pPr indent="0" lvl="0" marL="0" rtl="0" algn="l">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¿Qué nuevos desafíos te ha traído este tipo de restas?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¿Qué es lo que mejor has aprendido de todo este proceso?</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61" name="Google Shape;161;g3343e1ba530_0_28"/>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2" name="Google Shape;162;g3343e1ba530_0_28"/>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pic>
        <p:nvPicPr>
          <p:cNvPr id="163" name="Google Shape;163;g3343e1ba530_0_28"/>
          <p:cNvPicPr preferRelativeResize="0"/>
          <p:nvPr/>
        </p:nvPicPr>
        <p:blipFill>
          <a:blip r:embed="rId3">
            <a:alphaModFix/>
          </a:blip>
          <a:stretch>
            <a:fillRect/>
          </a:stretch>
        </p:blipFill>
        <p:spPr>
          <a:xfrm>
            <a:off x="10879500" y="277737"/>
            <a:ext cx="975700" cy="1029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p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69" name="Google Shape;169;p2"/>
          <p:cNvPicPr preferRelativeResize="0"/>
          <p:nvPr/>
        </p:nvPicPr>
        <p:blipFill>
          <a:blip r:embed="rId4">
            <a:alphaModFix/>
          </a:blip>
          <a:stretch>
            <a:fillRect/>
          </a:stretch>
        </p:blipFill>
        <p:spPr>
          <a:xfrm>
            <a:off x="11021650" y="5216937"/>
            <a:ext cx="975700" cy="102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31a1408adb_0_8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75" name="Google Shape;175;g331a1408adb_0_83"/>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descr="Forma&#10;&#10;Descripción generada automáticamente con confianza media" id="176" name="Google Shape;176;g331a1408adb_0_83"/>
          <p:cNvPicPr preferRelativeResize="0"/>
          <p:nvPr>
            <p:ph idx="1" type="body"/>
          </p:nvPr>
        </p:nvPicPr>
        <p:blipFill rotWithShape="1">
          <a:blip r:embed="rId3">
            <a:alphaModFix/>
          </a:blip>
          <a:srcRect b="0" l="0" r="0" t="0"/>
          <a:stretch/>
        </p:blipFill>
        <p:spPr>
          <a:xfrm>
            <a:off x="78750" y="0"/>
            <a:ext cx="12113100" cy="6966600"/>
          </a:xfrm>
          <a:prstGeom prst="rect">
            <a:avLst/>
          </a:prstGeom>
          <a:noFill/>
          <a:ln>
            <a:noFill/>
          </a:ln>
        </p:spPr>
      </p:pic>
      <p:sp>
        <p:nvSpPr>
          <p:cNvPr id="177" name="Google Shape;177;g331a1408adb_0_83"/>
          <p:cNvSpPr txBox="1"/>
          <p:nvPr/>
        </p:nvSpPr>
        <p:spPr>
          <a:xfrm>
            <a:off x="1308900" y="528175"/>
            <a:ext cx="95742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3200">
                <a:solidFill>
                  <a:schemeClr val="lt1"/>
                </a:solidFill>
                <a:highlight>
                  <a:srgbClr val="009287"/>
                </a:highlight>
                <a:latin typeface="Patrick Hand"/>
                <a:ea typeface="Patrick Hand"/>
                <a:cs typeface="Patrick Hand"/>
                <a:sym typeface="Patrick Hand"/>
              </a:rPr>
              <a:t> Algunas recomendaciones </a:t>
            </a:r>
            <a:endParaRPr/>
          </a:p>
        </p:txBody>
      </p:sp>
      <p:sp>
        <p:nvSpPr>
          <p:cNvPr id="178" name="Google Shape;178;g331a1408adb_0_83"/>
          <p:cNvSpPr txBox="1"/>
          <p:nvPr/>
        </p:nvSpPr>
        <p:spPr>
          <a:xfrm>
            <a:off x="1025025" y="1205275"/>
            <a:ext cx="10515600" cy="4001700"/>
          </a:xfrm>
          <a:prstGeom prst="rect">
            <a:avLst/>
          </a:prstGeom>
          <a:noFill/>
          <a:ln>
            <a:noFill/>
          </a:ln>
        </p:spPr>
        <p:txBody>
          <a:bodyPr anchorCtr="0" anchor="t" bIns="91425" lIns="91425" spcFirstLastPara="1" rIns="91425" wrap="square" tIns="91425">
            <a:spAutoFit/>
          </a:bodyPr>
          <a:lstStyle/>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Antes de comenzar recuerda revisar el Planificador de Tutorías que se encuentra en las diapositivas previas. Este planificador te permite organizar el contenido de esta ruta para guiar el desarrollo de cada sesión.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Ejercicios: Si quieres obtener más ejercicios para practicar con tu alumno te recomendamos las siguientes páginas web: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Khan Academy : </a:t>
            </a:r>
            <a:r>
              <a:rPr lang="es-ES" sz="1300" u="sng">
                <a:solidFill>
                  <a:srgbClr val="0097A7"/>
                </a:solidFill>
                <a:latin typeface="Poppins"/>
                <a:ea typeface="Poppins"/>
                <a:cs typeface="Poppins"/>
                <a:sym typeface="Poppins"/>
                <a:hlinkClick r:id="rId4">
                  <a:extLst>
                    <a:ext uri="{A12FA001-AC4F-418D-AE19-62706E023703}">
                      <ahyp:hlinkClr val="tx"/>
                    </a:ext>
                  </a:extLst>
                </a:hlinkClick>
              </a:rPr>
              <a:t>https://es.khanacademy.org/</a:t>
            </a:r>
            <a:r>
              <a:rPr lang="es-ES" sz="1300">
                <a:solidFill>
                  <a:schemeClr val="dk1"/>
                </a:solidFill>
                <a:latin typeface="Poppins"/>
                <a:ea typeface="Poppins"/>
                <a:cs typeface="Poppins"/>
                <a:sym typeface="Poppins"/>
              </a:rPr>
              <a:t> : Pagina gratuita. Es una página fácil de manejar y de buscar. Contiene numerosos ejercicios, videos y evaluaciones.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Matematicas libre: </a:t>
            </a:r>
            <a:r>
              <a:rPr lang="es-ES" sz="1300" u="sng">
                <a:solidFill>
                  <a:srgbClr val="0097A7"/>
                </a:solidFill>
                <a:latin typeface="Poppins"/>
                <a:ea typeface="Poppins"/>
                <a:cs typeface="Poppins"/>
                <a:sym typeface="Poppins"/>
                <a:hlinkClick r:id="rId5">
                  <a:extLst>
                    <a:ext uri="{A12FA001-AC4F-418D-AE19-62706E023703}">
                      <ahyp:hlinkClr val="tx"/>
                    </a:ext>
                  </a:extLst>
                </a:hlinkClick>
              </a:rPr>
              <a:t>https://mateslibres.com/</a:t>
            </a:r>
            <a:r>
              <a:rPr lang="es-ES" sz="1300">
                <a:solidFill>
                  <a:schemeClr val="dk1"/>
                </a:solidFill>
                <a:latin typeface="Poppins"/>
                <a:ea typeface="Poppins"/>
                <a:cs typeface="Poppins"/>
                <a:sym typeface="Poppins"/>
              </a:rPr>
              <a:t> : Pagina gratuita , con ejercicios variados.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ES" sz="1300">
                <a:solidFill>
                  <a:schemeClr val="dk1"/>
                </a:solidFill>
                <a:latin typeface="Poppins"/>
                <a:ea typeface="Poppins"/>
                <a:cs typeface="Poppins"/>
                <a:sym typeface="Poppins"/>
              </a:rPr>
              <a:t>Cokitos:  </a:t>
            </a:r>
            <a:r>
              <a:rPr lang="es-ES" sz="1300" u="sng">
                <a:solidFill>
                  <a:srgbClr val="0097A7"/>
                </a:solidFill>
                <a:latin typeface="Poppins"/>
                <a:ea typeface="Poppins"/>
                <a:cs typeface="Poppins"/>
                <a:sym typeface="Poppins"/>
                <a:hlinkClick r:id="rId6">
                  <a:extLst>
                    <a:ext uri="{A12FA001-AC4F-418D-AE19-62706E023703}">
                      <ahyp:hlinkClr val="tx"/>
                    </a:ext>
                  </a:extLst>
                </a:hlinkClick>
              </a:rPr>
              <a:t>https://www.cokitos.com/</a:t>
            </a:r>
            <a:r>
              <a:rPr lang="es-ES" sz="1300">
                <a:solidFill>
                  <a:schemeClr val="dk1"/>
                </a:solidFill>
                <a:latin typeface="Poppins"/>
                <a:ea typeface="Poppins"/>
                <a:cs typeface="Poppins"/>
                <a:sym typeface="Poppins"/>
              </a:rPr>
              <a:t> : Página con juegos educativos. Orientación a diversos contenidos, pero muy útil en matemáticas. No requiere inscribirse. Abundante publicidad.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Font typeface="Poppins"/>
              <a:buChar char="-"/>
            </a:pPr>
            <a:r>
              <a:rPr lang="es-ES" sz="1300">
                <a:solidFill>
                  <a:schemeClr val="dk1"/>
                </a:solidFill>
                <a:latin typeface="Poppins"/>
                <a:ea typeface="Poppins"/>
                <a:cs typeface="Poppins"/>
                <a:sym typeface="Poppins"/>
              </a:rPr>
              <a:t>Teachy: </a:t>
            </a:r>
            <a:r>
              <a:rPr lang="es-ES" sz="1300" u="sng">
                <a:solidFill>
                  <a:srgbClr val="0097A7"/>
                </a:solidFill>
                <a:latin typeface="Poppins"/>
                <a:ea typeface="Poppins"/>
                <a:cs typeface="Poppins"/>
                <a:sym typeface="Poppins"/>
                <a:hlinkClick r:id="rId7">
                  <a:extLst>
                    <a:ext uri="{A12FA001-AC4F-418D-AE19-62706E023703}">
                      <ahyp:hlinkClr val="tx"/>
                    </a:ext>
                  </a:extLst>
                </a:hlinkClick>
              </a:rPr>
              <a:t>www.Teachy.app</a:t>
            </a:r>
            <a:r>
              <a:rPr lang="es-ES" sz="1300">
                <a:solidFill>
                  <a:schemeClr val="dk1"/>
                </a:solidFill>
                <a:latin typeface="Poppins"/>
                <a:ea typeface="Poppins"/>
                <a:cs typeface="Poppins"/>
                <a:sym typeface="Poppins"/>
              </a:rPr>
              <a:t> : Pagina de inteligencia artificial, muy buena para crear ejercicios y juegos. Requiere inscribirse. En la opción herramientas de IA encontrarás variado contenido para crear y utilizar en tu sesión.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0"/>
              </a:spcAft>
              <a:buNone/>
            </a:pPr>
            <a:r>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800"/>
              </a:spcAft>
              <a:buNone/>
            </a:pPr>
            <a:r>
              <a:rPr b="1" lang="es-ES" sz="1300">
                <a:solidFill>
                  <a:schemeClr val="dk1"/>
                </a:solidFill>
                <a:latin typeface="Poppins"/>
                <a:ea typeface="Poppins"/>
                <a:cs typeface="Poppins"/>
                <a:sym typeface="Poppins"/>
              </a:rPr>
              <a:t>Importante: </a:t>
            </a:r>
            <a:r>
              <a:rPr lang="es-ES" sz="1300">
                <a:solidFill>
                  <a:schemeClr val="dk1"/>
                </a:solidFill>
                <a:latin typeface="Poppins"/>
                <a:ea typeface="Poppins"/>
                <a:cs typeface="Poppins"/>
                <a:sym typeface="Poppins"/>
              </a:rPr>
              <a:t>Te recomendamos  mirar estas páginas antes de la tutoría, para que puedas buscar y familiarizarte con la página web.</a:t>
            </a:r>
            <a:endParaRPr/>
          </a:p>
        </p:txBody>
      </p:sp>
      <p:pic>
        <p:nvPicPr>
          <p:cNvPr id="179" name="Google Shape;179;g331a1408adb_0_83"/>
          <p:cNvPicPr preferRelativeResize="0"/>
          <p:nvPr/>
        </p:nvPicPr>
        <p:blipFill>
          <a:blip r:embed="rId8">
            <a:alphaModFix/>
          </a:blip>
          <a:stretch>
            <a:fillRect/>
          </a:stretch>
        </p:blipFill>
        <p:spPr>
          <a:xfrm>
            <a:off x="11021650" y="5216937"/>
            <a:ext cx="975700" cy="1029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23bcd063adf_0_38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185" name="Google Shape;185;g23bcd063adf_0_38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186" name="Google Shape;186;g23bcd063adf_0_386"/>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187" name="Google Shape;187;g23bcd063adf_0_386"/>
          <p:cNvSpPr txBox="1"/>
          <p:nvPr/>
        </p:nvSpPr>
        <p:spPr>
          <a:xfrm>
            <a:off x="90425" y="319975"/>
            <a:ext cx="108027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1" i="0" lang="es-ES" sz="3500" u="none" cap="none" strike="noStrike">
                <a:solidFill>
                  <a:schemeClr val="dk1"/>
                </a:solidFill>
                <a:latin typeface="Patrick Hand"/>
                <a:ea typeface="Patrick Hand"/>
                <a:cs typeface="Patrick Hand"/>
                <a:sym typeface="Patrick Hand"/>
              </a:rPr>
              <a:t>Recordemos los pasos para restar:</a:t>
            </a:r>
            <a:endParaRPr b="1" i="0" sz="1900" u="none" cap="none" strike="noStrike">
              <a:solidFill>
                <a:srgbClr val="000000"/>
              </a:solidFill>
              <a:latin typeface="Arial"/>
              <a:ea typeface="Arial"/>
              <a:cs typeface="Arial"/>
              <a:sym typeface="Arial"/>
            </a:endParaRPr>
          </a:p>
        </p:txBody>
      </p:sp>
      <p:sp>
        <p:nvSpPr>
          <p:cNvPr id="188" name="Google Shape;188;g23bcd063adf_0_386"/>
          <p:cNvSpPr txBox="1"/>
          <p:nvPr/>
        </p:nvSpPr>
        <p:spPr>
          <a:xfrm>
            <a:off x="4087625" y="2599475"/>
            <a:ext cx="7638600" cy="10773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Comienzo restando las U. En este caso 2 - 4. No puedo restarlo por lo tanto tendré que desagrupar una decena. </a:t>
            </a:r>
            <a:endParaRPr b="0" i="0" sz="2900" u="none" cap="none" strike="noStrike">
              <a:solidFill>
                <a:schemeClr val="dk1"/>
              </a:solidFill>
              <a:latin typeface="Patrick Hand"/>
              <a:ea typeface="Patrick Hand"/>
              <a:cs typeface="Patrick Hand"/>
              <a:sym typeface="Patrick Hand"/>
            </a:endParaRPr>
          </a:p>
        </p:txBody>
      </p:sp>
      <p:sp>
        <p:nvSpPr>
          <p:cNvPr id="189" name="Google Shape;189;g23bcd063adf_0_386"/>
          <p:cNvSpPr txBox="1"/>
          <p:nvPr/>
        </p:nvSpPr>
        <p:spPr>
          <a:xfrm>
            <a:off x="4011425" y="2489825"/>
            <a:ext cx="8100300" cy="15237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Al desagrupar la decena, las unidades del primer sumando se transformaron en 12 ( 1 d + 2 u= 12 u) y las D en 2 (desagrupamos una)</a:t>
            </a:r>
            <a:endParaRPr b="0" i="0" sz="2900" u="none" cap="none" strike="noStrike">
              <a:solidFill>
                <a:schemeClr val="dk1"/>
              </a:solidFill>
              <a:latin typeface="Patrick Hand"/>
              <a:ea typeface="Patrick Hand"/>
              <a:cs typeface="Patrick Hand"/>
              <a:sym typeface="Patrick Hand"/>
            </a:endParaRPr>
          </a:p>
        </p:txBody>
      </p:sp>
      <p:sp>
        <p:nvSpPr>
          <p:cNvPr id="190" name="Google Shape;190;g23bcd063adf_0_386"/>
          <p:cNvSpPr txBox="1"/>
          <p:nvPr/>
        </p:nvSpPr>
        <p:spPr>
          <a:xfrm>
            <a:off x="4012475" y="2822513"/>
            <a:ext cx="7788900" cy="6312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Resto las unidades 12- 4 = 8. Escribo 8 bajo las unidades.</a:t>
            </a:r>
            <a:endParaRPr b="0" i="0" sz="2900" u="none" cap="none" strike="noStrike">
              <a:solidFill>
                <a:schemeClr val="dk1"/>
              </a:solidFill>
              <a:latin typeface="Patrick Hand"/>
              <a:ea typeface="Patrick Hand"/>
              <a:cs typeface="Patrick Hand"/>
              <a:sym typeface="Patrick Hand"/>
            </a:endParaRPr>
          </a:p>
        </p:txBody>
      </p:sp>
      <p:cxnSp>
        <p:nvCxnSpPr>
          <p:cNvPr id="191" name="Google Shape;191;g23bcd063adf_0_386"/>
          <p:cNvCxnSpPr/>
          <p:nvPr/>
        </p:nvCxnSpPr>
        <p:spPr>
          <a:xfrm>
            <a:off x="1441525" y="4169575"/>
            <a:ext cx="1401300" cy="6000"/>
          </a:xfrm>
          <a:prstGeom prst="straightConnector1">
            <a:avLst/>
          </a:prstGeom>
          <a:noFill/>
          <a:ln cap="flat" cmpd="sng" w="9525">
            <a:solidFill>
              <a:schemeClr val="dk1"/>
            </a:solidFill>
            <a:prstDash val="solid"/>
            <a:round/>
            <a:headEnd len="sm" w="sm" type="none"/>
            <a:tailEnd len="sm" w="sm" type="none"/>
          </a:ln>
        </p:spPr>
      </p:cxnSp>
      <p:sp>
        <p:nvSpPr>
          <p:cNvPr id="192" name="Google Shape;192;g23bcd063adf_0_386"/>
          <p:cNvSpPr txBox="1"/>
          <p:nvPr/>
        </p:nvSpPr>
        <p:spPr>
          <a:xfrm>
            <a:off x="1001600" y="1690825"/>
            <a:ext cx="2245800" cy="3263100"/>
          </a:xfrm>
          <a:prstGeom prst="rect">
            <a:avLst/>
          </a:prstGeom>
          <a:noFill/>
          <a:ln cap="flat" cmpd="sng" w="19050">
            <a:solidFill>
              <a:srgbClr val="009287"/>
            </a:solidFill>
            <a:prstDash val="solid"/>
            <a:round/>
            <a:headEnd len="sm" w="sm" type="none"/>
            <a:tailEnd len="sm" w="sm" type="none"/>
          </a:ln>
        </p:spPr>
        <p:txBody>
          <a:bodyPr anchorCtr="0" anchor="t" bIns="91425" lIns="91425" spcFirstLastPara="1" rIns="91425" wrap="square" tIns="91425">
            <a:spAutoFit/>
          </a:bodyPr>
          <a:lstStyle/>
          <a:p>
            <a:pPr indent="45720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a:t>
            </a:r>
            <a:endParaRPr b="0" i="0" sz="40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5 3 2</a:t>
            </a:r>
            <a:endParaRPr b="0" i="0" sz="4000" u="none" cap="none" strike="noStrike">
              <a:solidFill>
                <a:schemeClr val="dk1"/>
              </a:solidFill>
              <a:latin typeface="Patrick Hand"/>
              <a:ea typeface="Patrick Hand"/>
              <a:cs typeface="Patrick Hand"/>
              <a:sym typeface="Patrick Hand"/>
            </a:endParaRPr>
          </a:p>
          <a:p>
            <a:pPr indent="-457200" lvl="0" marL="457200" marR="0" rtl="0" algn="l">
              <a:lnSpc>
                <a:spcPct val="100000"/>
              </a:lnSpc>
              <a:spcBef>
                <a:spcPts val="0"/>
              </a:spcBef>
              <a:spcAft>
                <a:spcPts val="0"/>
              </a:spcAft>
              <a:buClr>
                <a:schemeClr val="dk1"/>
              </a:buClr>
              <a:buSzPts val="4000"/>
              <a:buFont typeface="Patrick Hand"/>
              <a:buChar char="-"/>
            </a:pPr>
            <a:r>
              <a:rPr b="0" i="0" lang="es-ES" sz="4000" u="none" cap="none" strike="noStrike">
                <a:solidFill>
                  <a:schemeClr val="dk1"/>
                </a:solidFill>
                <a:latin typeface="Patrick Hand"/>
                <a:ea typeface="Patrick Hand"/>
                <a:cs typeface="Patrick Hand"/>
                <a:sym typeface="Patrick Hand"/>
              </a:rPr>
              <a:t> 2 7 4</a:t>
            </a:r>
            <a:endParaRPr b="0" i="0" sz="4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a:t>
            </a:r>
            <a:endParaRPr b="0" i="0" sz="4000" u="none" cap="none" strike="noStrike">
              <a:solidFill>
                <a:schemeClr val="dk1"/>
              </a:solidFill>
              <a:latin typeface="Patrick Hand"/>
              <a:ea typeface="Patrick Hand"/>
              <a:cs typeface="Patrick Hand"/>
              <a:sym typeface="Patrick Hand"/>
            </a:endParaRPr>
          </a:p>
        </p:txBody>
      </p:sp>
      <p:sp>
        <p:nvSpPr>
          <p:cNvPr id="193" name="Google Shape;193;g23bcd063adf_0_386"/>
          <p:cNvSpPr txBox="1"/>
          <p:nvPr/>
        </p:nvSpPr>
        <p:spPr>
          <a:xfrm>
            <a:off x="4179275" y="3403175"/>
            <a:ext cx="7917000" cy="10773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Resto las D 2- 7. No se puede, por lo que debo desagrupar 1 C. Quedandome 12 en las D y 4 en las C.</a:t>
            </a:r>
            <a:endParaRPr b="0" i="0" sz="2900" u="none" cap="none" strike="noStrike">
              <a:solidFill>
                <a:schemeClr val="dk1"/>
              </a:solidFill>
              <a:latin typeface="Patrick Hand"/>
              <a:ea typeface="Patrick Hand"/>
              <a:cs typeface="Patrick Hand"/>
              <a:sym typeface="Patrick Hand"/>
            </a:endParaRPr>
          </a:p>
        </p:txBody>
      </p:sp>
      <p:sp>
        <p:nvSpPr>
          <p:cNvPr id="194" name="Google Shape;194;g23bcd063adf_0_386"/>
          <p:cNvSpPr/>
          <p:nvPr/>
        </p:nvSpPr>
        <p:spPr>
          <a:xfrm>
            <a:off x="2279300" y="2599475"/>
            <a:ext cx="462000" cy="4263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12</a:t>
            </a:r>
            <a:endParaRPr b="0" i="0" sz="2500" u="none" cap="none" strike="noStrike">
              <a:solidFill>
                <a:srgbClr val="000000"/>
              </a:solidFill>
              <a:latin typeface="Patrick Hand"/>
              <a:ea typeface="Patrick Hand"/>
              <a:cs typeface="Patrick Hand"/>
              <a:sym typeface="Patrick Hand"/>
            </a:endParaRPr>
          </a:p>
        </p:txBody>
      </p:sp>
      <p:sp>
        <p:nvSpPr>
          <p:cNvPr id="195" name="Google Shape;195;g23bcd063adf_0_386"/>
          <p:cNvSpPr/>
          <p:nvPr/>
        </p:nvSpPr>
        <p:spPr>
          <a:xfrm>
            <a:off x="1822100" y="2599475"/>
            <a:ext cx="462000" cy="4263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2</a:t>
            </a:r>
            <a:endParaRPr b="0" i="0" sz="2500" u="none" cap="none" strike="noStrike">
              <a:solidFill>
                <a:srgbClr val="000000"/>
              </a:solidFill>
              <a:latin typeface="Patrick Hand"/>
              <a:ea typeface="Patrick Hand"/>
              <a:cs typeface="Patrick Hand"/>
              <a:sym typeface="Patrick Hand"/>
            </a:endParaRPr>
          </a:p>
        </p:txBody>
      </p:sp>
      <p:cxnSp>
        <p:nvCxnSpPr>
          <p:cNvPr id="196" name="Google Shape;196;g23bcd063adf_0_386"/>
          <p:cNvCxnSpPr/>
          <p:nvPr/>
        </p:nvCxnSpPr>
        <p:spPr>
          <a:xfrm>
            <a:off x="2167550" y="2949575"/>
            <a:ext cx="462000" cy="639600"/>
          </a:xfrm>
          <a:prstGeom prst="straightConnector1">
            <a:avLst/>
          </a:prstGeom>
          <a:noFill/>
          <a:ln cap="flat" cmpd="sng" w="28575">
            <a:solidFill>
              <a:srgbClr val="009287"/>
            </a:solidFill>
            <a:prstDash val="solid"/>
            <a:round/>
            <a:headEnd len="sm" w="sm" type="none"/>
            <a:tailEnd len="sm" w="sm" type="none"/>
          </a:ln>
        </p:spPr>
      </p:cxnSp>
      <p:cxnSp>
        <p:nvCxnSpPr>
          <p:cNvPr id="197" name="Google Shape;197;g23bcd063adf_0_386"/>
          <p:cNvCxnSpPr/>
          <p:nvPr/>
        </p:nvCxnSpPr>
        <p:spPr>
          <a:xfrm>
            <a:off x="1725775" y="2949575"/>
            <a:ext cx="477300" cy="604200"/>
          </a:xfrm>
          <a:prstGeom prst="straightConnector1">
            <a:avLst/>
          </a:prstGeom>
          <a:noFill/>
          <a:ln cap="flat" cmpd="sng" w="28575">
            <a:solidFill>
              <a:srgbClr val="009287"/>
            </a:solidFill>
            <a:prstDash val="solid"/>
            <a:round/>
            <a:headEnd len="sm" w="sm" type="none"/>
            <a:tailEnd len="sm" w="sm" type="none"/>
          </a:ln>
        </p:spPr>
      </p:cxnSp>
      <p:sp>
        <p:nvSpPr>
          <p:cNvPr id="198" name="Google Shape;198;g23bcd063adf_0_386"/>
          <p:cNvSpPr txBox="1"/>
          <p:nvPr/>
        </p:nvSpPr>
        <p:spPr>
          <a:xfrm>
            <a:off x="1157350" y="1132575"/>
            <a:ext cx="2245800" cy="661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3100" u="none" cap="none" strike="noStrike">
                <a:solidFill>
                  <a:schemeClr val="dk1"/>
                </a:solidFill>
                <a:latin typeface="Patrick Hand"/>
                <a:ea typeface="Patrick Hand"/>
                <a:cs typeface="Patrick Hand"/>
                <a:sym typeface="Patrick Hand"/>
              </a:rPr>
              <a:t>   C  D   U</a:t>
            </a:r>
            <a:endParaRPr b="0" i="0" sz="500" u="none" cap="none" strike="noStrike">
              <a:solidFill>
                <a:srgbClr val="000000"/>
              </a:solidFill>
              <a:latin typeface="Arial"/>
              <a:ea typeface="Arial"/>
              <a:cs typeface="Arial"/>
              <a:sym typeface="Arial"/>
            </a:endParaRPr>
          </a:p>
        </p:txBody>
      </p:sp>
      <p:sp>
        <p:nvSpPr>
          <p:cNvPr id="199" name="Google Shape;199;g23bcd063adf_0_386"/>
          <p:cNvSpPr txBox="1"/>
          <p:nvPr/>
        </p:nvSpPr>
        <p:spPr>
          <a:xfrm>
            <a:off x="4167125" y="3477825"/>
            <a:ext cx="7788900" cy="6312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Resto las decenas 12- 7 = 5. Escribo 5 bajo las decenas.</a:t>
            </a:r>
            <a:endParaRPr b="0" i="0" sz="2900" u="none" cap="none" strike="noStrike">
              <a:solidFill>
                <a:schemeClr val="dk1"/>
              </a:solidFill>
              <a:latin typeface="Patrick Hand"/>
              <a:ea typeface="Patrick Hand"/>
              <a:cs typeface="Patrick Hand"/>
              <a:sym typeface="Patrick Hand"/>
            </a:endParaRPr>
          </a:p>
        </p:txBody>
      </p:sp>
      <p:sp>
        <p:nvSpPr>
          <p:cNvPr id="200" name="Google Shape;200;g23bcd063adf_0_386"/>
          <p:cNvSpPr txBox="1"/>
          <p:nvPr/>
        </p:nvSpPr>
        <p:spPr>
          <a:xfrm>
            <a:off x="4087625" y="2936063"/>
            <a:ext cx="7788900" cy="6312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Resto las centenas 4- 2= 2. Escribo 2 bajo las centenas.</a:t>
            </a:r>
            <a:endParaRPr b="0" i="0" sz="2900" u="none" cap="none" strike="noStrike">
              <a:solidFill>
                <a:schemeClr val="dk1"/>
              </a:solidFill>
              <a:latin typeface="Patrick Hand"/>
              <a:ea typeface="Patrick Hand"/>
              <a:cs typeface="Patrick Hand"/>
              <a:sym typeface="Patrick Hand"/>
            </a:endParaRPr>
          </a:p>
        </p:txBody>
      </p:sp>
      <p:sp>
        <p:nvSpPr>
          <p:cNvPr id="201" name="Google Shape;201;g23bcd063adf_0_386"/>
          <p:cNvSpPr/>
          <p:nvPr/>
        </p:nvSpPr>
        <p:spPr>
          <a:xfrm>
            <a:off x="1360100" y="2616025"/>
            <a:ext cx="462000" cy="4263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4</a:t>
            </a:r>
            <a:endParaRPr b="0" i="0" sz="2500" u="none" cap="none" strike="noStrike">
              <a:solidFill>
                <a:srgbClr val="000000"/>
              </a:solidFill>
              <a:latin typeface="Patrick Hand"/>
              <a:ea typeface="Patrick Hand"/>
              <a:cs typeface="Patrick Hand"/>
              <a:sym typeface="Patrick Hand"/>
            </a:endParaRPr>
          </a:p>
        </p:txBody>
      </p:sp>
      <p:sp>
        <p:nvSpPr>
          <p:cNvPr id="202" name="Google Shape;202;g23bcd063adf_0_386"/>
          <p:cNvSpPr/>
          <p:nvPr/>
        </p:nvSpPr>
        <p:spPr>
          <a:xfrm>
            <a:off x="1822100" y="2066075"/>
            <a:ext cx="462000" cy="4263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2500" u="none" cap="none" strike="noStrike">
                <a:solidFill>
                  <a:srgbClr val="000000"/>
                </a:solidFill>
                <a:latin typeface="Patrick Hand"/>
                <a:ea typeface="Patrick Hand"/>
                <a:cs typeface="Patrick Hand"/>
                <a:sym typeface="Patrick Hand"/>
              </a:rPr>
              <a:t>12</a:t>
            </a:r>
            <a:endParaRPr b="0" i="0" sz="2500" u="none" cap="none" strike="noStrike">
              <a:solidFill>
                <a:srgbClr val="000000"/>
              </a:solidFill>
              <a:latin typeface="Patrick Hand"/>
              <a:ea typeface="Patrick Hand"/>
              <a:cs typeface="Patrick Hand"/>
              <a:sym typeface="Patrick Hand"/>
            </a:endParaRPr>
          </a:p>
        </p:txBody>
      </p:sp>
      <p:cxnSp>
        <p:nvCxnSpPr>
          <p:cNvPr id="203" name="Google Shape;203;g23bcd063adf_0_386"/>
          <p:cNvCxnSpPr/>
          <p:nvPr/>
        </p:nvCxnSpPr>
        <p:spPr>
          <a:xfrm>
            <a:off x="1893500" y="2492825"/>
            <a:ext cx="462000" cy="639600"/>
          </a:xfrm>
          <a:prstGeom prst="straightConnector1">
            <a:avLst/>
          </a:prstGeom>
          <a:noFill/>
          <a:ln cap="flat" cmpd="sng" w="28575">
            <a:solidFill>
              <a:srgbClr val="009287"/>
            </a:solidFill>
            <a:prstDash val="solid"/>
            <a:round/>
            <a:headEnd len="sm" w="sm" type="none"/>
            <a:tailEnd len="sm" w="sm" type="none"/>
          </a:ln>
        </p:spPr>
      </p:cxnSp>
      <p:cxnSp>
        <p:nvCxnSpPr>
          <p:cNvPr id="204" name="Google Shape;204;g23bcd063adf_0_386"/>
          <p:cNvCxnSpPr/>
          <p:nvPr/>
        </p:nvCxnSpPr>
        <p:spPr>
          <a:xfrm>
            <a:off x="1512950" y="3011175"/>
            <a:ext cx="462000" cy="639600"/>
          </a:xfrm>
          <a:prstGeom prst="straightConnector1">
            <a:avLst/>
          </a:prstGeom>
          <a:noFill/>
          <a:ln cap="flat" cmpd="sng" w="28575">
            <a:solidFill>
              <a:srgbClr val="009287"/>
            </a:solidFill>
            <a:prstDash val="solid"/>
            <a:round/>
            <a:headEnd len="sm" w="sm" type="none"/>
            <a:tailEnd len="sm" w="sm" type="none"/>
          </a:ln>
        </p:spPr>
      </p:cxnSp>
      <p:sp>
        <p:nvSpPr>
          <p:cNvPr id="205" name="Google Shape;205;g23bcd063adf_0_386"/>
          <p:cNvSpPr txBox="1"/>
          <p:nvPr/>
        </p:nvSpPr>
        <p:spPr>
          <a:xfrm>
            <a:off x="2355500" y="4133150"/>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8</a:t>
            </a:r>
            <a:endParaRPr b="0" i="0" sz="1400" u="none" cap="none" strike="noStrike">
              <a:solidFill>
                <a:srgbClr val="000000"/>
              </a:solidFill>
              <a:latin typeface="Arial"/>
              <a:ea typeface="Arial"/>
              <a:cs typeface="Arial"/>
              <a:sym typeface="Arial"/>
            </a:endParaRPr>
          </a:p>
        </p:txBody>
      </p:sp>
      <p:sp>
        <p:nvSpPr>
          <p:cNvPr id="206" name="Google Shape;206;g23bcd063adf_0_386"/>
          <p:cNvSpPr txBox="1"/>
          <p:nvPr/>
        </p:nvSpPr>
        <p:spPr>
          <a:xfrm>
            <a:off x="1974950" y="413312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5 </a:t>
            </a:r>
            <a:endParaRPr b="0" i="0" sz="1400" u="none" cap="none" strike="noStrike">
              <a:solidFill>
                <a:srgbClr val="000000"/>
              </a:solidFill>
              <a:latin typeface="Arial"/>
              <a:ea typeface="Arial"/>
              <a:cs typeface="Arial"/>
              <a:sym typeface="Arial"/>
            </a:endParaRPr>
          </a:p>
        </p:txBody>
      </p:sp>
      <p:sp>
        <p:nvSpPr>
          <p:cNvPr id="207" name="Google Shape;207;g23bcd063adf_0_386"/>
          <p:cNvSpPr txBox="1"/>
          <p:nvPr/>
        </p:nvSpPr>
        <p:spPr>
          <a:xfrm>
            <a:off x="1512950" y="413312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2 </a:t>
            </a:r>
            <a:endParaRPr b="0" i="0" sz="1400" u="none" cap="none" strike="noStrike">
              <a:solidFill>
                <a:srgbClr val="000000"/>
              </a:solidFill>
              <a:latin typeface="Arial"/>
              <a:ea typeface="Arial"/>
              <a:cs typeface="Arial"/>
              <a:sym typeface="Arial"/>
            </a:endParaRPr>
          </a:p>
        </p:txBody>
      </p:sp>
      <p:sp>
        <p:nvSpPr>
          <p:cNvPr id="208" name="Google Shape;208;g23bcd063adf_0_386"/>
          <p:cNvSpPr txBox="1"/>
          <p:nvPr/>
        </p:nvSpPr>
        <p:spPr>
          <a:xfrm>
            <a:off x="4388400" y="1190375"/>
            <a:ext cx="8100300" cy="426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300"/>
              <a:buFont typeface="Arial"/>
              <a:buNone/>
            </a:pPr>
            <a:r>
              <a:rPr b="0" i="0" lang="es-ES" sz="3300" u="none" cap="none" strike="noStrike">
                <a:solidFill>
                  <a:srgbClr val="000000"/>
                </a:solidFill>
                <a:latin typeface="Patrick Hand"/>
                <a:ea typeface="Patrick Hand"/>
                <a:cs typeface="Patrick Hand"/>
                <a:sym typeface="Patrick Hand"/>
              </a:rPr>
              <a:t>¿Cómo comenzamos? Describe los pasos para resolver la resta</a:t>
            </a:r>
            <a:endParaRPr b="0" i="0" sz="3300" u="none" cap="none" strike="noStrike">
              <a:solidFill>
                <a:srgbClr val="000000"/>
              </a:solidFill>
              <a:latin typeface="Patrick Hand"/>
              <a:ea typeface="Patrick Hand"/>
              <a:cs typeface="Patrick Hand"/>
              <a:sym typeface="Patrick Hand"/>
            </a:endParaRPr>
          </a:p>
        </p:txBody>
      </p:sp>
      <p:pic>
        <p:nvPicPr>
          <p:cNvPr id="209" name="Google Shape;209;g23bcd063adf_0_386"/>
          <p:cNvPicPr preferRelativeResize="0"/>
          <p:nvPr/>
        </p:nvPicPr>
        <p:blipFill>
          <a:blip r:embed="rId4">
            <a:alphaModFix/>
          </a:blip>
          <a:stretch>
            <a:fillRect/>
          </a:stretch>
        </p:blipFill>
        <p:spPr>
          <a:xfrm>
            <a:off x="11021650" y="521693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8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8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9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9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9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0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descr="Forma&#10;&#10;Descripción generada automáticamente con confianza media" id="214" name="Google Shape;214;g23bea488738_0_12"/>
          <p:cNvPicPr preferRelativeResize="0"/>
          <p:nvPr>
            <p:ph idx="1" type="body"/>
          </p:nvPr>
        </p:nvPicPr>
        <p:blipFill rotWithShape="1">
          <a:blip r:embed="rId3">
            <a:alphaModFix/>
          </a:blip>
          <a:srcRect b="0" l="0" r="0" t="0"/>
          <a:stretch/>
        </p:blipFill>
        <p:spPr>
          <a:xfrm>
            <a:off x="7518" y="-21825"/>
            <a:ext cx="12192000" cy="6858000"/>
          </a:xfrm>
          <a:prstGeom prst="rect">
            <a:avLst/>
          </a:prstGeom>
          <a:noFill/>
          <a:ln>
            <a:noFill/>
          </a:ln>
        </p:spPr>
      </p:pic>
      <p:sp>
        <p:nvSpPr>
          <p:cNvPr id="215" name="Google Shape;215;g23bea488738_0_12"/>
          <p:cNvSpPr txBox="1"/>
          <p:nvPr/>
        </p:nvSpPr>
        <p:spPr>
          <a:xfrm>
            <a:off x="4087625" y="2187875"/>
            <a:ext cx="8100300" cy="10773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Comienzo restando las U. En este caso 0 - 2. No puedo restarlo por lo tanto tendré que desagrupar una decena. </a:t>
            </a:r>
            <a:endParaRPr b="0" i="0" sz="2900" u="none" cap="none" strike="noStrike">
              <a:solidFill>
                <a:schemeClr val="dk1"/>
              </a:solidFill>
              <a:latin typeface="Patrick Hand"/>
              <a:ea typeface="Patrick Hand"/>
              <a:cs typeface="Patrick Hand"/>
              <a:sym typeface="Patrick Hand"/>
            </a:endParaRPr>
          </a:p>
        </p:txBody>
      </p:sp>
      <p:sp>
        <p:nvSpPr>
          <p:cNvPr id="216" name="Google Shape;216;g23bea488738_0_12"/>
          <p:cNvSpPr txBox="1"/>
          <p:nvPr/>
        </p:nvSpPr>
        <p:spPr>
          <a:xfrm>
            <a:off x="4087625" y="2173275"/>
            <a:ext cx="8005500" cy="19701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Las decenas son 0, por lo tanto tendré que desagrupar primer la centena. Al desagrupar la centena, las decenas se transforman en 10 y las centenas en 7. (desagrupamos una)</a:t>
            </a:r>
            <a:endParaRPr b="0" i="0" sz="2900" u="none" cap="none" strike="noStrike">
              <a:solidFill>
                <a:schemeClr val="dk1"/>
              </a:solidFill>
              <a:latin typeface="Patrick Hand"/>
              <a:ea typeface="Patrick Hand"/>
              <a:cs typeface="Patrick Hand"/>
              <a:sym typeface="Patrick Hand"/>
            </a:endParaRPr>
          </a:p>
        </p:txBody>
      </p:sp>
      <p:sp>
        <p:nvSpPr>
          <p:cNvPr id="217" name="Google Shape;217;g23bea488738_0_12"/>
          <p:cNvSpPr txBox="1"/>
          <p:nvPr/>
        </p:nvSpPr>
        <p:spPr>
          <a:xfrm>
            <a:off x="4113700" y="2455475"/>
            <a:ext cx="8005500" cy="10773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Luego para poder restar las unidades tendré que desagrupar una decena. Las D quedarán 9 y las U 10. </a:t>
            </a:r>
            <a:endParaRPr b="0" i="0" sz="2900" u="none" cap="none" strike="noStrike">
              <a:solidFill>
                <a:schemeClr val="dk1"/>
              </a:solidFill>
              <a:latin typeface="Patrick Hand"/>
              <a:ea typeface="Patrick Hand"/>
              <a:cs typeface="Patrick Hand"/>
              <a:sym typeface="Patrick Hand"/>
            </a:endParaRPr>
          </a:p>
        </p:txBody>
      </p:sp>
      <p:sp>
        <p:nvSpPr>
          <p:cNvPr id="218" name="Google Shape;218;g23bea488738_0_12"/>
          <p:cNvSpPr txBox="1"/>
          <p:nvPr/>
        </p:nvSpPr>
        <p:spPr>
          <a:xfrm>
            <a:off x="4202050" y="2872625"/>
            <a:ext cx="7917000" cy="6312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Resto las U  10- 2 = 8. Escribo el 8 bajo las unidades. </a:t>
            </a:r>
            <a:endParaRPr b="0" i="0" sz="2900" u="none" cap="none" strike="noStrike">
              <a:solidFill>
                <a:schemeClr val="dk1"/>
              </a:solidFill>
              <a:latin typeface="Patrick Hand"/>
              <a:ea typeface="Patrick Hand"/>
              <a:cs typeface="Patrick Hand"/>
              <a:sym typeface="Patrick Hand"/>
            </a:endParaRPr>
          </a:p>
        </p:txBody>
      </p:sp>
      <p:sp>
        <p:nvSpPr>
          <p:cNvPr id="219" name="Google Shape;219;g23bea488738_0_12"/>
          <p:cNvSpPr txBox="1"/>
          <p:nvPr/>
        </p:nvSpPr>
        <p:spPr>
          <a:xfrm>
            <a:off x="4266100" y="3042313"/>
            <a:ext cx="7788900" cy="6312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Resto las decenas 9-7 = 2. Escribo 2 bajo las decenas.</a:t>
            </a:r>
            <a:endParaRPr b="0" i="0" sz="2900" u="none" cap="none" strike="noStrike">
              <a:solidFill>
                <a:schemeClr val="dk1"/>
              </a:solidFill>
              <a:latin typeface="Patrick Hand"/>
              <a:ea typeface="Patrick Hand"/>
              <a:cs typeface="Patrick Hand"/>
              <a:sym typeface="Patrick Hand"/>
            </a:endParaRPr>
          </a:p>
        </p:txBody>
      </p:sp>
      <p:sp>
        <p:nvSpPr>
          <p:cNvPr id="220" name="Google Shape;220;g23bea488738_0_12"/>
          <p:cNvSpPr txBox="1"/>
          <p:nvPr/>
        </p:nvSpPr>
        <p:spPr>
          <a:xfrm>
            <a:off x="4189900" y="3084163"/>
            <a:ext cx="7788900" cy="6312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Resto las centenas 7-3 = 4. Escribo 4 bajo las centenas.</a:t>
            </a:r>
            <a:endParaRPr b="0" i="0" sz="2900" u="none" cap="none" strike="noStrike">
              <a:solidFill>
                <a:schemeClr val="dk1"/>
              </a:solidFill>
              <a:latin typeface="Patrick Hand"/>
              <a:ea typeface="Patrick Hand"/>
              <a:cs typeface="Patrick Hand"/>
              <a:sym typeface="Patrick Hand"/>
            </a:endParaRPr>
          </a:p>
        </p:txBody>
      </p:sp>
      <p:sp>
        <p:nvSpPr>
          <p:cNvPr id="221" name="Google Shape;221;g23bea488738_0_12"/>
          <p:cNvSpPr txBox="1"/>
          <p:nvPr/>
        </p:nvSpPr>
        <p:spPr>
          <a:xfrm>
            <a:off x="394250" y="1906025"/>
            <a:ext cx="2250600" cy="3263100"/>
          </a:xfrm>
          <a:prstGeom prst="rect">
            <a:avLst/>
          </a:prstGeom>
          <a:noFill/>
          <a:ln cap="flat" cmpd="sng" w="9525">
            <a:solidFill>
              <a:srgbClr val="009287"/>
            </a:solidFill>
            <a:prstDash val="solid"/>
            <a:round/>
            <a:headEnd len="sm" w="sm" type="none"/>
            <a:tailEnd len="sm" w="sm" type="none"/>
          </a:ln>
        </p:spPr>
        <p:txBody>
          <a:bodyPr anchorCtr="0" anchor="t" bIns="91425" lIns="91425" spcFirstLastPara="1" rIns="91425" wrap="square" tIns="91425">
            <a:spAutoFit/>
          </a:bodyPr>
          <a:lstStyle/>
          <a:p>
            <a:pPr indent="45720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8   0  0</a:t>
            </a:r>
            <a:endParaRPr b="0" i="0" sz="4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3  7  2</a:t>
            </a:r>
            <a:endParaRPr b="0" i="0" sz="4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a:t>
            </a:r>
            <a:endParaRPr b="0" i="0" sz="4000" u="none" cap="none" strike="noStrike">
              <a:solidFill>
                <a:schemeClr val="dk1"/>
              </a:solidFill>
              <a:latin typeface="Patrick Hand"/>
              <a:ea typeface="Patrick Hand"/>
              <a:cs typeface="Patrick Hand"/>
              <a:sym typeface="Patrick Hand"/>
            </a:endParaRPr>
          </a:p>
        </p:txBody>
      </p:sp>
      <p:cxnSp>
        <p:nvCxnSpPr>
          <p:cNvPr id="222" name="Google Shape;222;g23bea488738_0_12"/>
          <p:cNvCxnSpPr/>
          <p:nvPr/>
        </p:nvCxnSpPr>
        <p:spPr>
          <a:xfrm flipH="1">
            <a:off x="973025" y="4470063"/>
            <a:ext cx="1456800" cy="17700"/>
          </a:xfrm>
          <a:prstGeom prst="straightConnector1">
            <a:avLst/>
          </a:prstGeom>
          <a:noFill/>
          <a:ln cap="flat" cmpd="sng" w="9525">
            <a:solidFill>
              <a:srgbClr val="009287"/>
            </a:solidFill>
            <a:prstDash val="solid"/>
            <a:round/>
            <a:headEnd len="sm" w="sm" type="none"/>
            <a:tailEnd len="sm" w="sm" type="none"/>
          </a:ln>
        </p:spPr>
      </p:cxnSp>
      <p:sp>
        <p:nvSpPr>
          <p:cNvPr id="223" name="Google Shape;223;g23bea488738_0_12"/>
          <p:cNvSpPr txBox="1"/>
          <p:nvPr/>
        </p:nvSpPr>
        <p:spPr>
          <a:xfrm>
            <a:off x="761600" y="1258863"/>
            <a:ext cx="3000000" cy="785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3900" u="none" cap="none" strike="noStrike">
                <a:solidFill>
                  <a:schemeClr val="dk1"/>
                </a:solidFill>
                <a:latin typeface="Patrick Hand"/>
                <a:ea typeface="Patrick Hand"/>
                <a:cs typeface="Patrick Hand"/>
                <a:sym typeface="Patrick Hand"/>
              </a:rPr>
              <a:t>C  D   U</a:t>
            </a:r>
            <a:endParaRPr b="0" i="0" sz="1300" u="none" cap="none" strike="noStrike">
              <a:solidFill>
                <a:srgbClr val="000000"/>
              </a:solidFill>
              <a:latin typeface="Arial"/>
              <a:ea typeface="Arial"/>
              <a:cs typeface="Arial"/>
              <a:sym typeface="Arial"/>
            </a:endParaRPr>
          </a:p>
        </p:txBody>
      </p:sp>
      <p:sp>
        <p:nvSpPr>
          <p:cNvPr id="224" name="Google Shape;224;g23bea488738_0_12"/>
          <p:cNvSpPr/>
          <p:nvPr/>
        </p:nvSpPr>
        <p:spPr>
          <a:xfrm>
            <a:off x="1881300" y="2804800"/>
            <a:ext cx="469800" cy="4620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00000"/>
                </a:solidFill>
                <a:latin typeface="Patrick Hand"/>
                <a:ea typeface="Patrick Hand"/>
                <a:cs typeface="Patrick Hand"/>
                <a:sym typeface="Patrick Hand"/>
              </a:rPr>
              <a:t>10</a:t>
            </a:r>
            <a:endParaRPr b="0" i="0" sz="2700" u="none" cap="none" strike="noStrike">
              <a:solidFill>
                <a:srgbClr val="000000"/>
              </a:solidFill>
              <a:latin typeface="Patrick Hand"/>
              <a:ea typeface="Patrick Hand"/>
              <a:cs typeface="Patrick Hand"/>
              <a:sym typeface="Patrick Hand"/>
            </a:endParaRPr>
          </a:p>
        </p:txBody>
      </p:sp>
      <p:sp>
        <p:nvSpPr>
          <p:cNvPr id="225" name="Google Shape;225;g23bea488738_0_12"/>
          <p:cNvSpPr/>
          <p:nvPr/>
        </p:nvSpPr>
        <p:spPr>
          <a:xfrm>
            <a:off x="1284650" y="2804800"/>
            <a:ext cx="469800" cy="4620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00000"/>
                </a:solidFill>
                <a:latin typeface="Patrick Hand"/>
                <a:ea typeface="Patrick Hand"/>
                <a:cs typeface="Patrick Hand"/>
                <a:sym typeface="Patrick Hand"/>
              </a:rPr>
              <a:t>10</a:t>
            </a:r>
            <a:endParaRPr b="0" i="0" sz="2700" u="none" cap="none" strike="noStrike">
              <a:solidFill>
                <a:srgbClr val="000000"/>
              </a:solidFill>
              <a:latin typeface="Patrick Hand"/>
              <a:ea typeface="Patrick Hand"/>
              <a:cs typeface="Patrick Hand"/>
              <a:sym typeface="Patrick Hand"/>
            </a:endParaRPr>
          </a:p>
        </p:txBody>
      </p:sp>
      <p:sp>
        <p:nvSpPr>
          <p:cNvPr id="226" name="Google Shape;226;g23bea488738_0_12"/>
          <p:cNvSpPr/>
          <p:nvPr/>
        </p:nvSpPr>
        <p:spPr>
          <a:xfrm>
            <a:off x="1284650" y="2193388"/>
            <a:ext cx="469800" cy="4620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s-ES" sz="2700" u="none" cap="none" strike="noStrike">
                <a:solidFill>
                  <a:srgbClr val="000000"/>
                </a:solidFill>
                <a:latin typeface="Patrick Hand"/>
                <a:ea typeface="Patrick Hand"/>
                <a:cs typeface="Patrick Hand"/>
                <a:sym typeface="Patrick Hand"/>
              </a:rPr>
              <a:t>9</a:t>
            </a:r>
            <a:endParaRPr b="0" i="0" sz="2700" u="none" cap="none" strike="noStrike">
              <a:solidFill>
                <a:srgbClr val="000000"/>
              </a:solidFill>
              <a:latin typeface="Patrick Hand"/>
              <a:ea typeface="Patrick Hand"/>
              <a:cs typeface="Patrick Hand"/>
              <a:sym typeface="Patrick Hand"/>
            </a:endParaRPr>
          </a:p>
        </p:txBody>
      </p:sp>
      <p:sp>
        <p:nvSpPr>
          <p:cNvPr id="227" name="Google Shape;227;g23bea488738_0_12"/>
          <p:cNvSpPr/>
          <p:nvPr/>
        </p:nvSpPr>
        <p:spPr>
          <a:xfrm>
            <a:off x="751250" y="2802988"/>
            <a:ext cx="469800" cy="462000"/>
          </a:xfrm>
          <a:prstGeom prst="rect">
            <a:avLst/>
          </a:prstGeom>
          <a:solidFill>
            <a:schemeClr val="lt2"/>
          </a:solid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700"/>
              <a:buFont typeface="Arial"/>
              <a:buNone/>
            </a:pPr>
            <a:r>
              <a:rPr b="0" i="0" lang="es-ES" sz="2700" u="none" cap="none" strike="noStrike">
                <a:solidFill>
                  <a:srgbClr val="000000"/>
                </a:solidFill>
                <a:latin typeface="Patrick Hand"/>
                <a:ea typeface="Patrick Hand"/>
                <a:cs typeface="Patrick Hand"/>
                <a:sym typeface="Patrick Hand"/>
              </a:rPr>
              <a:t>7</a:t>
            </a:r>
            <a:endParaRPr b="0" i="0" sz="2700" u="none" cap="none" strike="noStrike">
              <a:solidFill>
                <a:srgbClr val="000000"/>
              </a:solidFill>
              <a:latin typeface="Patrick Hand"/>
              <a:ea typeface="Patrick Hand"/>
              <a:cs typeface="Patrick Hand"/>
              <a:sym typeface="Patrick Hand"/>
            </a:endParaRPr>
          </a:p>
        </p:txBody>
      </p:sp>
      <p:cxnSp>
        <p:nvCxnSpPr>
          <p:cNvPr id="228" name="Google Shape;228;g23bea488738_0_12"/>
          <p:cNvCxnSpPr/>
          <p:nvPr/>
        </p:nvCxnSpPr>
        <p:spPr>
          <a:xfrm>
            <a:off x="827150" y="3239775"/>
            <a:ext cx="462000" cy="639600"/>
          </a:xfrm>
          <a:prstGeom prst="straightConnector1">
            <a:avLst/>
          </a:prstGeom>
          <a:noFill/>
          <a:ln cap="flat" cmpd="sng" w="28575">
            <a:solidFill>
              <a:srgbClr val="009287"/>
            </a:solidFill>
            <a:prstDash val="solid"/>
            <a:round/>
            <a:headEnd len="sm" w="sm" type="none"/>
            <a:tailEnd len="sm" w="sm" type="none"/>
          </a:ln>
        </p:spPr>
      </p:cxnSp>
      <p:cxnSp>
        <p:nvCxnSpPr>
          <p:cNvPr id="229" name="Google Shape;229;g23bea488738_0_12"/>
          <p:cNvCxnSpPr/>
          <p:nvPr/>
        </p:nvCxnSpPr>
        <p:spPr>
          <a:xfrm>
            <a:off x="1360550" y="3239775"/>
            <a:ext cx="462000" cy="639600"/>
          </a:xfrm>
          <a:prstGeom prst="straightConnector1">
            <a:avLst/>
          </a:prstGeom>
          <a:noFill/>
          <a:ln cap="flat" cmpd="sng" w="28575">
            <a:solidFill>
              <a:srgbClr val="009287"/>
            </a:solidFill>
            <a:prstDash val="solid"/>
            <a:round/>
            <a:headEnd len="sm" w="sm" type="none"/>
            <a:tailEnd len="sm" w="sm" type="none"/>
          </a:ln>
        </p:spPr>
      </p:cxnSp>
      <p:cxnSp>
        <p:nvCxnSpPr>
          <p:cNvPr id="230" name="Google Shape;230;g23bea488738_0_12"/>
          <p:cNvCxnSpPr/>
          <p:nvPr/>
        </p:nvCxnSpPr>
        <p:spPr>
          <a:xfrm>
            <a:off x="1208150" y="2706375"/>
            <a:ext cx="462000" cy="639600"/>
          </a:xfrm>
          <a:prstGeom prst="straightConnector1">
            <a:avLst/>
          </a:prstGeom>
          <a:noFill/>
          <a:ln cap="flat" cmpd="sng" w="28575">
            <a:solidFill>
              <a:srgbClr val="009287"/>
            </a:solidFill>
            <a:prstDash val="solid"/>
            <a:round/>
            <a:headEnd len="sm" w="sm" type="none"/>
            <a:tailEnd len="sm" w="sm" type="none"/>
          </a:ln>
        </p:spPr>
      </p:cxnSp>
      <p:cxnSp>
        <p:nvCxnSpPr>
          <p:cNvPr id="231" name="Google Shape;231;g23bea488738_0_12"/>
          <p:cNvCxnSpPr/>
          <p:nvPr/>
        </p:nvCxnSpPr>
        <p:spPr>
          <a:xfrm>
            <a:off x="1893950" y="3239775"/>
            <a:ext cx="462000" cy="639600"/>
          </a:xfrm>
          <a:prstGeom prst="straightConnector1">
            <a:avLst/>
          </a:prstGeom>
          <a:noFill/>
          <a:ln cap="flat" cmpd="sng" w="28575">
            <a:solidFill>
              <a:srgbClr val="009287"/>
            </a:solidFill>
            <a:prstDash val="solid"/>
            <a:round/>
            <a:headEnd len="sm" w="sm" type="none"/>
            <a:tailEnd len="sm" w="sm" type="none"/>
          </a:ln>
        </p:spPr>
      </p:cxnSp>
      <p:sp>
        <p:nvSpPr>
          <p:cNvPr id="232" name="Google Shape;232;g23bea488738_0_12"/>
          <p:cNvSpPr txBox="1"/>
          <p:nvPr/>
        </p:nvSpPr>
        <p:spPr>
          <a:xfrm>
            <a:off x="-137050" y="232850"/>
            <a:ext cx="5824800" cy="769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1" i="0" lang="es-ES" sz="3800" u="none" cap="none" strike="noStrike">
                <a:solidFill>
                  <a:schemeClr val="dk1"/>
                </a:solidFill>
                <a:latin typeface="Patrick Hand"/>
                <a:ea typeface="Patrick Hand"/>
                <a:cs typeface="Patrick Hand"/>
                <a:sym typeface="Patrick Hand"/>
              </a:rPr>
              <a:t>Recordemos la resta con ceros</a:t>
            </a:r>
            <a:endParaRPr b="1" i="0" sz="1200" u="none" cap="none" strike="noStrike">
              <a:solidFill>
                <a:srgbClr val="000000"/>
              </a:solidFill>
              <a:latin typeface="Arial"/>
              <a:ea typeface="Arial"/>
              <a:cs typeface="Arial"/>
              <a:sym typeface="Arial"/>
            </a:endParaRPr>
          </a:p>
        </p:txBody>
      </p:sp>
      <p:sp>
        <p:nvSpPr>
          <p:cNvPr id="233" name="Google Shape;233;g23bea488738_0_12"/>
          <p:cNvSpPr txBox="1"/>
          <p:nvPr/>
        </p:nvSpPr>
        <p:spPr>
          <a:xfrm>
            <a:off x="1893950" y="439417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8</a:t>
            </a:r>
            <a:endParaRPr b="0" i="0" sz="1400" u="none" cap="none" strike="noStrike">
              <a:solidFill>
                <a:srgbClr val="000000"/>
              </a:solidFill>
              <a:latin typeface="Arial"/>
              <a:ea typeface="Arial"/>
              <a:cs typeface="Arial"/>
              <a:sym typeface="Arial"/>
            </a:endParaRPr>
          </a:p>
        </p:txBody>
      </p:sp>
      <p:sp>
        <p:nvSpPr>
          <p:cNvPr id="234" name="Google Shape;234;g23bea488738_0_12"/>
          <p:cNvSpPr txBox="1"/>
          <p:nvPr/>
        </p:nvSpPr>
        <p:spPr>
          <a:xfrm>
            <a:off x="1360550" y="4401288"/>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2 </a:t>
            </a:r>
            <a:endParaRPr b="0" i="0" sz="1400" u="none" cap="none" strike="noStrike">
              <a:solidFill>
                <a:srgbClr val="000000"/>
              </a:solidFill>
              <a:latin typeface="Arial"/>
              <a:ea typeface="Arial"/>
              <a:cs typeface="Arial"/>
              <a:sym typeface="Arial"/>
            </a:endParaRPr>
          </a:p>
        </p:txBody>
      </p:sp>
      <p:sp>
        <p:nvSpPr>
          <p:cNvPr id="235" name="Google Shape;235;g23bea488738_0_12"/>
          <p:cNvSpPr txBox="1"/>
          <p:nvPr/>
        </p:nvSpPr>
        <p:spPr>
          <a:xfrm>
            <a:off x="973025" y="4345988"/>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4 </a:t>
            </a:r>
            <a:endParaRPr b="0" i="0" sz="1400" u="none" cap="none" strike="noStrike">
              <a:solidFill>
                <a:srgbClr val="000000"/>
              </a:solidFill>
              <a:latin typeface="Arial"/>
              <a:ea typeface="Arial"/>
              <a:cs typeface="Arial"/>
              <a:sym typeface="Arial"/>
            </a:endParaRPr>
          </a:p>
        </p:txBody>
      </p:sp>
      <p:sp>
        <p:nvSpPr>
          <p:cNvPr id="236" name="Google Shape;236;g23bea488738_0_12"/>
          <p:cNvSpPr txBox="1"/>
          <p:nvPr/>
        </p:nvSpPr>
        <p:spPr>
          <a:xfrm>
            <a:off x="4189900" y="832575"/>
            <a:ext cx="8100300" cy="426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300"/>
              <a:buFont typeface="Arial"/>
              <a:buNone/>
            </a:pPr>
            <a:r>
              <a:rPr b="0" i="0" lang="es-ES" sz="3300" u="none" cap="none" strike="noStrike">
                <a:solidFill>
                  <a:srgbClr val="000000"/>
                </a:solidFill>
                <a:latin typeface="Patrick Hand"/>
                <a:ea typeface="Patrick Hand"/>
                <a:cs typeface="Patrick Hand"/>
                <a:sym typeface="Patrick Hand"/>
              </a:rPr>
              <a:t>¿Cómo comenzamos? Describe los pasos para resolver la resta con ceros.</a:t>
            </a:r>
            <a:endParaRPr b="0" i="0" sz="3300" u="none" cap="none" strike="noStrike">
              <a:solidFill>
                <a:srgbClr val="000000"/>
              </a:solidFill>
              <a:latin typeface="Patrick Hand"/>
              <a:ea typeface="Patrick Hand"/>
              <a:cs typeface="Patrick Hand"/>
              <a:sym typeface="Patrick Hand"/>
            </a:endParaRPr>
          </a:p>
        </p:txBody>
      </p:sp>
      <p:pic>
        <p:nvPicPr>
          <p:cNvPr id="237" name="Google Shape;237;g23bea488738_0_12"/>
          <p:cNvPicPr preferRelativeResize="0"/>
          <p:nvPr/>
        </p:nvPicPr>
        <p:blipFill>
          <a:blip r:embed="rId4">
            <a:alphaModFix/>
          </a:blip>
          <a:stretch>
            <a:fillRect/>
          </a:stretch>
        </p:blipFill>
        <p:spPr>
          <a:xfrm>
            <a:off x="11021650" y="521693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1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1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1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1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1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2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2601a83bd95_0_9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43" name="Google Shape;243;g2601a83bd95_0_9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244" name="Google Shape;244;g2601a83bd95_0_93"/>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245" name="Google Shape;245;g2601a83bd95_0_93"/>
          <p:cNvSpPr txBox="1"/>
          <p:nvPr/>
        </p:nvSpPr>
        <p:spPr>
          <a:xfrm>
            <a:off x="99225" y="29177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Ejercicios</a:t>
            </a:r>
            <a:endParaRPr b="0" i="0" sz="1400" u="none" cap="none" strike="noStrike">
              <a:solidFill>
                <a:srgbClr val="000000"/>
              </a:solidFill>
              <a:latin typeface="Arial"/>
              <a:ea typeface="Arial"/>
              <a:cs typeface="Arial"/>
              <a:sym typeface="Arial"/>
            </a:endParaRPr>
          </a:p>
        </p:txBody>
      </p:sp>
      <p:sp>
        <p:nvSpPr>
          <p:cNvPr id="246" name="Google Shape;246;g2601a83bd95_0_93"/>
          <p:cNvSpPr txBox="1"/>
          <p:nvPr/>
        </p:nvSpPr>
        <p:spPr>
          <a:xfrm>
            <a:off x="2610600" y="471675"/>
            <a:ext cx="105156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2800" u="none" cap="none" strike="noStrike">
                <a:solidFill>
                  <a:schemeClr val="dk1"/>
                </a:solidFill>
                <a:latin typeface="Patrick Hand"/>
                <a:ea typeface="Patrick Hand"/>
                <a:cs typeface="Patrick Hand"/>
                <a:sym typeface="Patrick Hand"/>
              </a:rPr>
              <a:t>Abre tu cuaderno y resolvamos los siguientes ejercicios.</a:t>
            </a:r>
            <a:endParaRPr b="0" i="0" sz="200" u="none" cap="none" strike="noStrike">
              <a:solidFill>
                <a:srgbClr val="000000"/>
              </a:solidFill>
              <a:latin typeface="Arial"/>
              <a:ea typeface="Arial"/>
              <a:cs typeface="Arial"/>
              <a:sym typeface="Arial"/>
            </a:endParaRPr>
          </a:p>
        </p:txBody>
      </p:sp>
      <p:sp>
        <p:nvSpPr>
          <p:cNvPr id="247" name="Google Shape;247;g2601a83bd95_0_93"/>
          <p:cNvSpPr txBox="1"/>
          <p:nvPr/>
        </p:nvSpPr>
        <p:spPr>
          <a:xfrm>
            <a:off x="1931825"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5  8 3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4 1 9</a:t>
            </a:r>
            <a:endParaRPr b="0" i="0" sz="3400" u="none" cap="none" strike="noStrike">
              <a:solidFill>
                <a:srgbClr val="000000"/>
              </a:solidFill>
              <a:latin typeface="Patrick Hand"/>
              <a:ea typeface="Patrick Hand"/>
              <a:cs typeface="Patrick Hand"/>
              <a:sym typeface="Patrick Hand"/>
            </a:endParaRPr>
          </a:p>
        </p:txBody>
      </p:sp>
      <p:sp>
        <p:nvSpPr>
          <p:cNvPr id="248" name="Google Shape;248;g2601a83bd95_0_93"/>
          <p:cNvSpPr txBox="1"/>
          <p:nvPr/>
        </p:nvSpPr>
        <p:spPr>
          <a:xfrm>
            <a:off x="5038275"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9 1  1 </a:t>
            </a:r>
            <a:endParaRPr b="0" i="0" sz="34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3 2 8</a:t>
            </a:r>
            <a:endParaRPr b="0" i="0" sz="3400" u="none" cap="none" strike="noStrike">
              <a:solidFill>
                <a:srgbClr val="000000"/>
              </a:solidFill>
              <a:latin typeface="Patrick Hand"/>
              <a:ea typeface="Patrick Hand"/>
              <a:cs typeface="Patrick Hand"/>
              <a:sym typeface="Patrick Hand"/>
            </a:endParaRPr>
          </a:p>
        </p:txBody>
      </p:sp>
      <p:sp>
        <p:nvSpPr>
          <p:cNvPr id="249" name="Google Shape;249;g2601a83bd95_0_93"/>
          <p:cNvSpPr txBox="1"/>
          <p:nvPr/>
        </p:nvSpPr>
        <p:spPr>
          <a:xfrm>
            <a:off x="8584150"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7 2  4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5 1  8</a:t>
            </a:r>
            <a:endParaRPr b="0" i="0" sz="3400" u="none" cap="none" strike="noStrike">
              <a:solidFill>
                <a:srgbClr val="000000"/>
              </a:solidFill>
              <a:latin typeface="Patrick Hand"/>
              <a:ea typeface="Patrick Hand"/>
              <a:cs typeface="Patrick Hand"/>
              <a:sym typeface="Patrick Hand"/>
            </a:endParaRPr>
          </a:p>
        </p:txBody>
      </p:sp>
      <p:sp>
        <p:nvSpPr>
          <p:cNvPr id="250" name="Google Shape;250;g2601a83bd95_0_93"/>
          <p:cNvSpPr txBox="1"/>
          <p:nvPr/>
        </p:nvSpPr>
        <p:spPr>
          <a:xfrm>
            <a:off x="1860750" y="459705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9 9  7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2 9 9</a:t>
            </a:r>
            <a:endParaRPr b="0" i="0" sz="3400" u="none" cap="none" strike="noStrike">
              <a:solidFill>
                <a:srgbClr val="000000"/>
              </a:solidFill>
              <a:latin typeface="Patrick Hand"/>
              <a:ea typeface="Patrick Hand"/>
              <a:cs typeface="Patrick Hand"/>
              <a:sym typeface="Patrick Hand"/>
            </a:endParaRPr>
          </a:p>
        </p:txBody>
      </p:sp>
      <p:sp>
        <p:nvSpPr>
          <p:cNvPr id="251" name="Google Shape;251;g2601a83bd95_0_93"/>
          <p:cNvSpPr txBox="1"/>
          <p:nvPr/>
        </p:nvSpPr>
        <p:spPr>
          <a:xfrm>
            <a:off x="5120888" y="462425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7 7 7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4 9 9</a:t>
            </a:r>
            <a:endParaRPr b="0" i="0" sz="3400" u="none" cap="none" strike="noStrike">
              <a:solidFill>
                <a:srgbClr val="000000"/>
              </a:solidFill>
              <a:latin typeface="Patrick Hand"/>
              <a:ea typeface="Patrick Hand"/>
              <a:cs typeface="Patrick Hand"/>
              <a:sym typeface="Patrick Hand"/>
            </a:endParaRPr>
          </a:p>
        </p:txBody>
      </p:sp>
      <p:sp>
        <p:nvSpPr>
          <p:cNvPr id="252" name="Google Shape;252;g2601a83bd95_0_93"/>
          <p:cNvSpPr txBox="1"/>
          <p:nvPr/>
        </p:nvSpPr>
        <p:spPr>
          <a:xfrm>
            <a:off x="8584150" y="47546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3 1  2</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1 0 5</a:t>
            </a:r>
            <a:endParaRPr b="0" i="0" sz="3400" u="none" cap="none" strike="noStrike">
              <a:solidFill>
                <a:srgbClr val="000000"/>
              </a:solidFill>
              <a:latin typeface="Patrick Hand"/>
              <a:ea typeface="Patrick Hand"/>
              <a:cs typeface="Patrick Hand"/>
              <a:sym typeface="Patrick Hand"/>
            </a:endParaRPr>
          </a:p>
        </p:txBody>
      </p:sp>
      <p:sp>
        <p:nvSpPr>
          <p:cNvPr id="253" name="Google Shape;253;g2601a83bd95_0_93"/>
          <p:cNvSpPr txBox="1"/>
          <p:nvPr/>
        </p:nvSpPr>
        <p:spPr>
          <a:xfrm>
            <a:off x="2329950" y="290697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1 6 4</a:t>
            </a:r>
            <a:endParaRPr b="0" i="0" sz="1400" u="none" cap="none" strike="noStrike">
              <a:solidFill>
                <a:srgbClr val="000000"/>
              </a:solidFill>
              <a:latin typeface="Arial"/>
              <a:ea typeface="Arial"/>
              <a:cs typeface="Arial"/>
              <a:sym typeface="Arial"/>
            </a:endParaRPr>
          </a:p>
        </p:txBody>
      </p:sp>
      <p:sp>
        <p:nvSpPr>
          <p:cNvPr id="254" name="Google Shape;254;g2601a83bd95_0_93"/>
          <p:cNvSpPr txBox="1"/>
          <p:nvPr/>
        </p:nvSpPr>
        <p:spPr>
          <a:xfrm>
            <a:off x="5457050" y="28707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5  8 3</a:t>
            </a:r>
            <a:endParaRPr b="0" i="0" sz="1400" u="none" cap="none" strike="noStrike">
              <a:solidFill>
                <a:srgbClr val="000000"/>
              </a:solidFill>
              <a:latin typeface="Arial"/>
              <a:ea typeface="Arial"/>
              <a:cs typeface="Arial"/>
              <a:sym typeface="Arial"/>
            </a:endParaRPr>
          </a:p>
        </p:txBody>
      </p:sp>
      <p:cxnSp>
        <p:nvCxnSpPr>
          <p:cNvPr id="255" name="Google Shape;255;g2601a83bd95_0_93"/>
          <p:cNvCxnSpPr/>
          <p:nvPr/>
        </p:nvCxnSpPr>
        <p:spPr>
          <a:xfrm>
            <a:off x="8883425" y="2967050"/>
            <a:ext cx="1172700" cy="0"/>
          </a:xfrm>
          <a:prstGeom prst="straightConnector1">
            <a:avLst/>
          </a:prstGeom>
          <a:noFill/>
          <a:ln cap="flat" cmpd="sng" w="9525">
            <a:solidFill>
              <a:schemeClr val="dk1"/>
            </a:solidFill>
            <a:prstDash val="solid"/>
            <a:round/>
            <a:headEnd len="sm" w="sm" type="none"/>
            <a:tailEnd len="sm" w="sm" type="none"/>
          </a:ln>
        </p:spPr>
      </p:cxnSp>
      <p:cxnSp>
        <p:nvCxnSpPr>
          <p:cNvPr id="256" name="Google Shape;256;g2601a83bd95_0_93"/>
          <p:cNvCxnSpPr/>
          <p:nvPr/>
        </p:nvCxnSpPr>
        <p:spPr>
          <a:xfrm>
            <a:off x="5302025" y="2967050"/>
            <a:ext cx="1172700" cy="0"/>
          </a:xfrm>
          <a:prstGeom prst="straightConnector1">
            <a:avLst/>
          </a:prstGeom>
          <a:noFill/>
          <a:ln cap="flat" cmpd="sng" w="9525">
            <a:solidFill>
              <a:schemeClr val="dk1"/>
            </a:solidFill>
            <a:prstDash val="solid"/>
            <a:round/>
            <a:headEnd len="sm" w="sm" type="none"/>
            <a:tailEnd len="sm" w="sm" type="none"/>
          </a:ln>
        </p:spPr>
      </p:cxnSp>
      <p:cxnSp>
        <p:nvCxnSpPr>
          <p:cNvPr id="257" name="Google Shape;257;g2601a83bd95_0_93"/>
          <p:cNvCxnSpPr/>
          <p:nvPr/>
        </p:nvCxnSpPr>
        <p:spPr>
          <a:xfrm>
            <a:off x="2177825" y="2967050"/>
            <a:ext cx="1172700" cy="0"/>
          </a:xfrm>
          <a:prstGeom prst="straightConnector1">
            <a:avLst/>
          </a:prstGeom>
          <a:noFill/>
          <a:ln cap="flat" cmpd="sng" w="9525">
            <a:solidFill>
              <a:schemeClr val="dk1"/>
            </a:solidFill>
            <a:prstDash val="solid"/>
            <a:round/>
            <a:headEnd len="sm" w="sm" type="none"/>
            <a:tailEnd len="sm" w="sm" type="none"/>
          </a:ln>
        </p:spPr>
      </p:cxnSp>
      <p:sp>
        <p:nvSpPr>
          <p:cNvPr id="258" name="Google Shape;258;g2601a83bd95_0_93"/>
          <p:cNvSpPr txBox="1"/>
          <p:nvPr/>
        </p:nvSpPr>
        <p:spPr>
          <a:xfrm>
            <a:off x="9048425" y="29670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2 0 6</a:t>
            </a:r>
            <a:endParaRPr b="0" i="0" sz="1400" u="none" cap="none" strike="noStrike">
              <a:solidFill>
                <a:srgbClr val="000000"/>
              </a:solidFill>
              <a:latin typeface="Arial"/>
              <a:ea typeface="Arial"/>
              <a:cs typeface="Arial"/>
              <a:sym typeface="Arial"/>
            </a:endParaRPr>
          </a:p>
        </p:txBody>
      </p:sp>
      <p:cxnSp>
        <p:nvCxnSpPr>
          <p:cNvPr id="259" name="Google Shape;259;g2601a83bd95_0_93"/>
          <p:cNvCxnSpPr/>
          <p:nvPr/>
        </p:nvCxnSpPr>
        <p:spPr>
          <a:xfrm>
            <a:off x="8883425" y="5862650"/>
            <a:ext cx="1172700" cy="0"/>
          </a:xfrm>
          <a:prstGeom prst="straightConnector1">
            <a:avLst/>
          </a:prstGeom>
          <a:noFill/>
          <a:ln cap="flat" cmpd="sng" w="9525">
            <a:solidFill>
              <a:schemeClr val="dk1"/>
            </a:solidFill>
            <a:prstDash val="solid"/>
            <a:round/>
            <a:headEnd len="sm" w="sm" type="none"/>
            <a:tailEnd len="sm" w="sm" type="none"/>
          </a:ln>
        </p:spPr>
      </p:cxnSp>
      <p:cxnSp>
        <p:nvCxnSpPr>
          <p:cNvPr id="260" name="Google Shape;260;g2601a83bd95_0_93"/>
          <p:cNvCxnSpPr/>
          <p:nvPr/>
        </p:nvCxnSpPr>
        <p:spPr>
          <a:xfrm>
            <a:off x="5302025" y="5786450"/>
            <a:ext cx="1172700" cy="0"/>
          </a:xfrm>
          <a:prstGeom prst="straightConnector1">
            <a:avLst/>
          </a:prstGeom>
          <a:noFill/>
          <a:ln cap="flat" cmpd="sng" w="9525">
            <a:solidFill>
              <a:schemeClr val="dk1"/>
            </a:solidFill>
            <a:prstDash val="solid"/>
            <a:round/>
            <a:headEnd len="sm" w="sm" type="none"/>
            <a:tailEnd len="sm" w="sm" type="none"/>
          </a:ln>
        </p:spPr>
      </p:cxnSp>
      <p:cxnSp>
        <p:nvCxnSpPr>
          <p:cNvPr id="261" name="Google Shape;261;g2601a83bd95_0_93"/>
          <p:cNvCxnSpPr/>
          <p:nvPr/>
        </p:nvCxnSpPr>
        <p:spPr>
          <a:xfrm>
            <a:off x="2101625" y="5786450"/>
            <a:ext cx="1172700" cy="0"/>
          </a:xfrm>
          <a:prstGeom prst="straightConnector1">
            <a:avLst/>
          </a:prstGeom>
          <a:noFill/>
          <a:ln cap="flat" cmpd="sng" w="9525">
            <a:solidFill>
              <a:schemeClr val="dk1"/>
            </a:solidFill>
            <a:prstDash val="solid"/>
            <a:round/>
            <a:headEnd len="sm" w="sm" type="none"/>
            <a:tailEnd len="sm" w="sm" type="none"/>
          </a:ln>
        </p:spPr>
      </p:cxnSp>
      <p:sp>
        <p:nvSpPr>
          <p:cNvPr id="262" name="Google Shape;262;g2601a83bd95_0_93"/>
          <p:cNvSpPr txBox="1"/>
          <p:nvPr/>
        </p:nvSpPr>
        <p:spPr>
          <a:xfrm>
            <a:off x="8972225" y="57864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2  0 7</a:t>
            </a:r>
            <a:endParaRPr b="0" i="0" sz="1400" u="none" cap="none" strike="noStrike">
              <a:solidFill>
                <a:srgbClr val="000000"/>
              </a:solidFill>
              <a:latin typeface="Arial"/>
              <a:ea typeface="Arial"/>
              <a:cs typeface="Arial"/>
              <a:sym typeface="Arial"/>
            </a:endParaRPr>
          </a:p>
        </p:txBody>
      </p:sp>
      <p:sp>
        <p:nvSpPr>
          <p:cNvPr id="263" name="Google Shape;263;g2601a83bd95_0_93"/>
          <p:cNvSpPr txBox="1"/>
          <p:nvPr/>
        </p:nvSpPr>
        <p:spPr>
          <a:xfrm>
            <a:off x="5422475" y="5710250"/>
            <a:ext cx="14934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2 7 8</a:t>
            </a:r>
            <a:endParaRPr b="0" i="0" sz="1400" u="none" cap="none" strike="noStrike">
              <a:solidFill>
                <a:srgbClr val="000000"/>
              </a:solidFill>
              <a:latin typeface="Arial"/>
              <a:ea typeface="Arial"/>
              <a:cs typeface="Arial"/>
              <a:sym typeface="Arial"/>
            </a:endParaRPr>
          </a:p>
        </p:txBody>
      </p:sp>
      <p:sp>
        <p:nvSpPr>
          <p:cNvPr id="264" name="Google Shape;264;g2601a83bd95_0_93"/>
          <p:cNvSpPr txBox="1"/>
          <p:nvPr/>
        </p:nvSpPr>
        <p:spPr>
          <a:xfrm>
            <a:off x="2197500" y="57102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6 9 8</a:t>
            </a:r>
            <a:endParaRPr b="0" i="0" sz="1400" u="none" cap="none" strike="noStrike">
              <a:solidFill>
                <a:srgbClr val="000000"/>
              </a:solidFill>
              <a:latin typeface="Arial"/>
              <a:ea typeface="Arial"/>
              <a:cs typeface="Arial"/>
              <a:sym typeface="Arial"/>
            </a:endParaRPr>
          </a:p>
        </p:txBody>
      </p:sp>
      <p:sp>
        <p:nvSpPr>
          <p:cNvPr id="265" name="Google Shape;265;g2601a83bd95_0_93"/>
          <p:cNvSpPr/>
          <p:nvPr/>
        </p:nvSpPr>
        <p:spPr>
          <a:xfrm>
            <a:off x="2991600" y="16027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13</a:t>
            </a:r>
            <a:endParaRPr b="0" i="0" sz="1900" u="none" cap="none" strike="noStrike">
              <a:solidFill>
                <a:srgbClr val="000000"/>
              </a:solidFill>
              <a:latin typeface="Patrick Hand"/>
              <a:ea typeface="Patrick Hand"/>
              <a:cs typeface="Patrick Hand"/>
              <a:sym typeface="Patrick Hand"/>
            </a:endParaRPr>
          </a:p>
        </p:txBody>
      </p:sp>
      <p:cxnSp>
        <p:nvCxnSpPr>
          <p:cNvPr id="266" name="Google Shape;266;g2601a83bd95_0_93"/>
          <p:cNvCxnSpPr/>
          <p:nvPr/>
        </p:nvCxnSpPr>
        <p:spPr>
          <a:xfrm rot="10800000">
            <a:off x="3035725" y="21320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267" name="Google Shape;267;g2601a83bd95_0_93"/>
          <p:cNvCxnSpPr/>
          <p:nvPr/>
        </p:nvCxnSpPr>
        <p:spPr>
          <a:xfrm rot="10800000">
            <a:off x="27309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268" name="Google Shape;268;g2601a83bd95_0_93"/>
          <p:cNvCxnSpPr/>
          <p:nvPr/>
        </p:nvCxnSpPr>
        <p:spPr>
          <a:xfrm rot="10800000">
            <a:off x="57789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269" name="Google Shape;269;g2601a83bd95_0_93"/>
          <p:cNvCxnSpPr/>
          <p:nvPr/>
        </p:nvCxnSpPr>
        <p:spPr>
          <a:xfrm rot="10800000">
            <a:off x="60837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270" name="Google Shape;270;g2601a83bd95_0_93"/>
          <p:cNvCxnSpPr/>
          <p:nvPr/>
        </p:nvCxnSpPr>
        <p:spPr>
          <a:xfrm rot="10800000">
            <a:off x="92841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271" name="Google Shape;271;g2601a83bd95_0_93"/>
          <p:cNvCxnSpPr/>
          <p:nvPr/>
        </p:nvCxnSpPr>
        <p:spPr>
          <a:xfrm rot="10800000">
            <a:off x="96651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272" name="Google Shape;272;g2601a83bd95_0_93"/>
          <p:cNvCxnSpPr/>
          <p:nvPr/>
        </p:nvCxnSpPr>
        <p:spPr>
          <a:xfrm rot="10800000">
            <a:off x="2642000" y="484192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273" name="Google Shape;273;g2601a83bd95_0_93"/>
          <p:cNvCxnSpPr/>
          <p:nvPr/>
        </p:nvCxnSpPr>
        <p:spPr>
          <a:xfrm rot="10800000">
            <a:off x="2253750" y="484192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274" name="Google Shape;274;g2601a83bd95_0_93"/>
          <p:cNvCxnSpPr/>
          <p:nvPr/>
        </p:nvCxnSpPr>
        <p:spPr>
          <a:xfrm rot="10800000">
            <a:off x="6186763" y="484682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275" name="Google Shape;275;g2601a83bd95_0_93"/>
          <p:cNvCxnSpPr/>
          <p:nvPr/>
        </p:nvCxnSpPr>
        <p:spPr>
          <a:xfrm rot="10800000">
            <a:off x="5835350" y="490987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276" name="Google Shape;276;g2601a83bd95_0_93"/>
          <p:cNvCxnSpPr/>
          <p:nvPr/>
        </p:nvCxnSpPr>
        <p:spPr>
          <a:xfrm rot="10800000">
            <a:off x="9655325" y="493822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277" name="Google Shape;277;g2601a83bd95_0_93"/>
          <p:cNvCxnSpPr/>
          <p:nvPr/>
        </p:nvCxnSpPr>
        <p:spPr>
          <a:xfrm rot="10800000">
            <a:off x="9284125" y="4951275"/>
            <a:ext cx="390900" cy="248700"/>
          </a:xfrm>
          <a:prstGeom prst="straightConnector1">
            <a:avLst/>
          </a:prstGeom>
          <a:noFill/>
          <a:ln cap="flat" cmpd="sng" w="19050">
            <a:solidFill>
              <a:srgbClr val="009287"/>
            </a:solidFill>
            <a:prstDash val="solid"/>
            <a:round/>
            <a:headEnd len="sm" w="sm" type="none"/>
            <a:tailEnd len="sm" w="sm" type="none"/>
          </a:ln>
        </p:spPr>
      </p:cxnSp>
      <p:sp>
        <p:nvSpPr>
          <p:cNvPr id="278" name="Google Shape;278;g2601a83bd95_0_93"/>
          <p:cNvSpPr/>
          <p:nvPr/>
        </p:nvSpPr>
        <p:spPr>
          <a:xfrm>
            <a:off x="2610600" y="16027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7</a:t>
            </a:r>
            <a:endParaRPr b="0" i="0" sz="1900" u="none" cap="none" strike="noStrike">
              <a:solidFill>
                <a:srgbClr val="000000"/>
              </a:solidFill>
              <a:latin typeface="Patrick Hand"/>
              <a:ea typeface="Patrick Hand"/>
              <a:cs typeface="Patrick Hand"/>
              <a:sym typeface="Patrick Hand"/>
            </a:endParaRPr>
          </a:p>
        </p:txBody>
      </p:sp>
      <p:sp>
        <p:nvSpPr>
          <p:cNvPr id="279" name="Google Shape;279;g2601a83bd95_0_93"/>
          <p:cNvSpPr/>
          <p:nvPr/>
        </p:nvSpPr>
        <p:spPr>
          <a:xfrm>
            <a:off x="6146763" y="1584295"/>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11</a:t>
            </a:r>
            <a:endParaRPr b="0" i="0" sz="1900" u="none" cap="none" strike="noStrike">
              <a:solidFill>
                <a:srgbClr val="000000"/>
              </a:solidFill>
              <a:latin typeface="Patrick Hand"/>
              <a:ea typeface="Patrick Hand"/>
              <a:cs typeface="Patrick Hand"/>
              <a:sym typeface="Patrick Hand"/>
            </a:endParaRPr>
          </a:p>
        </p:txBody>
      </p:sp>
      <p:sp>
        <p:nvSpPr>
          <p:cNvPr id="280" name="Google Shape;280;g2601a83bd95_0_93"/>
          <p:cNvSpPr/>
          <p:nvPr/>
        </p:nvSpPr>
        <p:spPr>
          <a:xfrm>
            <a:off x="5734800" y="16027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0</a:t>
            </a:r>
            <a:endParaRPr b="0" i="0" sz="1900" u="none" cap="none" strike="noStrike">
              <a:solidFill>
                <a:srgbClr val="000000"/>
              </a:solidFill>
              <a:latin typeface="Patrick Hand"/>
              <a:ea typeface="Patrick Hand"/>
              <a:cs typeface="Patrick Hand"/>
              <a:sym typeface="Patrick Hand"/>
            </a:endParaRPr>
          </a:p>
        </p:txBody>
      </p:sp>
      <p:sp>
        <p:nvSpPr>
          <p:cNvPr id="281" name="Google Shape;281;g2601a83bd95_0_93"/>
          <p:cNvSpPr/>
          <p:nvPr/>
        </p:nvSpPr>
        <p:spPr>
          <a:xfrm>
            <a:off x="5353800" y="16027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8</a:t>
            </a:r>
            <a:endParaRPr b="0" i="0" sz="1900" u="none" cap="none" strike="noStrike">
              <a:solidFill>
                <a:srgbClr val="000000"/>
              </a:solidFill>
              <a:latin typeface="Patrick Hand"/>
              <a:ea typeface="Patrick Hand"/>
              <a:cs typeface="Patrick Hand"/>
              <a:sym typeface="Patrick Hand"/>
            </a:endParaRPr>
          </a:p>
        </p:txBody>
      </p:sp>
      <p:sp>
        <p:nvSpPr>
          <p:cNvPr id="282" name="Google Shape;282;g2601a83bd95_0_93"/>
          <p:cNvSpPr/>
          <p:nvPr/>
        </p:nvSpPr>
        <p:spPr>
          <a:xfrm>
            <a:off x="5734800" y="1297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cxnSp>
        <p:nvCxnSpPr>
          <p:cNvPr id="283" name="Google Shape;283;g2601a83bd95_0_93"/>
          <p:cNvCxnSpPr/>
          <p:nvPr/>
        </p:nvCxnSpPr>
        <p:spPr>
          <a:xfrm rot="10800000">
            <a:off x="54741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284" name="Google Shape;284;g2601a83bd95_0_93"/>
          <p:cNvCxnSpPr/>
          <p:nvPr/>
        </p:nvCxnSpPr>
        <p:spPr>
          <a:xfrm rot="10800000">
            <a:off x="5702725" y="1674850"/>
            <a:ext cx="390900" cy="248700"/>
          </a:xfrm>
          <a:prstGeom prst="straightConnector1">
            <a:avLst/>
          </a:prstGeom>
          <a:noFill/>
          <a:ln cap="flat" cmpd="sng" w="19050">
            <a:solidFill>
              <a:srgbClr val="009287"/>
            </a:solidFill>
            <a:prstDash val="solid"/>
            <a:round/>
            <a:headEnd len="sm" w="sm" type="none"/>
            <a:tailEnd len="sm" w="sm" type="none"/>
          </a:ln>
        </p:spPr>
      </p:cxnSp>
      <p:sp>
        <p:nvSpPr>
          <p:cNvPr id="285" name="Google Shape;285;g2601a83bd95_0_93"/>
          <p:cNvSpPr/>
          <p:nvPr/>
        </p:nvSpPr>
        <p:spPr>
          <a:xfrm>
            <a:off x="9575763" y="1584295"/>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14</a:t>
            </a:r>
            <a:endParaRPr b="0" i="0" sz="1900" u="none" cap="none" strike="noStrike">
              <a:solidFill>
                <a:srgbClr val="000000"/>
              </a:solidFill>
              <a:latin typeface="Patrick Hand"/>
              <a:ea typeface="Patrick Hand"/>
              <a:cs typeface="Patrick Hand"/>
              <a:sym typeface="Patrick Hand"/>
            </a:endParaRPr>
          </a:p>
        </p:txBody>
      </p:sp>
      <p:sp>
        <p:nvSpPr>
          <p:cNvPr id="286" name="Google Shape;286;g2601a83bd95_0_93"/>
          <p:cNvSpPr/>
          <p:nvPr/>
        </p:nvSpPr>
        <p:spPr>
          <a:xfrm>
            <a:off x="9194763" y="1584295"/>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a:t>
            </a:r>
            <a:endParaRPr b="0" i="0" sz="1900" u="none" cap="none" strike="noStrike">
              <a:solidFill>
                <a:srgbClr val="000000"/>
              </a:solidFill>
              <a:latin typeface="Patrick Hand"/>
              <a:ea typeface="Patrick Hand"/>
              <a:cs typeface="Patrick Hand"/>
              <a:sym typeface="Patrick Hand"/>
            </a:endParaRPr>
          </a:p>
        </p:txBody>
      </p:sp>
      <p:sp>
        <p:nvSpPr>
          <p:cNvPr id="287" name="Google Shape;287;g2601a83bd95_0_93"/>
          <p:cNvSpPr/>
          <p:nvPr/>
        </p:nvSpPr>
        <p:spPr>
          <a:xfrm>
            <a:off x="2991600" y="4345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17</a:t>
            </a:r>
            <a:endParaRPr b="0" i="0" sz="1900" u="none" cap="none" strike="noStrike">
              <a:solidFill>
                <a:srgbClr val="000000"/>
              </a:solidFill>
              <a:latin typeface="Patrick Hand"/>
              <a:ea typeface="Patrick Hand"/>
              <a:cs typeface="Patrick Hand"/>
              <a:sym typeface="Patrick Hand"/>
            </a:endParaRPr>
          </a:p>
        </p:txBody>
      </p:sp>
      <p:sp>
        <p:nvSpPr>
          <p:cNvPr id="288" name="Google Shape;288;g2601a83bd95_0_93"/>
          <p:cNvSpPr/>
          <p:nvPr/>
        </p:nvSpPr>
        <p:spPr>
          <a:xfrm>
            <a:off x="2610600" y="4345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8</a:t>
            </a:r>
            <a:endParaRPr b="0" i="0" sz="1900" u="none" cap="none" strike="noStrike">
              <a:solidFill>
                <a:srgbClr val="000000"/>
              </a:solidFill>
              <a:latin typeface="Patrick Hand"/>
              <a:ea typeface="Patrick Hand"/>
              <a:cs typeface="Patrick Hand"/>
              <a:sym typeface="Patrick Hand"/>
            </a:endParaRPr>
          </a:p>
        </p:txBody>
      </p:sp>
      <p:sp>
        <p:nvSpPr>
          <p:cNvPr id="289" name="Google Shape;289;g2601a83bd95_0_93"/>
          <p:cNvSpPr/>
          <p:nvPr/>
        </p:nvSpPr>
        <p:spPr>
          <a:xfrm>
            <a:off x="2610600" y="3964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18</a:t>
            </a:r>
            <a:endParaRPr b="0" i="0" sz="1900" u="none" cap="none" strike="noStrike">
              <a:solidFill>
                <a:srgbClr val="000000"/>
              </a:solidFill>
              <a:latin typeface="Patrick Hand"/>
              <a:ea typeface="Patrick Hand"/>
              <a:cs typeface="Patrick Hand"/>
              <a:sym typeface="Patrick Hand"/>
            </a:endParaRPr>
          </a:p>
        </p:txBody>
      </p:sp>
      <p:sp>
        <p:nvSpPr>
          <p:cNvPr id="290" name="Google Shape;290;g2601a83bd95_0_93"/>
          <p:cNvSpPr/>
          <p:nvPr/>
        </p:nvSpPr>
        <p:spPr>
          <a:xfrm>
            <a:off x="2229600" y="4345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8</a:t>
            </a:r>
            <a:endParaRPr b="0" i="0" sz="1900" u="none" cap="none" strike="noStrike">
              <a:solidFill>
                <a:srgbClr val="000000"/>
              </a:solidFill>
              <a:latin typeface="Patrick Hand"/>
              <a:ea typeface="Patrick Hand"/>
              <a:cs typeface="Patrick Hand"/>
              <a:sym typeface="Patrick Hand"/>
            </a:endParaRPr>
          </a:p>
        </p:txBody>
      </p:sp>
      <p:cxnSp>
        <p:nvCxnSpPr>
          <p:cNvPr id="291" name="Google Shape;291;g2601a83bd95_0_93"/>
          <p:cNvCxnSpPr/>
          <p:nvPr/>
        </p:nvCxnSpPr>
        <p:spPr>
          <a:xfrm rot="10800000">
            <a:off x="2946800" y="484192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292" name="Google Shape;292;g2601a83bd95_0_93"/>
          <p:cNvCxnSpPr/>
          <p:nvPr/>
        </p:nvCxnSpPr>
        <p:spPr>
          <a:xfrm rot="10800000">
            <a:off x="2565800" y="4384725"/>
            <a:ext cx="390900" cy="248700"/>
          </a:xfrm>
          <a:prstGeom prst="straightConnector1">
            <a:avLst/>
          </a:prstGeom>
          <a:noFill/>
          <a:ln cap="flat" cmpd="sng" w="19050">
            <a:solidFill>
              <a:srgbClr val="009287"/>
            </a:solidFill>
            <a:prstDash val="solid"/>
            <a:round/>
            <a:headEnd len="sm" w="sm" type="none"/>
            <a:tailEnd len="sm" w="sm" type="none"/>
          </a:ln>
        </p:spPr>
      </p:cxnSp>
      <p:sp>
        <p:nvSpPr>
          <p:cNvPr id="293" name="Google Shape;293;g2601a83bd95_0_93"/>
          <p:cNvSpPr/>
          <p:nvPr/>
        </p:nvSpPr>
        <p:spPr>
          <a:xfrm>
            <a:off x="6115800" y="44221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17</a:t>
            </a:r>
            <a:endParaRPr b="0" i="0" sz="1900" u="none" cap="none" strike="noStrike">
              <a:solidFill>
                <a:srgbClr val="000000"/>
              </a:solidFill>
              <a:latin typeface="Patrick Hand"/>
              <a:ea typeface="Patrick Hand"/>
              <a:cs typeface="Patrick Hand"/>
              <a:sym typeface="Patrick Hand"/>
            </a:endParaRPr>
          </a:p>
        </p:txBody>
      </p:sp>
      <p:sp>
        <p:nvSpPr>
          <p:cNvPr id="294" name="Google Shape;294;g2601a83bd95_0_93"/>
          <p:cNvSpPr/>
          <p:nvPr/>
        </p:nvSpPr>
        <p:spPr>
          <a:xfrm>
            <a:off x="5734800" y="44221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6</a:t>
            </a:r>
            <a:endParaRPr b="0" i="0" sz="1900" u="none" cap="none" strike="noStrike">
              <a:solidFill>
                <a:srgbClr val="000000"/>
              </a:solidFill>
              <a:latin typeface="Patrick Hand"/>
              <a:ea typeface="Patrick Hand"/>
              <a:cs typeface="Patrick Hand"/>
              <a:sym typeface="Patrick Hand"/>
            </a:endParaRPr>
          </a:p>
        </p:txBody>
      </p:sp>
      <p:sp>
        <p:nvSpPr>
          <p:cNvPr id="295" name="Google Shape;295;g2601a83bd95_0_93"/>
          <p:cNvSpPr/>
          <p:nvPr/>
        </p:nvSpPr>
        <p:spPr>
          <a:xfrm>
            <a:off x="5734800" y="40411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16</a:t>
            </a:r>
            <a:endParaRPr b="0" i="0" sz="1900" u="none" cap="none" strike="noStrike">
              <a:solidFill>
                <a:srgbClr val="000000"/>
              </a:solidFill>
              <a:latin typeface="Patrick Hand"/>
              <a:ea typeface="Patrick Hand"/>
              <a:cs typeface="Patrick Hand"/>
              <a:sym typeface="Patrick Hand"/>
            </a:endParaRPr>
          </a:p>
        </p:txBody>
      </p:sp>
      <p:sp>
        <p:nvSpPr>
          <p:cNvPr id="296" name="Google Shape;296;g2601a83bd95_0_93"/>
          <p:cNvSpPr/>
          <p:nvPr/>
        </p:nvSpPr>
        <p:spPr>
          <a:xfrm>
            <a:off x="5353800" y="44221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6</a:t>
            </a:r>
            <a:endParaRPr b="0" i="0" sz="1900" u="none" cap="none" strike="noStrike">
              <a:solidFill>
                <a:srgbClr val="000000"/>
              </a:solidFill>
              <a:latin typeface="Patrick Hand"/>
              <a:ea typeface="Patrick Hand"/>
              <a:cs typeface="Patrick Hand"/>
              <a:sym typeface="Patrick Hand"/>
            </a:endParaRPr>
          </a:p>
        </p:txBody>
      </p:sp>
      <p:cxnSp>
        <p:nvCxnSpPr>
          <p:cNvPr id="297" name="Google Shape;297;g2601a83bd95_0_93"/>
          <p:cNvCxnSpPr/>
          <p:nvPr/>
        </p:nvCxnSpPr>
        <p:spPr>
          <a:xfrm rot="10800000">
            <a:off x="5454350" y="4833675"/>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298" name="Google Shape;298;g2601a83bd95_0_93"/>
          <p:cNvCxnSpPr/>
          <p:nvPr/>
        </p:nvCxnSpPr>
        <p:spPr>
          <a:xfrm rot="10800000">
            <a:off x="5778925" y="4471588"/>
            <a:ext cx="390900" cy="248700"/>
          </a:xfrm>
          <a:prstGeom prst="straightConnector1">
            <a:avLst/>
          </a:prstGeom>
          <a:noFill/>
          <a:ln cap="flat" cmpd="sng" w="19050">
            <a:solidFill>
              <a:srgbClr val="009287"/>
            </a:solidFill>
            <a:prstDash val="solid"/>
            <a:round/>
            <a:headEnd len="sm" w="sm" type="none"/>
            <a:tailEnd len="sm" w="sm" type="none"/>
          </a:ln>
        </p:spPr>
      </p:cxnSp>
      <p:sp>
        <p:nvSpPr>
          <p:cNvPr id="299" name="Google Shape;299;g2601a83bd95_0_93"/>
          <p:cNvSpPr/>
          <p:nvPr/>
        </p:nvSpPr>
        <p:spPr>
          <a:xfrm>
            <a:off x="9651963" y="4479895"/>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12</a:t>
            </a:r>
            <a:endParaRPr b="0" i="0" sz="1900" u="none" cap="none" strike="noStrike">
              <a:solidFill>
                <a:srgbClr val="000000"/>
              </a:solidFill>
              <a:latin typeface="Patrick Hand"/>
              <a:ea typeface="Patrick Hand"/>
              <a:cs typeface="Patrick Hand"/>
              <a:sym typeface="Patrick Hand"/>
            </a:endParaRPr>
          </a:p>
        </p:txBody>
      </p:sp>
      <p:sp>
        <p:nvSpPr>
          <p:cNvPr id="300" name="Google Shape;300;g2601a83bd95_0_93"/>
          <p:cNvSpPr/>
          <p:nvPr/>
        </p:nvSpPr>
        <p:spPr>
          <a:xfrm>
            <a:off x="9270963" y="4479895"/>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0</a:t>
            </a:r>
            <a:endParaRPr b="0" i="0" sz="1900" u="none" cap="none" strike="noStrike">
              <a:solidFill>
                <a:srgbClr val="000000"/>
              </a:solidFill>
              <a:latin typeface="Patrick Hand"/>
              <a:ea typeface="Patrick Hand"/>
              <a:cs typeface="Patrick Hand"/>
              <a:sym typeface="Patrick Hand"/>
            </a:endParaRPr>
          </a:p>
        </p:txBody>
      </p:sp>
      <p:pic>
        <p:nvPicPr>
          <p:cNvPr id="301" name="Google Shape;301;g2601a83bd95_0_93"/>
          <p:cNvPicPr preferRelativeResize="0"/>
          <p:nvPr/>
        </p:nvPicPr>
        <p:blipFill>
          <a:blip r:embed="rId4">
            <a:alphaModFix/>
          </a:blip>
          <a:stretch>
            <a:fillRect/>
          </a:stretch>
        </p:blipFill>
        <p:spPr>
          <a:xfrm>
            <a:off x="11021650" y="521693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descr="Forma&#10;&#10;Descripción generada automáticamente con confianza media" id="306" name="Google Shape;306;g2745e17f977_0_0"/>
          <p:cNvPicPr preferRelativeResize="0"/>
          <p:nvPr>
            <p:ph idx="1" type="body"/>
          </p:nvPr>
        </p:nvPicPr>
        <p:blipFill rotWithShape="1">
          <a:blip r:embed="rId3">
            <a:alphaModFix/>
          </a:blip>
          <a:srcRect b="0" l="0" r="0" t="0"/>
          <a:stretch/>
        </p:blipFill>
        <p:spPr>
          <a:xfrm>
            <a:off x="1393" y="-18475"/>
            <a:ext cx="12192000" cy="6858000"/>
          </a:xfrm>
          <a:prstGeom prst="rect">
            <a:avLst/>
          </a:prstGeom>
          <a:noFill/>
          <a:ln>
            <a:noFill/>
          </a:ln>
        </p:spPr>
      </p:pic>
      <p:sp>
        <p:nvSpPr>
          <p:cNvPr id="307" name="Google Shape;307;g2745e17f977_0_0"/>
          <p:cNvSpPr txBox="1"/>
          <p:nvPr/>
        </p:nvSpPr>
        <p:spPr>
          <a:xfrm>
            <a:off x="99225" y="29177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Ejercicios</a:t>
            </a:r>
            <a:endParaRPr b="0" i="0" sz="1400" u="none" cap="none" strike="noStrike">
              <a:solidFill>
                <a:srgbClr val="000000"/>
              </a:solidFill>
              <a:latin typeface="Arial"/>
              <a:ea typeface="Arial"/>
              <a:cs typeface="Arial"/>
              <a:sym typeface="Arial"/>
            </a:endParaRPr>
          </a:p>
        </p:txBody>
      </p:sp>
      <p:sp>
        <p:nvSpPr>
          <p:cNvPr id="308" name="Google Shape;308;g2745e17f977_0_0"/>
          <p:cNvSpPr txBox="1"/>
          <p:nvPr/>
        </p:nvSpPr>
        <p:spPr>
          <a:xfrm>
            <a:off x="2610600" y="471675"/>
            <a:ext cx="105156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2800" u="none" cap="none" strike="noStrike">
                <a:solidFill>
                  <a:schemeClr val="dk1"/>
                </a:solidFill>
                <a:latin typeface="Patrick Hand"/>
                <a:ea typeface="Patrick Hand"/>
                <a:cs typeface="Patrick Hand"/>
                <a:sym typeface="Patrick Hand"/>
              </a:rPr>
              <a:t>Abre tu cuaderno y resolvamos los siguientes ejercicios.</a:t>
            </a:r>
            <a:endParaRPr b="0" i="0" sz="200" u="none" cap="none" strike="noStrike">
              <a:solidFill>
                <a:srgbClr val="000000"/>
              </a:solidFill>
              <a:latin typeface="Arial"/>
              <a:ea typeface="Arial"/>
              <a:cs typeface="Arial"/>
              <a:sym typeface="Arial"/>
            </a:endParaRPr>
          </a:p>
        </p:txBody>
      </p:sp>
      <p:sp>
        <p:nvSpPr>
          <p:cNvPr id="309" name="Google Shape;309;g2745e17f977_0_0"/>
          <p:cNvSpPr txBox="1"/>
          <p:nvPr/>
        </p:nvSpPr>
        <p:spPr>
          <a:xfrm>
            <a:off x="1931825" y="18299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3  0 0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1 2 4</a:t>
            </a:r>
            <a:endParaRPr b="0" i="0" sz="3400" u="none" cap="none" strike="noStrike">
              <a:solidFill>
                <a:srgbClr val="000000"/>
              </a:solidFill>
              <a:latin typeface="Patrick Hand"/>
              <a:ea typeface="Patrick Hand"/>
              <a:cs typeface="Patrick Hand"/>
              <a:sym typeface="Patrick Hand"/>
            </a:endParaRPr>
          </a:p>
        </p:txBody>
      </p:sp>
      <p:sp>
        <p:nvSpPr>
          <p:cNvPr id="310" name="Google Shape;310;g2745e17f977_0_0"/>
          <p:cNvSpPr txBox="1"/>
          <p:nvPr/>
        </p:nvSpPr>
        <p:spPr>
          <a:xfrm>
            <a:off x="2329950" y="290697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1 7 6</a:t>
            </a:r>
            <a:endParaRPr b="0" i="0" sz="1400" u="none" cap="none" strike="noStrike">
              <a:solidFill>
                <a:srgbClr val="000000"/>
              </a:solidFill>
              <a:latin typeface="Arial"/>
              <a:ea typeface="Arial"/>
              <a:cs typeface="Arial"/>
              <a:sym typeface="Arial"/>
            </a:endParaRPr>
          </a:p>
        </p:txBody>
      </p:sp>
      <p:cxnSp>
        <p:nvCxnSpPr>
          <p:cNvPr id="311" name="Google Shape;311;g2745e17f977_0_0"/>
          <p:cNvCxnSpPr/>
          <p:nvPr/>
        </p:nvCxnSpPr>
        <p:spPr>
          <a:xfrm>
            <a:off x="2177825" y="2967050"/>
            <a:ext cx="1172700" cy="0"/>
          </a:xfrm>
          <a:prstGeom prst="straightConnector1">
            <a:avLst/>
          </a:prstGeom>
          <a:noFill/>
          <a:ln cap="flat" cmpd="sng" w="9525">
            <a:solidFill>
              <a:schemeClr val="dk1"/>
            </a:solidFill>
            <a:prstDash val="solid"/>
            <a:round/>
            <a:headEnd len="sm" w="sm" type="none"/>
            <a:tailEnd len="sm" w="sm" type="none"/>
          </a:ln>
        </p:spPr>
      </p:cxnSp>
      <p:sp>
        <p:nvSpPr>
          <p:cNvPr id="312" name="Google Shape;312;g2745e17f977_0_0"/>
          <p:cNvSpPr/>
          <p:nvPr/>
        </p:nvSpPr>
        <p:spPr>
          <a:xfrm>
            <a:off x="2991600" y="16027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cxnSp>
        <p:nvCxnSpPr>
          <p:cNvPr id="313" name="Google Shape;313;g2745e17f977_0_0"/>
          <p:cNvCxnSpPr/>
          <p:nvPr/>
        </p:nvCxnSpPr>
        <p:spPr>
          <a:xfrm rot="10800000">
            <a:off x="3035725" y="21320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14" name="Google Shape;314;g2745e17f977_0_0"/>
          <p:cNvCxnSpPr/>
          <p:nvPr/>
        </p:nvCxnSpPr>
        <p:spPr>
          <a:xfrm rot="10800000">
            <a:off x="2730925" y="2055850"/>
            <a:ext cx="390900" cy="248700"/>
          </a:xfrm>
          <a:prstGeom prst="straightConnector1">
            <a:avLst/>
          </a:prstGeom>
          <a:noFill/>
          <a:ln cap="flat" cmpd="sng" w="19050">
            <a:solidFill>
              <a:srgbClr val="009287"/>
            </a:solidFill>
            <a:prstDash val="solid"/>
            <a:round/>
            <a:headEnd len="sm" w="sm" type="none"/>
            <a:tailEnd len="sm" w="sm" type="none"/>
          </a:ln>
        </p:spPr>
      </p:cxnSp>
      <p:sp>
        <p:nvSpPr>
          <p:cNvPr id="315" name="Google Shape;315;g2745e17f977_0_0"/>
          <p:cNvSpPr/>
          <p:nvPr/>
        </p:nvSpPr>
        <p:spPr>
          <a:xfrm>
            <a:off x="2610600" y="16027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sp>
        <p:nvSpPr>
          <p:cNvPr id="316" name="Google Shape;316;g2745e17f977_0_0"/>
          <p:cNvSpPr/>
          <p:nvPr/>
        </p:nvSpPr>
        <p:spPr>
          <a:xfrm>
            <a:off x="2229600" y="16027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2</a:t>
            </a:r>
            <a:endParaRPr b="0" i="0" sz="1900" u="none" cap="none" strike="noStrike">
              <a:solidFill>
                <a:srgbClr val="000000"/>
              </a:solidFill>
              <a:latin typeface="Patrick Hand"/>
              <a:ea typeface="Patrick Hand"/>
              <a:cs typeface="Patrick Hand"/>
              <a:sym typeface="Patrick Hand"/>
            </a:endParaRPr>
          </a:p>
        </p:txBody>
      </p:sp>
      <p:sp>
        <p:nvSpPr>
          <p:cNvPr id="317" name="Google Shape;317;g2745e17f977_0_0"/>
          <p:cNvSpPr/>
          <p:nvPr/>
        </p:nvSpPr>
        <p:spPr>
          <a:xfrm>
            <a:off x="2610600" y="1297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9</a:t>
            </a:r>
            <a:endParaRPr b="0" i="0" sz="1900" u="none" cap="none" strike="noStrike">
              <a:solidFill>
                <a:srgbClr val="000000"/>
              </a:solidFill>
              <a:latin typeface="Patrick Hand"/>
              <a:ea typeface="Patrick Hand"/>
              <a:cs typeface="Patrick Hand"/>
              <a:sym typeface="Patrick Hand"/>
            </a:endParaRPr>
          </a:p>
        </p:txBody>
      </p:sp>
      <p:cxnSp>
        <p:nvCxnSpPr>
          <p:cNvPr id="318" name="Google Shape;318;g2745e17f977_0_0"/>
          <p:cNvCxnSpPr/>
          <p:nvPr/>
        </p:nvCxnSpPr>
        <p:spPr>
          <a:xfrm rot="10800000">
            <a:off x="22737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19" name="Google Shape;319;g2745e17f977_0_0"/>
          <p:cNvCxnSpPr/>
          <p:nvPr/>
        </p:nvCxnSpPr>
        <p:spPr>
          <a:xfrm rot="10800000">
            <a:off x="2578525" y="1674850"/>
            <a:ext cx="390900" cy="248700"/>
          </a:xfrm>
          <a:prstGeom prst="straightConnector1">
            <a:avLst/>
          </a:prstGeom>
          <a:noFill/>
          <a:ln cap="flat" cmpd="sng" w="19050">
            <a:solidFill>
              <a:srgbClr val="009287"/>
            </a:solidFill>
            <a:prstDash val="solid"/>
            <a:round/>
            <a:headEnd len="sm" w="sm" type="none"/>
            <a:tailEnd len="sm" w="sm" type="none"/>
          </a:ln>
        </p:spPr>
      </p:cxnSp>
      <p:sp>
        <p:nvSpPr>
          <p:cNvPr id="320" name="Google Shape;320;g2745e17f977_0_0"/>
          <p:cNvSpPr txBox="1"/>
          <p:nvPr/>
        </p:nvSpPr>
        <p:spPr>
          <a:xfrm>
            <a:off x="4903625" y="17537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7  0 0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4 6 2</a:t>
            </a:r>
            <a:endParaRPr b="0" i="0" sz="3400" u="none" cap="none" strike="noStrike">
              <a:solidFill>
                <a:srgbClr val="000000"/>
              </a:solidFill>
              <a:latin typeface="Patrick Hand"/>
              <a:ea typeface="Patrick Hand"/>
              <a:cs typeface="Patrick Hand"/>
              <a:sym typeface="Patrick Hand"/>
            </a:endParaRPr>
          </a:p>
        </p:txBody>
      </p:sp>
      <p:sp>
        <p:nvSpPr>
          <p:cNvPr id="321" name="Google Shape;321;g2745e17f977_0_0"/>
          <p:cNvSpPr txBox="1"/>
          <p:nvPr/>
        </p:nvSpPr>
        <p:spPr>
          <a:xfrm>
            <a:off x="5301750" y="283077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2 3 8</a:t>
            </a:r>
            <a:endParaRPr b="0" i="0" sz="1400" u="none" cap="none" strike="noStrike">
              <a:solidFill>
                <a:srgbClr val="000000"/>
              </a:solidFill>
              <a:latin typeface="Arial"/>
              <a:ea typeface="Arial"/>
              <a:cs typeface="Arial"/>
              <a:sym typeface="Arial"/>
            </a:endParaRPr>
          </a:p>
        </p:txBody>
      </p:sp>
      <p:cxnSp>
        <p:nvCxnSpPr>
          <p:cNvPr id="322" name="Google Shape;322;g2745e17f977_0_0"/>
          <p:cNvCxnSpPr/>
          <p:nvPr/>
        </p:nvCxnSpPr>
        <p:spPr>
          <a:xfrm>
            <a:off x="5149625" y="2890850"/>
            <a:ext cx="1172700" cy="0"/>
          </a:xfrm>
          <a:prstGeom prst="straightConnector1">
            <a:avLst/>
          </a:prstGeom>
          <a:noFill/>
          <a:ln cap="flat" cmpd="sng" w="9525">
            <a:solidFill>
              <a:schemeClr val="dk1"/>
            </a:solidFill>
            <a:prstDash val="solid"/>
            <a:round/>
            <a:headEnd len="sm" w="sm" type="none"/>
            <a:tailEnd len="sm" w="sm" type="none"/>
          </a:ln>
        </p:spPr>
      </p:cxnSp>
      <p:sp>
        <p:nvSpPr>
          <p:cNvPr id="323" name="Google Shape;323;g2745e17f977_0_0"/>
          <p:cNvSpPr/>
          <p:nvPr/>
        </p:nvSpPr>
        <p:spPr>
          <a:xfrm>
            <a:off x="5963400" y="15265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cxnSp>
        <p:nvCxnSpPr>
          <p:cNvPr id="324" name="Google Shape;324;g2745e17f977_0_0"/>
          <p:cNvCxnSpPr/>
          <p:nvPr/>
        </p:nvCxnSpPr>
        <p:spPr>
          <a:xfrm rot="10800000">
            <a:off x="60075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25" name="Google Shape;325;g2745e17f977_0_0"/>
          <p:cNvCxnSpPr/>
          <p:nvPr/>
        </p:nvCxnSpPr>
        <p:spPr>
          <a:xfrm rot="10800000">
            <a:off x="5702725" y="1979650"/>
            <a:ext cx="390900" cy="248700"/>
          </a:xfrm>
          <a:prstGeom prst="straightConnector1">
            <a:avLst/>
          </a:prstGeom>
          <a:noFill/>
          <a:ln cap="flat" cmpd="sng" w="19050">
            <a:solidFill>
              <a:srgbClr val="009287"/>
            </a:solidFill>
            <a:prstDash val="solid"/>
            <a:round/>
            <a:headEnd len="sm" w="sm" type="none"/>
            <a:tailEnd len="sm" w="sm" type="none"/>
          </a:ln>
        </p:spPr>
      </p:cxnSp>
      <p:sp>
        <p:nvSpPr>
          <p:cNvPr id="326" name="Google Shape;326;g2745e17f977_0_0"/>
          <p:cNvSpPr/>
          <p:nvPr/>
        </p:nvSpPr>
        <p:spPr>
          <a:xfrm>
            <a:off x="5582400" y="15265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sp>
        <p:nvSpPr>
          <p:cNvPr id="327" name="Google Shape;327;g2745e17f977_0_0"/>
          <p:cNvSpPr/>
          <p:nvPr/>
        </p:nvSpPr>
        <p:spPr>
          <a:xfrm>
            <a:off x="5201400" y="15265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6</a:t>
            </a:r>
            <a:endParaRPr b="0" i="0" sz="1900" u="none" cap="none" strike="noStrike">
              <a:solidFill>
                <a:srgbClr val="000000"/>
              </a:solidFill>
              <a:latin typeface="Patrick Hand"/>
              <a:ea typeface="Patrick Hand"/>
              <a:cs typeface="Patrick Hand"/>
              <a:sym typeface="Patrick Hand"/>
            </a:endParaRPr>
          </a:p>
        </p:txBody>
      </p:sp>
      <p:sp>
        <p:nvSpPr>
          <p:cNvPr id="328" name="Google Shape;328;g2745e17f977_0_0"/>
          <p:cNvSpPr/>
          <p:nvPr/>
        </p:nvSpPr>
        <p:spPr>
          <a:xfrm>
            <a:off x="5582400" y="12217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9</a:t>
            </a:r>
            <a:endParaRPr b="0" i="0" sz="1900" u="none" cap="none" strike="noStrike">
              <a:solidFill>
                <a:srgbClr val="000000"/>
              </a:solidFill>
              <a:latin typeface="Patrick Hand"/>
              <a:ea typeface="Patrick Hand"/>
              <a:cs typeface="Patrick Hand"/>
              <a:sym typeface="Patrick Hand"/>
            </a:endParaRPr>
          </a:p>
        </p:txBody>
      </p:sp>
      <p:cxnSp>
        <p:nvCxnSpPr>
          <p:cNvPr id="329" name="Google Shape;329;g2745e17f977_0_0"/>
          <p:cNvCxnSpPr/>
          <p:nvPr/>
        </p:nvCxnSpPr>
        <p:spPr>
          <a:xfrm rot="10800000">
            <a:off x="5245525" y="19796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30" name="Google Shape;330;g2745e17f977_0_0"/>
          <p:cNvCxnSpPr/>
          <p:nvPr/>
        </p:nvCxnSpPr>
        <p:spPr>
          <a:xfrm rot="10800000">
            <a:off x="5550325" y="1598650"/>
            <a:ext cx="390900" cy="248700"/>
          </a:xfrm>
          <a:prstGeom prst="straightConnector1">
            <a:avLst/>
          </a:prstGeom>
          <a:noFill/>
          <a:ln cap="flat" cmpd="sng" w="19050">
            <a:solidFill>
              <a:srgbClr val="009287"/>
            </a:solidFill>
            <a:prstDash val="solid"/>
            <a:round/>
            <a:headEnd len="sm" w="sm" type="none"/>
            <a:tailEnd len="sm" w="sm" type="none"/>
          </a:ln>
        </p:spPr>
      </p:cxnSp>
      <p:sp>
        <p:nvSpPr>
          <p:cNvPr id="331" name="Google Shape;331;g2745e17f977_0_0"/>
          <p:cNvSpPr txBox="1"/>
          <p:nvPr/>
        </p:nvSpPr>
        <p:spPr>
          <a:xfrm>
            <a:off x="8408825" y="17537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1 0 0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3 8</a:t>
            </a:r>
            <a:endParaRPr b="0" i="0" sz="3400" u="none" cap="none" strike="noStrike">
              <a:solidFill>
                <a:srgbClr val="000000"/>
              </a:solidFill>
              <a:latin typeface="Patrick Hand"/>
              <a:ea typeface="Patrick Hand"/>
              <a:cs typeface="Patrick Hand"/>
              <a:sym typeface="Patrick Hand"/>
            </a:endParaRPr>
          </a:p>
        </p:txBody>
      </p:sp>
      <p:sp>
        <p:nvSpPr>
          <p:cNvPr id="332" name="Google Shape;332;g2745e17f977_0_0"/>
          <p:cNvSpPr txBox="1"/>
          <p:nvPr/>
        </p:nvSpPr>
        <p:spPr>
          <a:xfrm>
            <a:off x="8806950" y="283077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6 2</a:t>
            </a:r>
            <a:endParaRPr b="0" i="0" sz="1400" u="none" cap="none" strike="noStrike">
              <a:solidFill>
                <a:srgbClr val="000000"/>
              </a:solidFill>
              <a:latin typeface="Arial"/>
              <a:ea typeface="Arial"/>
              <a:cs typeface="Arial"/>
              <a:sym typeface="Arial"/>
            </a:endParaRPr>
          </a:p>
        </p:txBody>
      </p:sp>
      <p:cxnSp>
        <p:nvCxnSpPr>
          <p:cNvPr id="333" name="Google Shape;333;g2745e17f977_0_0"/>
          <p:cNvCxnSpPr/>
          <p:nvPr/>
        </p:nvCxnSpPr>
        <p:spPr>
          <a:xfrm>
            <a:off x="8654825" y="2890850"/>
            <a:ext cx="1172700" cy="0"/>
          </a:xfrm>
          <a:prstGeom prst="straightConnector1">
            <a:avLst/>
          </a:prstGeom>
          <a:noFill/>
          <a:ln cap="flat" cmpd="sng" w="9525">
            <a:solidFill>
              <a:schemeClr val="dk1"/>
            </a:solidFill>
            <a:prstDash val="solid"/>
            <a:round/>
            <a:headEnd len="sm" w="sm" type="none"/>
            <a:tailEnd len="sm" w="sm" type="none"/>
          </a:ln>
        </p:spPr>
      </p:cxnSp>
      <p:sp>
        <p:nvSpPr>
          <p:cNvPr id="334" name="Google Shape;334;g2745e17f977_0_0"/>
          <p:cNvSpPr/>
          <p:nvPr/>
        </p:nvSpPr>
        <p:spPr>
          <a:xfrm>
            <a:off x="9468600" y="15265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cxnSp>
        <p:nvCxnSpPr>
          <p:cNvPr id="335" name="Google Shape;335;g2745e17f977_0_0"/>
          <p:cNvCxnSpPr/>
          <p:nvPr/>
        </p:nvCxnSpPr>
        <p:spPr>
          <a:xfrm rot="10800000">
            <a:off x="9512725" y="20558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36" name="Google Shape;336;g2745e17f977_0_0"/>
          <p:cNvCxnSpPr/>
          <p:nvPr/>
        </p:nvCxnSpPr>
        <p:spPr>
          <a:xfrm rot="10800000">
            <a:off x="9207925" y="1979650"/>
            <a:ext cx="390900" cy="248700"/>
          </a:xfrm>
          <a:prstGeom prst="straightConnector1">
            <a:avLst/>
          </a:prstGeom>
          <a:noFill/>
          <a:ln cap="flat" cmpd="sng" w="19050">
            <a:solidFill>
              <a:srgbClr val="009287"/>
            </a:solidFill>
            <a:prstDash val="solid"/>
            <a:round/>
            <a:headEnd len="sm" w="sm" type="none"/>
            <a:tailEnd len="sm" w="sm" type="none"/>
          </a:ln>
        </p:spPr>
      </p:cxnSp>
      <p:sp>
        <p:nvSpPr>
          <p:cNvPr id="337" name="Google Shape;337;g2745e17f977_0_0"/>
          <p:cNvSpPr/>
          <p:nvPr/>
        </p:nvSpPr>
        <p:spPr>
          <a:xfrm>
            <a:off x="9087600" y="15265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sp>
        <p:nvSpPr>
          <p:cNvPr id="338" name="Google Shape;338;g2745e17f977_0_0"/>
          <p:cNvSpPr/>
          <p:nvPr/>
        </p:nvSpPr>
        <p:spPr>
          <a:xfrm>
            <a:off x="8706600" y="15265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0</a:t>
            </a:r>
            <a:endParaRPr b="0" i="0" sz="1900" u="none" cap="none" strike="noStrike">
              <a:solidFill>
                <a:srgbClr val="000000"/>
              </a:solidFill>
              <a:latin typeface="Patrick Hand"/>
              <a:ea typeface="Patrick Hand"/>
              <a:cs typeface="Patrick Hand"/>
              <a:sym typeface="Patrick Hand"/>
            </a:endParaRPr>
          </a:p>
        </p:txBody>
      </p:sp>
      <p:sp>
        <p:nvSpPr>
          <p:cNvPr id="339" name="Google Shape;339;g2745e17f977_0_0"/>
          <p:cNvSpPr/>
          <p:nvPr/>
        </p:nvSpPr>
        <p:spPr>
          <a:xfrm>
            <a:off x="9087600" y="12217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9</a:t>
            </a:r>
            <a:endParaRPr b="0" i="0" sz="1900" u="none" cap="none" strike="noStrike">
              <a:solidFill>
                <a:srgbClr val="000000"/>
              </a:solidFill>
              <a:latin typeface="Patrick Hand"/>
              <a:ea typeface="Patrick Hand"/>
              <a:cs typeface="Patrick Hand"/>
              <a:sym typeface="Patrick Hand"/>
            </a:endParaRPr>
          </a:p>
        </p:txBody>
      </p:sp>
      <p:cxnSp>
        <p:nvCxnSpPr>
          <p:cNvPr id="340" name="Google Shape;340;g2745e17f977_0_0"/>
          <p:cNvCxnSpPr/>
          <p:nvPr/>
        </p:nvCxnSpPr>
        <p:spPr>
          <a:xfrm rot="10800000">
            <a:off x="8750725" y="19796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41" name="Google Shape;341;g2745e17f977_0_0"/>
          <p:cNvCxnSpPr/>
          <p:nvPr/>
        </p:nvCxnSpPr>
        <p:spPr>
          <a:xfrm rot="10800000">
            <a:off x="9055525" y="1598650"/>
            <a:ext cx="390900" cy="248700"/>
          </a:xfrm>
          <a:prstGeom prst="straightConnector1">
            <a:avLst/>
          </a:prstGeom>
          <a:noFill/>
          <a:ln cap="flat" cmpd="sng" w="19050">
            <a:solidFill>
              <a:srgbClr val="009287"/>
            </a:solidFill>
            <a:prstDash val="solid"/>
            <a:round/>
            <a:headEnd len="sm" w="sm" type="none"/>
            <a:tailEnd len="sm" w="sm" type="none"/>
          </a:ln>
        </p:spPr>
      </p:cxnSp>
      <p:sp>
        <p:nvSpPr>
          <p:cNvPr id="342" name="Google Shape;342;g2745e17f977_0_0"/>
          <p:cNvSpPr txBox="1"/>
          <p:nvPr/>
        </p:nvSpPr>
        <p:spPr>
          <a:xfrm>
            <a:off x="2008025" y="46493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8  0 0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5 5 5</a:t>
            </a:r>
            <a:endParaRPr b="0" i="0" sz="3400" u="none" cap="none" strike="noStrike">
              <a:solidFill>
                <a:srgbClr val="000000"/>
              </a:solidFill>
              <a:latin typeface="Patrick Hand"/>
              <a:ea typeface="Patrick Hand"/>
              <a:cs typeface="Patrick Hand"/>
              <a:sym typeface="Patrick Hand"/>
            </a:endParaRPr>
          </a:p>
        </p:txBody>
      </p:sp>
      <p:sp>
        <p:nvSpPr>
          <p:cNvPr id="343" name="Google Shape;343;g2745e17f977_0_0"/>
          <p:cNvSpPr txBox="1"/>
          <p:nvPr/>
        </p:nvSpPr>
        <p:spPr>
          <a:xfrm>
            <a:off x="2406150" y="572637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2 4 5</a:t>
            </a:r>
            <a:endParaRPr b="0" i="0" sz="1400" u="none" cap="none" strike="noStrike">
              <a:solidFill>
                <a:srgbClr val="000000"/>
              </a:solidFill>
              <a:latin typeface="Arial"/>
              <a:ea typeface="Arial"/>
              <a:cs typeface="Arial"/>
              <a:sym typeface="Arial"/>
            </a:endParaRPr>
          </a:p>
        </p:txBody>
      </p:sp>
      <p:cxnSp>
        <p:nvCxnSpPr>
          <p:cNvPr id="344" name="Google Shape;344;g2745e17f977_0_0"/>
          <p:cNvCxnSpPr/>
          <p:nvPr/>
        </p:nvCxnSpPr>
        <p:spPr>
          <a:xfrm>
            <a:off x="2254025" y="5786450"/>
            <a:ext cx="1172700" cy="0"/>
          </a:xfrm>
          <a:prstGeom prst="straightConnector1">
            <a:avLst/>
          </a:prstGeom>
          <a:noFill/>
          <a:ln cap="flat" cmpd="sng" w="9525">
            <a:solidFill>
              <a:schemeClr val="dk1"/>
            </a:solidFill>
            <a:prstDash val="solid"/>
            <a:round/>
            <a:headEnd len="sm" w="sm" type="none"/>
            <a:tailEnd len="sm" w="sm" type="none"/>
          </a:ln>
        </p:spPr>
      </p:cxnSp>
      <p:sp>
        <p:nvSpPr>
          <p:cNvPr id="345" name="Google Shape;345;g2745e17f977_0_0"/>
          <p:cNvSpPr/>
          <p:nvPr/>
        </p:nvSpPr>
        <p:spPr>
          <a:xfrm>
            <a:off x="3067800" y="44221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cxnSp>
        <p:nvCxnSpPr>
          <p:cNvPr id="346" name="Google Shape;346;g2745e17f977_0_0"/>
          <p:cNvCxnSpPr/>
          <p:nvPr/>
        </p:nvCxnSpPr>
        <p:spPr>
          <a:xfrm rot="10800000">
            <a:off x="3111925" y="49514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47" name="Google Shape;347;g2745e17f977_0_0"/>
          <p:cNvCxnSpPr/>
          <p:nvPr/>
        </p:nvCxnSpPr>
        <p:spPr>
          <a:xfrm rot="10800000">
            <a:off x="2807125" y="4875250"/>
            <a:ext cx="390900" cy="248700"/>
          </a:xfrm>
          <a:prstGeom prst="straightConnector1">
            <a:avLst/>
          </a:prstGeom>
          <a:noFill/>
          <a:ln cap="flat" cmpd="sng" w="19050">
            <a:solidFill>
              <a:srgbClr val="009287"/>
            </a:solidFill>
            <a:prstDash val="solid"/>
            <a:round/>
            <a:headEnd len="sm" w="sm" type="none"/>
            <a:tailEnd len="sm" w="sm" type="none"/>
          </a:ln>
        </p:spPr>
      </p:cxnSp>
      <p:sp>
        <p:nvSpPr>
          <p:cNvPr id="348" name="Google Shape;348;g2745e17f977_0_0"/>
          <p:cNvSpPr/>
          <p:nvPr/>
        </p:nvSpPr>
        <p:spPr>
          <a:xfrm>
            <a:off x="2686800" y="44221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sp>
        <p:nvSpPr>
          <p:cNvPr id="349" name="Google Shape;349;g2745e17f977_0_0"/>
          <p:cNvSpPr/>
          <p:nvPr/>
        </p:nvSpPr>
        <p:spPr>
          <a:xfrm>
            <a:off x="2305800" y="44221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7</a:t>
            </a:r>
            <a:endParaRPr b="0" i="0" sz="1900" u="none" cap="none" strike="noStrike">
              <a:solidFill>
                <a:srgbClr val="000000"/>
              </a:solidFill>
              <a:latin typeface="Patrick Hand"/>
              <a:ea typeface="Patrick Hand"/>
              <a:cs typeface="Patrick Hand"/>
              <a:sym typeface="Patrick Hand"/>
            </a:endParaRPr>
          </a:p>
        </p:txBody>
      </p:sp>
      <p:sp>
        <p:nvSpPr>
          <p:cNvPr id="350" name="Google Shape;350;g2745e17f977_0_0"/>
          <p:cNvSpPr/>
          <p:nvPr/>
        </p:nvSpPr>
        <p:spPr>
          <a:xfrm>
            <a:off x="2686800" y="41173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9</a:t>
            </a:r>
            <a:endParaRPr b="0" i="0" sz="1900" u="none" cap="none" strike="noStrike">
              <a:solidFill>
                <a:srgbClr val="000000"/>
              </a:solidFill>
              <a:latin typeface="Patrick Hand"/>
              <a:ea typeface="Patrick Hand"/>
              <a:cs typeface="Patrick Hand"/>
              <a:sym typeface="Patrick Hand"/>
            </a:endParaRPr>
          </a:p>
        </p:txBody>
      </p:sp>
      <p:cxnSp>
        <p:nvCxnSpPr>
          <p:cNvPr id="351" name="Google Shape;351;g2745e17f977_0_0"/>
          <p:cNvCxnSpPr/>
          <p:nvPr/>
        </p:nvCxnSpPr>
        <p:spPr>
          <a:xfrm rot="10800000">
            <a:off x="2349925" y="48752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52" name="Google Shape;352;g2745e17f977_0_0"/>
          <p:cNvCxnSpPr/>
          <p:nvPr/>
        </p:nvCxnSpPr>
        <p:spPr>
          <a:xfrm rot="10800000">
            <a:off x="2654725" y="4494250"/>
            <a:ext cx="390900" cy="248700"/>
          </a:xfrm>
          <a:prstGeom prst="straightConnector1">
            <a:avLst/>
          </a:prstGeom>
          <a:noFill/>
          <a:ln cap="flat" cmpd="sng" w="19050">
            <a:solidFill>
              <a:srgbClr val="009287"/>
            </a:solidFill>
            <a:prstDash val="solid"/>
            <a:round/>
            <a:headEnd len="sm" w="sm" type="none"/>
            <a:tailEnd len="sm" w="sm" type="none"/>
          </a:ln>
        </p:spPr>
      </p:cxnSp>
      <p:sp>
        <p:nvSpPr>
          <p:cNvPr id="353" name="Google Shape;353;g2745e17f977_0_0"/>
          <p:cNvSpPr txBox="1"/>
          <p:nvPr/>
        </p:nvSpPr>
        <p:spPr>
          <a:xfrm>
            <a:off x="4903625" y="45731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6 0 0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4 5 3</a:t>
            </a:r>
            <a:endParaRPr b="0" i="0" sz="3400" u="none" cap="none" strike="noStrike">
              <a:solidFill>
                <a:srgbClr val="000000"/>
              </a:solidFill>
              <a:latin typeface="Patrick Hand"/>
              <a:ea typeface="Patrick Hand"/>
              <a:cs typeface="Patrick Hand"/>
              <a:sym typeface="Patrick Hand"/>
            </a:endParaRPr>
          </a:p>
        </p:txBody>
      </p:sp>
      <p:sp>
        <p:nvSpPr>
          <p:cNvPr id="354" name="Google Shape;354;g2745e17f977_0_0"/>
          <p:cNvSpPr txBox="1"/>
          <p:nvPr/>
        </p:nvSpPr>
        <p:spPr>
          <a:xfrm>
            <a:off x="5301750" y="565017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1 4 7</a:t>
            </a:r>
            <a:endParaRPr b="0" i="0" sz="1400" u="none" cap="none" strike="noStrike">
              <a:solidFill>
                <a:srgbClr val="000000"/>
              </a:solidFill>
              <a:latin typeface="Arial"/>
              <a:ea typeface="Arial"/>
              <a:cs typeface="Arial"/>
              <a:sym typeface="Arial"/>
            </a:endParaRPr>
          </a:p>
        </p:txBody>
      </p:sp>
      <p:cxnSp>
        <p:nvCxnSpPr>
          <p:cNvPr id="355" name="Google Shape;355;g2745e17f977_0_0"/>
          <p:cNvCxnSpPr/>
          <p:nvPr/>
        </p:nvCxnSpPr>
        <p:spPr>
          <a:xfrm>
            <a:off x="5149625" y="5710250"/>
            <a:ext cx="1172700" cy="0"/>
          </a:xfrm>
          <a:prstGeom prst="straightConnector1">
            <a:avLst/>
          </a:prstGeom>
          <a:noFill/>
          <a:ln cap="flat" cmpd="sng" w="9525">
            <a:solidFill>
              <a:schemeClr val="dk1"/>
            </a:solidFill>
            <a:prstDash val="solid"/>
            <a:round/>
            <a:headEnd len="sm" w="sm" type="none"/>
            <a:tailEnd len="sm" w="sm" type="none"/>
          </a:ln>
        </p:spPr>
      </p:cxnSp>
      <p:sp>
        <p:nvSpPr>
          <p:cNvPr id="356" name="Google Shape;356;g2745e17f977_0_0"/>
          <p:cNvSpPr/>
          <p:nvPr/>
        </p:nvSpPr>
        <p:spPr>
          <a:xfrm>
            <a:off x="5963400" y="4345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cxnSp>
        <p:nvCxnSpPr>
          <p:cNvPr id="357" name="Google Shape;357;g2745e17f977_0_0"/>
          <p:cNvCxnSpPr/>
          <p:nvPr/>
        </p:nvCxnSpPr>
        <p:spPr>
          <a:xfrm rot="10800000">
            <a:off x="6007525" y="48752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58" name="Google Shape;358;g2745e17f977_0_0"/>
          <p:cNvCxnSpPr/>
          <p:nvPr/>
        </p:nvCxnSpPr>
        <p:spPr>
          <a:xfrm rot="10800000">
            <a:off x="5702725" y="4799050"/>
            <a:ext cx="390900" cy="248700"/>
          </a:xfrm>
          <a:prstGeom prst="straightConnector1">
            <a:avLst/>
          </a:prstGeom>
          <a:noFill/>
          <a:ln cap="flat" cmpd="sng" w="19050">
            <a:solidFill>
              <a:srgbClr val="009287"/>
            </a:solidFill>
            <a:prstDash val="solid"/>
            <a:round/>
            <a:headEnd len="sm" w="sm" type="none"/>
            <a:tailEnd len="sm" w="sm" type="none"/>
          </a:ln>
        </p:spPr>
      </p:cxnSp>
      <p:sp>
        <p:nvSpPr>
          <p:cNvPr id="359" name="Google Shape;359;g2745e17f977_0_0"/>
          <p:cNvSpPr/>
          <p:nvPr/>
        </p:nvSpPr>
        <p:spPr>
          <a:xfrm>
            <a:off x="5582400" y="4345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sp>
        <p:nvSpPr>
          <p:cNvPr id="360" name="Google Shape;360;g2745e17f977_0_0"/>
          <p:cNvSpPr/>
          <p:nvPr/>
        </p:nvSpPr>
        <p:spPr>
          <a:xfrm>
            <a:off x="5201400" y="4345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5</a:t>
            </a:r>
            <a:endParaRPr b="0" i="0" sz="1900" u="none" cap="none" strike="noStrike">
              <a:solidFill>
                <a:srgbClr val="000000"/>
              </a:solidFill>
              <a:latin typeface="Patrick Hand"/>
              <a:ea typeface="Patrick Hand"/>
              <a:cs typeface="Patrick Hand"/>
              <a:sym typeface="Patrick Hand"/>
            </a:endParaRPr>
          </a:p>
        </p:txBody>
      </p:sp>
      <p:sp>
        <p:nvSpPr>
          <p:cNvPr id="361" name="Google Shape;361;g2745e17f977_0_0"/>
          <p:cNvSpPr/>
          <p:nvPr/>
        </p:nvSpPr>
        <p:spPr>
          <a:xfrm>
            <a:off x="5582400" y="40411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9</a:t>
            </a:r>
            <a:endParaRPr b="0" i="0" sz="1900" u="none" cap="none" strike="noStrike">
              <a:solidFill>
                <a:srgbClr val="000000"/>
              </a:solidFill>
              <a:latin typeface="Patrick Hand"/>
              <a:ea typeface="Patrick Hand"/>
              <a:cs typeface="Patrick Hand"/>
              <a:sym typeface="Patrick Hand"/>
            </a:endParaRPr>
          </a:p>
        </p:txBody>
      </p:sp>
      <p:cxnSp>
        <p:nvCxnSpPr>
          <p:cNvPr id="362" name="Google Shape;362;g2745e17f977_0_0"/>
          <p:cNvCxnSpPr/>
          <p:nvPr/>
        </p:nvCxnSpPr>
        <p:spPr>
          <a:xfrm rot="10800000">
            <a:off x="5245525" y="47990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63" name="Google Shape;363;g2745e17f977_0_0"/>
          <p:cNvCxnSpPr/>
          <p:nvPr/>
        </p:nvCxnSpPr>
        <p:spPr>
          <a:xfrm rot="10800000">
            <a:off x="5550325" y="4418050"/>
            <a:ext cx="390900" cy="248700"/>
          </a:xfrm>
          <a:prstGeom prst="straightConnector1">
            <a:avLst/>
          </a:prstGeom>
          <a:noFill/>
          <a:ln cap="flat" cmpd="sng" w="19050">
            <a:solidFill>
              <a:srgbClr val="009287"/>
            </a:solidFill>
            <a:prstDash val="solid"/>
            <a:round/>
            <a:headEnd len="sm" w="sm" type="none"/>
            <a:tailEnd len="sm" w="sm" type="none"/>
          </a:ln>
        </p:spPr>
      </p:cxnSp>
      <p:sp>
        <p:nvSpPr>
          <p:cNvPr id="364" name="Google Shape;364;g2745e17f977_0_0"/>
          <p:cNvSpPr txBox="1"/>
          <p:nvPr/>
        </p:nvSpPr>
        <p:spPr>
          <a:xfrm>
            <a:off x="8408825" y="45731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5  0 0 </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3 7 1</a:t>
            </a:r>
            <a:endParaRPr b="0" i="0" sz="3400" u="none" cap="none" strike="noStrike">
              <a:solidFill>
                <a:srgbClr val="000000"/>
              </a:solidFill>
              <a:latin typeface="Patrick Hand"/>
              <a:ea typeface="Patrick Hand"/>
              <a:cs typeface="Patrick Hand"/>
              <a:sym typeface="Patrick Hand"/>
            </a:endParaRPr>
          </a:p>
        </p:txBody>
      </p:sp>
      <p:sp>
        <p:nvSpPr>
          <p:cNvPr id="365" name="Google Shape;365;g2745e17f977_0_0"/>
          <p:cNvSpPr txBox="1"/>
          <p:nvPr/>
        </p:nvSpPr>
        <p:spPr>
          <a:xfrm>
            <a:off x="8806950" y="565017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1 2 9</a:t>
            </a:r>
            <a:endParaRPr b="0" i="0" sz="1400" u="none" cap="none" strike="noStrike">
              <a:solidFill>
                <a:srgbClr val="000000"/>
              </a:solidFill>
              <a:latin typeface="Arial"/>
              <a:ea typeface="Arial"/>
              <a:cs typeface="Arial"/>
              <a:sym typeface="Arial"/>
            </a:endParaRPr>
          </a:p>
        </p:txBody>
      </p:sp>
      <p:cxnSp>
        <p:nvCxnSpPr>
          <p:cNvPr id="366" name="Google Shape;366;g2745e17f977_0_0"/>
          <p:cNvCxnSpPr/>
          <p:nvPr/>
        </p:nvCxnSpPr>
        <p:spPr>
          <a:xfrm>
            <a:off x="8654825" y="5710250"/>
            <a:ext cx="1172700" cy="0"/>
          </a:xfrm>
          <a:prstGeom prst="straightConnector1">
            <a:avLst/>
          </a:prstGeom>
          <a:noFill/>
          <a:ln cap="flat" cmpd="sng" w="9525">
            <a:solidFill>
              <a:schemeClr val="dk1"/>
            </a:solidFill>
            <a:prstDash val="solid"/>
            <a:round/>
            <a:headEnd len="sm" w="sm" type="none"/>
            <a:tailEnd len="sm" w="sm" type="none"/>
          </a:ln>
        </p:spPr>
      </p:cxnSp>
      <p:sp>
        <p:nvSpPr>
          <p:cNvPr id="367" name="Google Shape;367;g2745e17f977_0_0"/>
          <p:cNvSpPr/>
          <p:nvPr/>
        </p:nvSpPr>
        <p:spPr>
          <a:xfrm>
            <a:off x="9468600" y="4345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cxnSp>
        <p:nvCxnSpPr>
          <p:cNvPr id="368" name="Google Shape;368;g2745e17f977_0_0"/>
          <p:cNvCxnSpPr/>
          <p:nvPr/>
        </p:nvCxnSpPr>
        <p:spPr>
          <a:xfrm rot="10800000">
            <a:off x="9512725" y="48752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69" name="Google Shape;369;g2745e17f977_0_0"/>
          <p:cNvCxnSpPr/>
          <p:nvPr/>
        </p:nvCxnSpPr>
        <p:spPr>
          <a:xfrm rot="10800000">
            <a:off x="9207925" y="4799050"/>
            <a:ext cx="390900" cy="248700"/>
          </a:xfrm>
          <a:prstGeom prst="straightConnector1">
            <a:avLst/>
          </a:prstGeom>
          <a:noFill/>
          <a:ln cap="flat" cmpd="sng" w="19050">
            <a:solidFill>
              <a:srgbClr val="009287"/>
            </a:solidFill>
            <a:prstDash val="solid"/>
            <a:round/>
            <a:headEnd len="sm" w="sm" type="none"/>
            <a:tailEnd len="sm" w="sm" type="none"/>
          </a:ln>
        </p:spPr>
      </p:cxnSp>
      <p:sp>
        <p:nvSpPr>
          <p:cNvPr id="370" name="Google Shape;370;g2745e17f977_0_0"/>
          <p:cNvSpPr/>
          <p:nvPr/>
        </p:nvSpPr>
        <p:spPr>
          <a:xfrm>
            <a:off x="9087600" y="4345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10</a:t>
            </a:r>
            <a:endParaRPr b="0" i="0" sz="1900" u="none" cap="none" strike="noStrike">
              <a:solidFill>
                <a:srgbClr val="000000"/>
              </a:solidFill>
              <a:latin typeface="Patrick Hand"/>
              <a:ea typeface="Patrick Hand"/>
              <a:cs typeface="Patrick Hand"/>
              <a:sym typeface="Patrick Hand"/>
            </a:endParaRPr>
          </a:p>
        </p:txBody>
      </p:sp>
      <p:sp>
        <p:nvSpPr>
          <p:cNvPr id="371" name="Google Shape;371;g2745e17f977_0_0"/>
          <p:cNvSpPr/>
          <p:nvPr/>
        </p:nvSpPr>
        <p:spPr>
          <a:xfrm>
            <a:off x="8706600" y="43459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4</a:t>
            </a:r>
            <a:endParaRPr b="0" i="0" sz="1900" u="none" cap="none" strike="noStrike">
              <a:solidFill>
                <a:srgbClr val="000000"/>
              </a:solidFill>
              <a:latin typeface="Patrick Hand"/>
              <a:ea typeface="Patrick Hand"/>
              <a:cs typeface="Patrick Hand"/>
              <a:sym typeface="Patrick Hand"/>
            </a:endParaRPr>
          </a:p>
        </p:txBody>
      </p:sp>
      <p:sp>
        <p:nvSpPr>
          <p:cNvPr id="372" name="Google Shape;372;g2745e17f977_0_0"/>
          <p:cNvSpPr/>
          <p:nvPr/>
        </p:nvSpPr>
        <p:spPr>
          <a:xfrm>
            <a:off x="9087600" y="4041107"/>
            <a:ext cx="390900" cy="317100"/>
          </a:xfrm>
          <a:prstGeom prst="rect">
            <a:avLst/>
          </a:prstGeom>
          <a:solidFill>
            <a:schemeClr val="lt2"/>
          </a:solidFill>
          <a:ln cap="flat" cmpd="sng" w="952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ES" sz="1900" u="none" cap="none" strike="noStrike">
                <a:solidFill>
                  <a:srgbClr val="000000"/>
                </a:solidFill>
                <a:latin typeface="Patrick Hand"/>
                <a:ea typeface="Patrick Hand"/>
                <a:cs typeface="Patrick Hand"/>
                <a:sym typeface="Patrick Hand"/>
              </a:rPr>
              <a:t>9</a:t>
            </a:r>
            <a:endParaRPr b="0" i="0" sz="1900" u="none" cap="none" strike="noStrike">
              <a:solidFill>
                <a:srgbClr val="000000"/>
              </a:solidFill>
              <a:latin typeface="Patrick Hand"/>
              <a:ea typeface="Patrick Hand"/>
              <a:cs typeface="Patrick Hand"/>
              <a:sym typeface="Patrick Hand"/>
            </a:endParaRPr>
          </a:p>
        </p:txBody>
      </p:sp>
      <p:cxnSp>
        <p:nvCxnSpPr>
          <p:cNvPr id="373" name="Google Shape;373;g2745e17f977_0_0"/>
          <p:cNvCxnSpPr/>
          <p:nvPr/>
        </p:nvCxnSpPr>
        <p:spPr>
          <a:xfrm rot="10800000">
            <a:off x="8750725" y="4799050"/>
            <a:ext cx="390900" cy="248700"/>
          </a:xfrm>
          <a:prstGeom prst="straightConnector1">
            <a:avLst/>
          </a:prstGeom>
          <a:noFill/>
          <a:ln cap="flat" cmpd="sng" w="19050">
            <a:solidFill>
              <a:srgbClr val="009287"/>
            </a:solidFill>
            <a:prstDash val="solid"/>
            <a:round/>
            <a:headEnd len="sm" w="sm" type="none"/>
            <a:tailEnd len="sm" w="sm" type="none"/>
          </a:ln>
        </p:spPr>
      </p:cxnSp>
      <p:cxnSp>
        <p:nvCxnSpPr>
          <p:cNvPr id="374" name="Google Shape;374;g2745e17f977_0_0"/>
          <p:cNvCxnSpPr/>
          <p:nvPr/>
        </p:nvCxnSpPr>
        <p:spPr>
          <a:xfrm rot="10800000">
            <a:off x="9055525" y="4418050"/>
            <a:ext cx="390900" cy="248700"/>
          </a:xfrm>
          <a:prstGeom prst="straightConnector1">
            <a:avLst/>
          </a:prstGeom>
          <a:noFill/>
          <a:ln cap="flat" cmpd="sng" w="19050">
            <a:solidFill>
              <a:srgbClr val="009287"/>
            </a:solidFill>
            <a:prstDash val="solid"/>
            <a:round/>
            <a:headEnd len="sm" w="sm" type="none"/>
            <a:tailEnd len="sm" w="sm" type="none"/>
          </a:ln>
        </p:spPr>
      </p:cxnSp>
      <p:pic>
        <p:nvPicPr>
          <p:cNvPr id="375" name="Google Shape;375;g2745e17f977_0_0"/>
          <p:cNvPicPr preferRelativeResize="0"/>
          <p:nvPr/>
        </p:nvPicPr>
        <p:blipFill>
          <a:blip r:embed="rId4">
            <a:alphaModFix/>
          </a:blip>
          <a:stretch>
            <a:fillRect/>
          </a:stretch>
        </p:blipFill>
        <p:spPr>
          <a:xfrm>
            <a:off x="11021650" y="521693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g2aee030d000_0_63"/>
          <p:cNvSpPr txBox="1"/>
          <p:nvPr/>
        </p:nvSpPr>
        <p:spPr>
          <a:xfrm>
            <a:off x="1046979" y="488799"/>
            <a:ext cx="10098000" cy="7848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¡Ahora es tu turno!</a:t>
            </a:r>
            <a:endParaRPr b="0" i="0" sz="4300" u="none" cap="none" strike="noStrike">
              <a:solidFill>
                <a:schemeClr val="lt1"/>
              </a:solidFill>
              <a:highlight>
                <a:srgbClr val="009287"/>
              </a:highlight>
              <a:latin typeface="Arial"/>
              <a:ea typeface="Arial"/>
              <a:cs typeface="Arial"/>
              <a:sym typeface="Arial"/>
            </a:endParaRPr>
          </a:p>
        </p:txBody>
      </p:sp>
      <p:sp>
        <p:nvSpPr>
          <p:cNvPr id="381" name="Google Shape;381;g2aee030d000_0_63"/>
          <p:cNvSpPr txBox="1"/>
          <p:nvPr/>
        </p:nvSpPr>
        <p:spPr>
          <a:xfrm>
            <a:off x="6006967" y="3512859"/>
            <a:ext cx="6096000" cy="7080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b="1" i="0" lang="es-ES" sz="1900" u="none" cap="none" strike="noStrike">
                <a:solidFill>
                  <a:srgbClr val="000000"/>
                </a:solidFill>
                <a:latin typeface="Calibri"/>
                <a:ea typeface="Calibri"/>
                <a:cs typeface="Calibri"/>
                <a:sym typeface="Calibri"/>
              </a:rPr>
              <a:t>RESPONDER ACÁ:</a:t>
            </a:r>
            <a:endParaRPr sz="1900"/>
          </a:p>
          <a:p>
            <a:pPr indent="0" lvl="0" marL="0" marR="0" rtl="0" algn="ctr">
              <a:lnSpc>
                <a:spcPct val="100000"/>
              </a:lnSpc>
              <a:spcBef>
                <a:spcPts val="0"/>
              </a:spcBef>
              <a:spcAft>
                <a:spcPts val="0"/>
              </a:spcAft>
              <a:buNone/>
            </a:pPr>
            <a:r>
              <a:rPr b="1" lang="es-ES" sz="1900" u="sng">
                <a:solidFill>
                  <a:schemeClr val="hlink"/>
                </a:solidFill>
                <a:latin typeface="Calibri"/>
                <a:ea typeface="Calibri"/>
                <a:cs typeface="Calibri"/>
                <a:sym typeface="Calibri"/>
                <a:hlinkClick r:id="rId3"/>
              </a:rPr>
              <a:t>https://forms.gle/t98Lzy125ktdVaEY8</a:t>
            </a:r>
            <a:r>
              <a:rPr b="1" lang="es-ES" sz="1900">
                <a:latin typeface="Calibri"/>
                <a:ea typeface="Calibri"/>
                <a:cs typeface="Calibri"/>
                <a:sym typeface="Calibri"/>
              </a:rPr>
              <a:t> </a:t>
            </a:r>
            <a:endParaRPr sz="1900"/>
          </a:p>
        </p:txBody>
      </p:sp>
      <p:sp>
        <p:nvSpPr>
          <p:cNvPr id="382" name="Google Shape;382;g2aee030d000_0_63"/>
          <p:cNvSpPr txBox="1"/>
          <p:nvPr/>
        </p:nvSpPr>
        <p:spPr>
          <a:xfrm>
            <a:off x="6562400" y="1214700"/>
            <a:ext cx="43407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3) ¿Cuál es el resultado?</a:t>
            </a:r>
            <a:endParaRPr sz="1900"/>
          </a:p>
        </p:txBody>
      </p:sp>
      <p:sp>
        <p:nvSpPr>
          <p:cNvPr id="383" name="Google Shape;383;g2aee030d000_0_63"/>
          <p:cNvSpPr txBox="1"/>
          <p:nvPr/>
        </p:nvSpPr>
        <p:spPr>
          <a:xfrm>
            <a:off x="1046967" y="1214700"/>
            <a:ext cx="43407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1) ¿Cuál es el resultado?</a:t>
            </a:r>
            <a:endParaRPr sz="1900"/>
          </a:p>
        </p:txBody>
      </p:sp>
      <p:sp>
        <p:nvSpPr>
          <p:cNvPr id="384" name="Google Shape;384;g2aee030d000_0_63"/>
          <p:cNvSpPr txBox="1"/>
          <p:nvPr/>
        </p:nvSpPr>
        <p:spPr>
          <a:xfrm>
            <a:off x="1916170" y="1789000"/>
            <a:ext cx="2602500" cy="20136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4500"/>
              <a:buFont typeface="Arial"/>
              <a:buNone/>
            </a:pP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8</a:t>
            </a: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6</a:t>
            </a: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3</a:t>
            </a:r>
            <a:r>
              <a:rPr b="0" i="0" lang="es-ES" sz="4500" u="none" cap="none" strike="noStrike">
                <a:solidFill>
                  <a:srgbClr val="000000"/>
                </a:solidFill>
                <a:latin typeface="Patrick Hand"/>
                <a:ea typeface="Patrick Hand"/>
                <a:cs typeface="Patrick Hand"/>
                <a:sym typeface="Patrick Hand"/>
              </a:rPr>
              <a:t> </a:t>
            </a:r>
            <a:endParaRPr b="0" i="0" sz="4500" u="none" cap="none" strike="noStrike">
              <a:solidFill>
                <a:srgbClr val="000000"/>
              </a:solidFill>
              <a:latin typeface="Patrick Hand"/>
              <a:ea typeface="Patrick Hand"/>
              <a:cs typeface="Patrick Hand"/>
              <a:sym typeface="Patrick Hand"/>
            </a:endParaRPr>
          </a:p>
          <a:p>
            <a:pPr indent="-590550" lvl="0" marL="609600" marR="0" rtl="0" algn="l">
              <a:lnSpc>
                <a:spcPct val="100000"/>
              </a:lnSpc>
              <a:spcBef>
                <a:spcPts val="0"/>
              </a:spcBef>
              <a:spcAft>
                <a:spcPts val="0"/>
              </a:spcAft>
              <a:buSzPts val="4500"/>
              <a:buFont typeface="Patrick Hand"/>
              <a:buChar char="-"/>
            </a:pPr>
            <a:r>
              <a:rPr lang="es-ES" sz="4500">
                <a:latin typeface="Patrick Hand"/>
                <a:ea typeface="Patrick Hand"/>
                <a:cs typeface="Patrick Hand"/>
                <a:sym typeface="Patrick Hand"/>
              </a:rPr>
              <a:t>3  5 </a:t>
            </a: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3 </a:t>
            </a:r>
            <a:endParaRPr b="0" i="0" sz="4500" u="none" cap="none" strike="noStrike">
              <a:solidFill>
                <a:srgbClr val="000000"/>
              </a:solidFill>
              <a:latin typeface="Patrick Hand"/>
              <a:ea typeface="Patrick Hand"/>
              <a:cs typeface="Patrick Hand"/>
              <a:sym typeface="Patrick Hand"/>
            </a:endParaRPr>
          </a:p>
        </p:txBody>
      </p:sp>
      <p:cxnSp>
        <p:nvCxnSpPr>
          <p:cNvPr id="385" name="Google Shape;385;g2aee030d000_0_63"/>
          <p:cNvCxnSpPr/>
          <p:nvPr/>
        </p:nvCxnSpPr>
        <p:spPr>
          <a:xfrm>
            <a:off x="2244150" y="3305083"/>
            <a:ext cx="2191500" cy="0"/>
          </a:xfrm>
          <a:prstGeom prst="straightConnector1">
            <a:avLst/>
          </a:prstGeom>
          <a:noFill/>
          <a:ln cap="flat" cmpd="sng" w="9525">
            <a:solidFill>
              <a:srgbClr val="000000"/>
            </a:solidFill>
            <a:prstDash val="solid"/>
            <a:round/>
            <a:headEnd len="sm" w="sm" type="none"/>
            <a:tailEnd len="sm" w="sm" type="none"/>
          </a:ln>
        </p:spPr>
      </p:cxnSp>
      <p:cxnSp>
        <p:nvCxnSpPr>
          <p:cNvPr id="386" name="Google Shape;386;g2aee030d000_0_63"/>
          <p:cNvCxnSpPr/>
          <p:nvPr/>
        </p:nvCxnSpPr>
        <p:spPr>
          <a:xfrm>
            <a:off x="7959150" y="3305083"/>
            <a:ext cx="2191500" cy="0"/>
          </a:xfrm>
          <a:prstGeom prst="straightConnector1">
            <a:avLst/>
          </a:prstGeom>
          <a:noFill/>
          <a:ln cap="flat" cmpd="sng" w="9525">
            <a:solidFill>
              <a:srgbClr val="000000"/>
            </a:solidFill>
            <a:prstDash val="solid"/>
            <a:round/>
            <a:headEnd len="sm" w="sm" type="none"/>
            <a:tailEnd len="sm" w="sm" type="none"/>
          </a:ln>
        </p:spPr>
      </p:cxnSp>
      <p:sp>
        <p:nvSpPr>
          <p:cNvPr id="387" name="Google Shape;387;g2aee030d000_0_63"/>
          <p:cNvSpPr txBox="1"/>
          <p:nvPr/>
        </p:nvSpPr>
        <p:spPr>
          <a:xfrm>
            <a:off x="1046967" y="3802600"/>
            <a:ext cx="43407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2) ¿Cuál es el resultado?</a:t>
            </a:r>
            <a:endParaRPr sz="1900"/>
          </a:p>
        </p:txBody>
      </p:sp>
      <p:sp>
        <p:nvSpPr>
          <p:cNvPr id="388" name="Google Shape;388;g2aee030d000_0_63"/>
          <p:cNvSpPr txBox="1"/>
          <p:nvPr/>
        </p:nvSpPr>
        <p:spPr>
          <a:xfrm>
            <a:off x="7631170" y="1789000"/>
            <a:ext cx="2602500" cy="20136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4500"/>
              <a:buFont typeface="Arial"/>
              <a:buNone/>
            </a:pP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4</a:t>
            </a: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4</a:t>
            </a: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1</a:t>
            </a:r>
            <a:r>
              <a:rPr b="0" i="0" lang="es-ES" sz="4500" u="none" cap="none" strike="noStrike">
                <a:solidFill>
                  <a:srgbClr val="000000"/>
                </a:solidFill>
                <a:latin typeface="Patrick Hand"/>
                <a:ea typeface="Patrick Hand"/>
                <a:cs typeface="Patrick Hand"/>
                <a:sym typeface="Patrick Hand"/>
              </a:rPr>
              <a:t> </a:t>
            </a:r>
            <a:endParaRPr b="0" i="0" sz="4500" u="none" cap="none" strike="noStrike">
              <a:solidFill>
                <a:srgbClr val="000000"/>
              </a:solidFill>
              <a:latin typeface="Patrick Hand"/>
              <a:ea typeface="Patrick Hand"/>
              <a:cs typeface="Patrick Hand"/>
              <a:sym typeface="Patrick Hand"/>
            </a:endParaRPr>
          </a:p>
          <a:p>
            <a:pPr indent="-590550" lvl="0" marL="609600" marR="0" rtl="0" algn="l">
              <a:lnSpc>
                <a:spcPct val="100000"/>
              </a:lnSpc>
              <a:spcBef>
                <a:spcPts val="0"/>
              </a:spcBef>
              <a:spcAft>
                <a:spcPts val="0"/>
              </a:spcAft>
              <a:buSzPts val="4500"/>
              <a:buFont typeface="Patrick Hand"/>
              <a:buChar char="-"/>
            </a:pPr>
            <a:r>
              <a:rPr lang="es-ES" sz="4500">
                <a:latin typeface="Patrick Hand"/>
                <a:ea typeface="Patrick Hand"/>
                <a:cs typeface="Patrick Hand"/>
                <a:sym typeface="Patrick Hand"/>
              </a:rPr>
              <a:t>3  7 </a:t>
            </a: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3 </a:t>
            </a:r>
            <a:endParaRPr b="0" i="0" sz="4500" u="none" cap="none" strike="noStrike">
              <a:solidFill>
                <a:srgbClr val="000000"/>
              </a:solidFill>
              <a:latin typeface="Patrick Hand"/>
              <a:ea typeface="Patrick Hand"/>
              <a:cs typeface="Patrick Hand"/>
              <a:sym typeface="Patrick Hand"/>
            </a:endParaRPr>
          </a:p>
        </p:txBody>
      </p:sp>
      <p:sp>
        <p:nvSpPr>
          <p:cNvPr id="389" name="Google Shape;389;g2aee030d000_0_63"/>
          <p:cNvSpPr txBox="1"/>
          <p:nvPr/>
        </p:nvSpPr>
        <p:spPr>
          <a:xfrm>
            <a:off x="1916170" y="4322800"/>
            <a:ext cx="2602500" cy="20136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4500"/>
              <a:buFont typeface="Arial"/>
              <a:buNone/>
            </a:pP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4</a:t>
            </a: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9</a:t>
            </a: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1</a:t>
            </a:r>
            <a:r>
              <a:rPr b="0" i="0" lang="es-ES" sz="4500" u="none" cap="none" strike="noStrike">
                <a:solidFill>
                  <a:srgbClr val="000000"/>
                </a:solidFill>
                <a:latin typeface="Patrick Hand"/>
                <a:ea typeface="Patrick Hand"/>
                <a:cs typeface="Patrick Hand"/>
                <a:sym typeface="Patrick Hand"/>
              </a:rPr>
              <a:t> </a:t>
            </a:r>
            <a:endParaRPr b="0" i="0" sz="4500" u="none" cap="none" strike="noStrike">
              <a:solidFill>
                <a:srgbClr val="000000"/>
              </a:solidFill>
              <a:latin typeface="Patrick Hand"/>
              <a:ea typeface="Patrick Hand"/>
              <a:cs typeface="Patrick Hand"/>
              <a:sym typeface="Patrick Hand"/>
            </a:endParaRPr>
          </a:p>
          <a:p>
            <a:pPr indent="-590550" lvl="0" marL="609600" marR="0" rtl="0" algn="l">
              <a:lnSpc>
                <a:spcPct val="100000"/>
              </a:lnSpc>
              <a:spcBef>
                <a:spcPts val="0"/>
              </a:spcBef>
              <a:spcAft>
                <a:spcPts val="0"/>
              </a:spcAft>
              <a:buSzPts val="4500"/>
              <a:buFont typeface="Patrick Hand"/>
              <a:buChar char="-"/>
            </a:pPr>
            <a:r>
              <a:rPr lang="es-ES" sz="4500">
                <a:latin typeface="Patrick Hand"/>
                <a:ea typeface="Patrick Hand"/>
                <a:cs typeface="Patrick Hand"/>
                <a:sym typeface="Patrick Hand"/>
              </a:rPr>
              <a:t>3  5 </a:t>
            </a:r>
            <a:r>
              <a:rPr b="0" i="0" lang="es-ES" sz="4500" u="none" cap="none" strike="noStrike">
                <a:solidFill>
                  <a:srgbClr val="000000"/>
                </a:solidFill>
                <a:latin typeface="Patrick Hand"/>
                <a:ea typeface="Patrick Hand"/>
                <a:cs typeface="Patrick Hand"/>
                <a:sym typeface="Patrick Hand"/>
              </a:rPr>
              <a:t>  </a:t>
            </a:r>
            <a:r>
              <a:rPr lang="es-ES" sz="4500">
                <a:latin typeface="Patrick Hand"/>
                <a:ea typeface="Patrick Hand"/>
                <a:cs typeface="Patrick Hand"/>
                <a:sym typeface="Patrick Hand"/>
              </a:rPr>
              <a:t>3 </a:t>
            </a:r>
            <a:endParaRPr b="0" i="0" sz="4500" u="none" cap="none" strike="noStrike">
              <a:solidFill>
                <a:srgbClr val="000000"/>
              </a:solidFill>
              <a:latin typeface="Patrick Hand"/>
              <a:ea typeface="Patrick Hand"/>
              <a:cs typeface="Patrick Hand"/>
              <a:sym typeface="Patrick Hand"/>
            </a:endParaRPr>
          </a:p>
        </p:txBody>
      </p:sp>
      <p:cxnSp>
        <p:nvCxnSpPr>
          <p:cNvPr id="390" name="Google Shape;390;g2aee030d000_0_63"/>
          <p:cNvCxnSpPr/>
          <p:nvPr/>
        </p:nvCxnSpPr>
        <p:spPr>
          <a:xfrm>
            <a:off x="2244150" y="5838883"/>
            <a:ext cx="2191500" cy="0"/>
          </a:xfrm>
          <a:prstGeom prst="straightConnector1">
            <a:avLst/>
          </a:prstGeom>
          <a:noFill/>
          <a:ln cap="flat" cmpd="sng" w="9525">
            <a:solidFill>
              <a:srgbClr val="000000"/>
            </a:solidFill>
            <a:prstDash val="solid"/>
            <a:round/>
            <a:headEnd len="sm" w="sm" type="none"/>
            <a:tailEnd len="sm" w="sm" type="none"/>
          </a:ln>
        </p:spPr>
      </p:cxnSp>
      <p:pic>
        <p:nvPicPr>
          <p:cNvPr id="391" name="Google Shape;391;g2aee030d000_0_63"/>
          <p:cNvPicPr preferRelativeResize="0"/>
          <p:nvPr/>
        </p:nvPicPr>
        <p:blipFill rotWithShape="1">
          <a:blip r:embed="rId4">
            <a:alphaModFix/>
          </a:blip>
          <a:srcRect b="8982" l="8982" r="8982" t="8982"/>
          <a:stretch/>
        </p:blipFill>
        <p:spPr>
          <a:xfrm>
            <a:off x="7836567" y="4210467"/>
            <a:ext cx="2191599" cy="2191635"/>
          </a:xfrm>
          <a:prstGeom prst="rect">
            <a:avLst/>
          </a:prstGeom>
          <a:noFill/>
          <a:ln>
            <a:noFill/>
          </a:ln>
        </p:spPr>
      </p:pic>
      <p:pic>
        <p:nvPicPr>
          <p:cNvPr id="392" name="Google Shape;392;g2aee030d000_0_63"/>
          <p:cNvPicPr preferRelativeResize="0"/>
          <p:nvPr/>
        </p:nvPicPr>
        <p:blipFill>
          <a:blip r:embed="rId5">
            <a:alphaModFix/>
          </a:blip>
          <a:stretch>
            <a:fillRect/>
          </a:stretch>
        </p:blipFill>
        <p:spPr>
          <a:xfrm>
            <a:off x="11021650" y="521693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pic>
        <p:nvPicPr>
          <p:cNvPr descr="Forma&#10;&#10;Descripción generada automáticamente con confianza media" id="397" name="Google Shape;397;g2b4d6a59b94_0_7"/>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398" name="Google Shape;398;g2b4d6a59b94_0_7"/>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¡Reforcemos lo aprendido!</a:t>
            </a:r>
            <a:endParaRPr b="0" i="0" sz="1900" u="none" cap="none" strike="noStrike">
              <a:solidFill>
                <a:schemeClr val="lt1"/>
              </a:solidFill>
              <a:highlight>
                <a:srgbClr val="009287"/>
              </a:highlight>
              <a:latin typeface="Arial"/>
              <a:ea typeface="Arial"/>
              <a:cs typeface="Arial"/>
              <a:sym typeface="Arial"/>
            </a:endParaRPr>
          </a:p>
        </p:txBody>
      </p:sp>
      <p:sp>
        <p:nvSpPr>
          <p:cNvPr id="399" name="Google Shape;399;g2b4d6a59b94_0_7"/>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suma" id="400" name="Google Shape;400;g2b4d6a59b94_0_7" title="Reforzamiento - Resta (15) - Ejercicios de 3 dígitos">
            <a:hlinkClick r:id="rId4"/>
          </p:cNvPr>
          <p:cNvPicPr preferRelativeResize="0"/>
          <p:nvPr/>
        </p:nvPicPr>
        <p:blipFill>
          <a:blip r:embed="rId5">
            <a:alphaModFix/>
          </a:blip>
          <a:stretch>
            <a:fillRect/>
          </a:stretch>
        </p:blipFill>
        <p:spPr>
          <a:xfrm>
            <a:off x="1751925" y="1398450"/>
            <a:ext cx="8688150" cy="4887100"/>
          </a:xfrm>
          <a:prstGeom prst="rect">
            <a:avLst/>
          </a:prstGeom>
          <a:noFill/>
          <a:ln cap="flat" cmpd="sng" w="28575">
            <a:solidFill>
              <a:schemeClr val="dk2"/>
            </a:solidFill>
            <a:prstDash val="solid"/>
            <a:round/>
            <a:headEnd len="sm" w="sm" type="none"/>
            <a:tailEnd len="sm" w="sm" type="none"/>
          </a:ln>
        </p:spPr>
      </p:pic>
      <p:pic>
        <p:nvPicPr>
          <p:cNvPr id="401" name="Google Shape;401;g2b4d6a59b94_0_7"/>
          <p:cNvPicPr preferRelativeResize="0"/>
          <p:nvPr/>
        </p:nvPicPr>
        <p:blipFill>
          <a:blip r:embed="rId6">
            <a:alphaModFix/>
          </a:blip>
          <a:stretch>
            <a:fillRect/>
          </a:stretch>
        </p:blipFill>
        <p:spPr>
          <a:xfrm>
            <a:off x="11021650" y="521693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1000"/>
                                        <p:tgtEl>
                                          <p:spTgt spid="4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2023-06-14T18:49:54Z</dcterms:created>
  <dc:creator>Antonia  Hola</dc:creator>
</cp:coreProperties>
</file>