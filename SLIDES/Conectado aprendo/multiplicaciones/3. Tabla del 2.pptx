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Patrick Hand"/>
      <p:regular r:id="rId25"/>
    </p:embeddedFont>
    <p:embeddedFont>
      <p:font typeface="Poppins"/>
      <p:regular r:id="rId26"/>
      <p:bold r:id="rId27"/>
      <p:italic r:id="rId28"/>
      <p:boldItalic r:id="rId29"/>
    </p:embeddedFont>
    <p:embeddedFont>
      <p:font typeface="Poppins 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HyHwosF3mX0vdO/56Jc0ij51T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regular.fntdata"/><Relationship Id="rId25" Type="http://schemas.openxmlformats.org/officeDocument/2006/relationships/font" Target="fonts/PatrickHand-regular.fntdata"/><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bold.fntdata"/><Relationship Id="rId30" Type="http://schemas.openxmlformats.org/officeDocument/2006/relationships/font" Target="fonts/PoppinsLight-regular.fntdata"/><Relationship Id="rId11" Type="http://schemas.openxmlformats.org/officeDocument/2006/relationships/slide" Target="slides/slide6.xml"/><Relationship Id="rId33" Type="http://schemas.openxmlformats.org/officeDocument/2006/relationships/font" Target="fonts/PoppinsLight-boldItalic.fntdata"/><Relationship Id="rId10" Type="http://schemas.openxmlformats.org/officeDocument/2006/relationships/slide" Target="slides/slide5.xml"/><Relationship Id="rId32" Type="http://schemas.openxmlformats.org/officeDocument/2006/relationships/font" Target="fonts/PoppinsLight-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1a13376f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1a13376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347d2dd8a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347d2dd8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47d2dd8a8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47d2dd8a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47d2dd8a8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47d2dd8a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47d2dd8a8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47d2dd8a8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37be27922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237be27922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5bf903a7d5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g25bf903a7d5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bfd64c579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25bfd64c579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37be27922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237be2792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af04fc6c91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CL"/>
              <a:t>&lt;a href="https://www.flaticon.es/iconos-gratis/caja" title="caja iconos"&gt;Caja iconos creados por Good Ware - Flaticon&lt;/a&gt;</a:t>
            </a:r>
            <a:endParaRPr/>
          </a:p>
          <a:p>
            <a:pPr indent="0" lvl="0" marL="0" rtl="0" algn="l">
              <a:lnSpc>
                <a:spcPct val="100000"/>
              </a:lnSpc>
              <a:spcBef>
                <a:spcPts val="0"/>
              </a:spcBef>
              <a:spcAft>
                <a:spcPts val="0"/>
              </a:spcAft>
              <a:buSzPts val="1100"/>
              <a:buNone/>
            </a:pPr>
            <a:r>
              <a:rPr lang="es-CL"/>
              <a:t>&lt;a href="https://www.flaticon.es/iconos-gratis/pastel-de-frutas" title="pastel de frutas iconos"&gt;Pastel de frutas iconos creados por Freepik - Flaticon&lt;/a&gt;</a:t>
            </a:r>
            <a:endParaRPr/>
          </a:p>
        </p:txBody>
      </p:sp>
      <p:sp>
        <p:nvSpPr>
          <p:cNvPr id="384" name="Google Shape;384;g2af04fc6c91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b522ee6938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g2b522ee693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f04fc6c91_0_1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f04fc6c91_0_11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f04fc6c91_0_11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f04fc6c91_0_11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f04fc6c91_0_11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f04fc6c91_0_121"/>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f04fc6c91_0_121"/>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f04fc6c91_0_12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f04fc6c91_0_125"/>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f04fc6c91_0_12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f04fc6c91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f04fc6c91_0_12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f04fc6c91_0_12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f04fc6c91_0_12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f04fc6c91_0_13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f04fc6c91_0_13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f04fc6c91_0_136"/>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f04fc6c91_0_136"/>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f04fc6c91_0_13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f04fc6c91_0_140"/>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f04fc6c91_0_14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f04fc6c91_0_14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f04fc6c91_0_143"/>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f04fc6c91_0_143"/>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f04fc6c91_0_143"/>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f04fc6c91_0_14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f04fc6c91_0_149"/>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f04fc6c91_0_14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f04fc6c91_0_152"/>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f04fc6c91_0_152"/>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f04fc6c91_0_15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f04fc6c91_0_15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4.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f04fc6c91_0_11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f04fc6c91_0_11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f04fc6c91_0_11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hyperlink" Target="https://forms.gle/5wu4AeyTRUPi6WDz5" TargetMode="External"/><Relationship Id="rId6" Type="http://schemas.openxmlformats.org/officeDocument/2006/relationships/image" Target="../media/image21.png"/><Relationship Id="rId7"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2.jpg"/><Relationship Id="rId4" Type="http://schemas.openxmlformats.org/officeDocument/2006/relationships/hyperlink" Target="http://www.youtube.com/watch?v=QyB-4ej6hJE" TargetMode="External"/><Relationship Id="rId5" Type="http://schemas.openxmlformats.org/officeDocument/2006/relationships/image" Target="../media/image23.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48600" y="5617975"/>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3" y="5"/>
            <a:ext cx="12192010" cy="6858000"/>
          </a:xfrm>
          <a:prstGeom prst="rect">
            <a:avLst/>
          </a:prstGeom>
          <a:noFill/>
          <a:ln>
            <a:noFill/>
          </a:ln>
        </p:spPr>
      </p:pic>
      <p:pic>
        <p:nvPicPr>
          <p:cNvPr id="140" name="Google Shape;140;p2"/>
          <p:cNvPicPr preferRelativeResize="0"/>
          <p:nvPr/>
        </p:nvPicPr>
        <p:blipFill>
          <a:blip r:embed="rId4">
            <a:alphaModFix/>
          </a:blip>
          <a:stretch>
            <a:fillRect/>
          </a:stretch>
        </p:blipFill>
        <p:spPr>
          <a:xfrm>
            <a:off x="11048600" y="5262650"/>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1a13376f9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46" name="Google Shape;146;g331a13376f9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47" name="Google Shape;147;g331a13376f9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48" name="Google Shape;148;g331a13376f9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49" name="Google Shape;149;g331a13376f9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50" name="Google Shape;150;g331a13376f9_0_0"/>
          <p:cNvPicPr preferRelativeResize="0"/>
          <p:nvPr/>
        </p:nvPicPr>
        <p:blipFill>
          <a:blip r:embed="rId8">
            <a:alphaModFix/>
          </a:blip>
          <a:stretch>
            <a:fillRect/>
          </a:stretch>
        </p:blipFill>
        <p:spPr>
          <a:xfrm>
            <a:off x="11048600" y="5387000"/>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347d2dd8a8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6" name="Google Shape;156;g3347d2dd8a8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57" name="Google Shape;157;g3347d2dd8a8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58" name="Google Shape;158;g3347d2dd8a8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7d2dd8a8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47d2dd8a8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47d2dd8a8_0_0"/>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47d2dd8a8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47d2dd8a8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68" name="Google Shape;168;g3347d2dd8a8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47d2dd8a8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47d2dd8a8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47d2dd8a8_0_85"/>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47d2dd8a8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77" name="Google Shape;177;g3347d2dd8a8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78" name="Google Shape;178;g3347d2dd8a8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9" name="Google Shape;179;g3347d2dd8a8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47d2dd8a8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47d2dd8a8_0_169"/>
          <p:cNvPicPr preferRelativeResize="0"/>
          <p:nvPr/>
        </p:nvPicPr>
        <p:blipFill>
          <a:blip r:embed="rId6">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47d2dd8a8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87" name="Google Shape;187;g3347d2dd8a8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88" name="Google Shape;188;g3347d2dd8a8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89" name="Google Shape;189;g3347d2dd8a8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0" name="Google Shape;190;g3347d2dd8a8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91" name="Google Shape;191;g3347d2dd8a8_0_253"/>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37be279222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97" name="Google Shape;197;g237be279222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198" name="Google Shape;198;g237be279222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9" name="Google Shape;199;g237be279222_0_0"/>
          <p:cNvSpPr txBox="1"/>
          <p:nvPr/>
        </p:nvSpPr>
        <p:spPr>
          <a:xfrm>
            <a:off x="49949" y="3955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2 </a:t>
            </a:r>
            <a:endParaRPr b="1" i="0" sz="44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1781125" y="5488775"/>
            <a:ext cx="36264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4 grupos de 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201" name="Google Shape;201;g237be279222_0_0"/>
          <p:cNvSpPr txBox="1"/>
          <p:nvPr/>
        </p:nvSpPr>
        <p:spPr>
          <a:xfrm>
            <a:off x="6517275" y="5488775"/>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8                   en total.</a:t>
            </a:r>
            <a:endParaRPr b="1" i="0" sz="2800" u="none" cap="none" strike="noStrike">
              <a:solidFill>
                <a:schemeClr val="dk1"/>
              </a:solidFill>
              <a:latin typeface="Patrick Hand"/>
              <a:ea typeface="Patrick Hand"/>
              <a:cs typeface="Patrick Hand"/>
              <a:sym typeface="Patrick Hand"/>
            </a:endParaRPr>
          </a:p>
        </p:txBody>
      </p:sp>
      <p:sp>
        <p:nvSpPr>
          <p:cNvPr id="202" name="Google Shape;202;g237be279222_0_0"/>
          <p:cNvSpPr txBox="1"/>
          <p:nvPr/>
        </p:nvSpPr>
        <p:spPr>
          <a:xfrm>
            <a:off x="1197575" y="38405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2</a:t>
            </a:r>
            <a:endParaRPr b="0" i="0" sz="1400" u="none" cap="none" strike="noStrike">
              <a:solidFill>
                <a:srgbClr val="000000"/>
              </a:solidFill>
              <a:latin typeface="Arial"/>
              <a:ea typeface="Arial"/>
              <a:cs typeface="Arial"/>
              <a:sym typeface="Arial"/>
            </a:endParaRPr>
          </a:p>
        </p:txBody>
      </p:sp>
      <p:sp>
        <p:nvSpPr>
          <p:cNvPr id="203" name="Google Shape;203;g237be279222_0_0"/>
          <p:cNvSpPr txBox="1"/>
          <p:nvPr/>
        </p:nvSpPr>
        <p:spPr>
          <a:xfrm>
            <a:off x="4831475" y="38405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a:t>
            </a:r>
            <a:endParaRPr b="1" i="0" sz="2800" u="none" cap="none" strike="noStrike">
              <a:solidFill>
                <a:schemeClr val="dk1"/>
              </a:solidFill>
              <a:latin typeface="Patrick Hand"/>
              <a:ea typeface="Patrick Hand"/>
              <a:cs typeface="Patrick Hand"/>
              <a:sym typeface="Patrick Hand"/>
            </a:endParaRPr>
          </a:p>
        </p:txBody>
      </p:sp>
      <p:sp>
        <p:nvSpPr>
          <p:cNvPr id="204" name="Google Shape;204;g237be279222_0_0"/>
          <p:cNvSpPr txBox="1"/>
          <p:nvPr/>
        </p:nvSpPr>
        <p:spPr>
          <a:xfrm>
            <a:off x="7800550" y="38405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a:t>
            </a:r>
            <a:endParaRPr b="1" i="0" sz="2800" u="none" cap="none" strike="noStrike">
              <a:solidFill>
                <a:schemeClr val="dk1"/>
              </a:solidFill>
              <a:latin typeface="Patrick Hand"/>
              <a:ea typeface="Patrick Hand"/>
              <a:cs typeface="Patrick Hand"/>
              <a:sym typeface="Patrick Hand"/>
            </a:endParaRPr>
          </a:p>
        </p:txBody>
      </p:sp>
      <p:sp>
        <p:nvSpPr>
          <p:cNvPr id="205" name="Google Shape;205;g237be279222_0_0"/>
          <p:cNvSpPr txBox="1"/>
          <p:nvPr/>
        </p:nvSpPr>
        <p:spPr>
          <a:xfrm>
            <a:off x="10962075" y="38405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pic>
        <p:nvPicPr>
          <p:cNvPr id="206" name="Google Shape;206;g237be279222_0_0"/>
          <p:cNvPicPr preferRelativeResize="0"/>
          <p:nvPr/>
        </p:nvPicPr>
        <p:blipFill rotWithShape="1">
          <a:blip r:embed="rId3">
            <a:alphaModFix/>
          </a:blip>
          <a:srcRect b="43367" l="4735" r="86081" t="31375"/>
          <a:stretch/>
        </p:blipFill>
        <p:spPr>
          <a:xfrm>
            <a:off x="7688038" y="4456100"/>
            <a:ext cx="1119677" cy="1731999"/>
          </a:xfrm>
          <a:prstGeom prst="rect">
            <a:avLst/>
          </a:prstGeom>
          <a:noFill/>
          <a:ln>
            <a:noFill/>
          </a:ln>
        </p:spPr>
      </p:pic>
      <p:cxnSp>
        <p:nvCxnSpPr>
          <p:cNvPr id="207" name="Google Shape;207;g237be279222_0_0"/>
          <p:cNvCxnSpPr>
            <a:endCxn id="201" idx="1"/>
          </p:cNvCxnSpPr>
          <p:nvPr/>
        </p:nvCxnSpPr>
        <p:spPr>
          <a:xfrm flipH="1" rot="10800000">
            <a:off x="4478775" y="5796575"/>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8" name="Google Shape;208;g237be279222_0_0"/>
          <p:cNvSpPr txBox="1"/>
          <p:nvPr/>
        </p:nvSpPr>
        <p:spPr>
          <a:xfrm>
            <a:off x="264900" y="1162575"/>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2, hay que contar de 2 en 2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sp>
        <p:nvSpPr>
          <p:cNvPr id="209" name="Google Shape;209;g237be279222_0_0"/>
          <p:cNvSpPr/>
          <p:nvPr/>
        </p:nvSpPr>
        <p:spPr>
          <a:xfrm>
            <a:off x="647300" y="2204350"/>
            <a:ext cx="21519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237be279222_0_0"/>
          <p:cNvSpPr/>
          <p:nvPr/>
        </p:nvSpPr>
        <p:spPr>
          <a:xfrm>
            <a:off x="3904013" y="2204350"/>
            <a:ext cx="21519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237be279222_0_0"/>
          <p:cNvSpPr/>
          <p:nvPr/>
        </p:nvSpPr>
        <p:spPr>
          <a:xfrm>
            <a:off x="7053100" y="2207513"/>
            <a:ext cx="21519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237be279222_0_0"/>
          <p:cNvSpPr/>
          <p:nvPr/>
        </p:nvSpPr>
        <p:spPr>
          <a:xfrm>
            <a:off x="10040100" y="2116875"/>
            <a:ext cx="21519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g237be279222_0_0"/>
          <p:cNvPicPr preferRelativeResize="0"/>
          <p:nvPr/>
        </p:nvPicPr>
        <p:blipFill>
          <a:blip r:embed="rId4">
            <a:alphaModFix/>
          </a:blip>
          <a:stretch>
            <a:fillRect/>
          </a:stretch>
        </p:blipFill>
        <p:spPr>
          <a:xfrm>
            <a:off x="11014725" y="626750"/>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9" name="Google Shape;219;p3"/>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2 </a:t>
            </a:r>
            <a:endParaRPr b="1" i="0" sz="4400" u="none" cap="none" strike="noStrike">
              <a:solidFill>
                <a:schemeClr val="dk1"/>
              </a:solidFill>
              <a:latin typeface="Patrick Hand"/>
              <a:ea typeface="Patrick Hand"/>
              <a:cs typeface="Patrick Hand"/>
              <a:sym typeface="Patrick Hand"/>
            </a:endParaRPr>
          </a:p>
        </p:txBody>
      </p:sp>
      <p:sp>
        <p:nvSpPr>
          <p:cNvPr id="220" name="Google Shape;220;p3"/>
          <p:cNvSpPr txBox="1"/>
          <p:nvPr/>
        </p:nvSpPr>
        <p:spPr>
          <a:xfrm>
            <a:off x="1522050" y="53452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2							Hay ___             en total.</a:t>
            </a:r>
            <a:endParaRPr b="1" i="0" sz="2800" u="none" cap="none" strike="noStrike">
              <a:solidFill>
                <a:schemeClr val="dk1"/>
              </a:solidFill>
              <a:latin typeface="Patrick Hand"/>
              <a:ea typeface="Patrick Hand"/>
              <a:cs typeface="Patrick Hand"/>
              <a:sym typeface="Patrick Hand"/>
            </a:endParaRPr>
          </a:p>
        </p:txBody>
      </p:sp>
      <p:sp>
        <p:nvSpPr>
          <p:cNvPr id="221" name="Google Shape;221;p3"/>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dos en dos para obtener el resultado</a:t>
            </a:r>
            <a:endParaRPr b="1" i="0" sz="2800" u="none" cap="none" strike="noStrike">
              <a:solidFill>
                <a:schemeClr val="dk1"/>
              </a:solidFill>
              <a:latin typeface="Patrick Hand"/>
              <a:ea typeface="Patrick Hand"/>
              <a:cs typeface="Patrick Hand"/>
              <a:sym typeface="Patrick Hand"/>
            </a:endParaRPr>
          </a:p>
        </p:txBody>
      </p:sp>
      <p:pic>
        <p:nvPicPr>
          <p:cNvPr id="222" name="Google Shape;222;p3"/>
          <p:cNvPicPr preferRelativeResize="0"/>
          <p:nvPr/>
        </p:nvPicPr>
        <p:blipFill rotWithShape="1">
          <a:blip r:embed="rId3">
            <a:alphaModFix/>
          </a:blip>
          <a:srcRect b="43365" l="14922" r="78763" t="33164"/>
          <a:stretch/>
        </p:blipFill>
        <p:spPr>
          <a:xfrm>
            <a:off x="8380050" y="4443700"/>
            <a:ext cx="769776" cy="1609551"/>
          </a:xfrm>
          <a:prstGeom prst="rect">
            <a:avLst/>
          </a:prstGeom>
          <a:noFill/>
          <a:ln>
            <a:noFill/>
          </a:ln>
        </p:spPr>
      </p:pic>
      <p:sp>
        <p:nvSpPr>
          <p:cNvPr id="223" name="Google Shape;223;p3"/>
          <p:cNvSpPr txBox="1"/>
          <p:nvPr/>
        </p:nvSpPr>
        <p:spPr>
          <a:xfrm>
            <a:off x="63447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a:t>
            </a:r>
            <a:endParaRPr b="1" i="0" sz="2700" u="none" cap="none" strike="noStrike">
              <a:solidFill>
                <a:srgbClr val="000000"/>
              </a:solidFill>
              <a:latin typeface="Patrick Hand"/>
              <a:ea typeface="Patrick Hand"/>
              <a:cs typeface="Patrick Hand"/>
              <a:sym typeface="Patrick Hand"/>
            </a:endParaRPr>
          </a:p>
        </p:txBody>
      </p:sp>
      <p:sp>
        <p:nvSpPr>
          <p:cNvPr id="224" name="Google Shape;224;p3"/>
          <p:cNvSpPr txBox="1"/>
          <p:nvPr/>
        </p:nvSpPr>
        <p:spPr>
          <a:xfrm>
            <a:off x="2518850"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25" name="Google Shape;225;p3"/>
          <p:cNvSpPr txBox="1"/>
          <p:nvPr/>
        </p:nvSpPr>
        <p:spPr>
          <a:xfrm>
            <a:off x="415832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26" name="Google Shape;226;p3"/>
          <p:cNvSpPr txBox="1"/>
          <p:nvPr/>
        </p:nvSpPr>
        <p:spPr>
          <a:xfrm>
            <a:off x="5920250"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8</a:t>
            </a:r>
            <a:endParaRPr b="1" i="0" sz="2700" u="none" cap="none" strike="noStrike">
              <a:solidFill>
                <a:srgbClr val="000000"/>
              </a:solidFill>
              <a:latin typeface="Patrick Hand"/>
              <a:ea typeface="Patrick Hand"/>
              <a:cs typeface="Patrick Hand"/>
              <a:sym typeface="Patrick Hand"/>
            </a:endParaRPr>
          </a:p>
        </p:txBody>
      </p:sp>
      <p:sp>
        <p:nvSpPr>
          <p:cNvPr id="227" name="Google Shape;227;p3"/>
          <p:cNvSpPr txBox="1"/>
          <p:nvPr/>
        </p:nvSpPr>
        <p:spPr>
          <a:xfrm>
            <a:off x="768217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10</a:t>
            </a:r>
            <a:endParaRPr b="1" i="0" sz="2700" u="none" cap="none" strike="noStrike">
              <a:solidFill>
                <a:srgbClr val="000000"/>
              </a:solidFill>
              <a:latin typeface="Patrick Hand"/>
              <a:ea typeface="Patrick Hand"/>
              <a:cs typeface="Patrick Hand"/>
              <a:sym typeface="Patrick Hand"/>
            </a:endParaRPr>
          </a:p>
        </p:txBody>
      </p:sp>
      <p:sp>
        <p:nvSpPr>
          <p:cNvPr id="228" name="Google Shape;228;p3"/>
          <p:cNvSpPr txBox="1"/>
          <p:nvPr/>
        </p:nvSpPr>
        <p:spPr>
          <a:xfrm>
            <a:off x="9444100"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29" name="Google Shape;229;p3"/>
          <p:cNvSpPr txBox="1"/>
          <p:nvPr/>
        </p:nvSpPr>
        <p:spPr>
          <a:xfrm>
            <a:off x="1101472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14</a:t>
            </a:r>
            <a:endParaRPr b="1" i="0" sz="2700" u="none" cap="none" strike="noStrike">
              <a:solidFill>
                <a:srgbClr val="000000"/>
              </a:solidFill>
              <a:latin typeface="Patrick Hand"/>
              <a:ea typeface="Patrick Hand"/>
              <a:cs typeface="Patrick Hand"/>
              <a:sym typeface="Patrick Hand"/>
            </a:endParaRPr>
          </a:p>
        </p:txBody>
      </p:sp>
      <p:sp>
        <p:nvSpPr>
          <p:cNvPr id="230" name="Google Shape;230;p3"/>
          <p:cNvSpPr txBox="1"/>
          <p:nvPr/>
        </p:nvSpPr>
        <p:spPr>
          <a:xfrm>
            <a:off x="2203975" y="53452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7</a:t>
            </a:r>
            <a:endParaRPr b="1" i="0" sz="2700" u="none" cap="none" strike="noStrike">
              <a:solidFill>
                <a:srgbClr val="000000"/>
              </a:solidFill>
              <a:latin typeface="Patrick Hand"/>
              <a:ea typeface="Patrick Hand"/>
              <a:cs typeface="Patrick Hand"/>
              <a:sym typeface="Patrick Hand"/>
            </a:endParaRPr>
          </a:p>
        </p:txBody>
      </p:sp>
      <p:sp>
        <p:nvSpPr>
          <p:cNvPr id="231" name="Google Shape;231;p3"/>
          <p:cNvSpPr txBox="1"/>
          <p:nvPr/>
        </p:nvSpPr>
        <p:spPr>
          <a:xfrm>
            <a:off x="7604850" y="5238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14</a:t>
            </a:r>
            <a:endParaRPr b="1" i="0" sz="2700" u="none" cap="none" strike="noStrike">
              <a:solidFill>
                <a:srgbClr val="000000"/>
              </a:solidFill>
              <a:latin typeface="Patrick Hand"/>
              <a:ea typeface="Patrick Hand"/>
              <a:cs typeface="Patrick Hand"/>
              <a:sym typeface="Patrick Hand"/>
            </a:endParaRPr>
          </a:p>
        </p:txBody>
      </p:sp>
      <p:sp>
        <p:nvSpPr>
          <p:cNvPr id="232" name="Google Shape;232;p3"/>
          <p:cNvSpPr/>
          <p:nvPr/>
        </p:nvSpPr>
        <p:spPr>
          <a:xfrm>
            <a:off x="99225" y="2291825"/>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
          <p:cNvSpPr/>
          <p:nvPr/>
        </p:nvSpPr>
        <p:spPr>
          <a:xfrm>
            <a:off x="1891650" y="2291825"/>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
          <p:cNvSpPr/>
          <p:nvPr/>
        </p:nvSpPr>
        <p:spPr>
          <a:xfrm>
            <a:off x="3684075" y="2291825"/>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
          <p:cNvSpPr/>
          <p:nvPr/>
        </p:nvSpPr>
        <p:spPr>
          <a:xfrm>
            <a:off x="5491700" y="22806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
          <p:cNvSpPr/>
          <p:nvPr/>
        </p:nvSpPr>
        <p:spPr>
          <a:xfrm>
            <a:off x="7329825" y="2315625"/>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
          <p:cNvSpPr/>
          <p:nvPr/>
        </p:nvSpPr>
        <p:spPr>
          <a:xfrm>
            <a:off x="8996100" y="2315625"/>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
          <p:cNvSpPr/>
          <p:nvPr/>
        </p:nvSpPr>
        <p:spPr>
          <a:xfrm>
            <a:off x="10662375" y="22806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9" name="Google Shape;239;p3"/>
          <p:cNvPicPr preferRelativeResize="0"/>
          <p:nvPr/>
        </p:nvPicPr>
        <p:blipFill>
          <a:blip r:embed="rId4">
            <a:alphaModFix/>
          </a:blip>
          <a:stretch>
            <a:fillRect/>
          </a:stretch>
        </p:blipFill>
        <p:spPr>
          <a:xfrm>
            <a:off x="11014725" y="6267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g237be279222_0_77"/>
          <p:cNvPicPr preferRelativeResize="0"/>
          <p:nvPr/>
        </p:nvPicPr>
        <p:blipFill rotWithShape="1">
          <a:blip r:embed="rId3">
            <a:alphaModFix/>
          </a:blip>
          <a:srcRect b="0" l="0" r="0" t="0"/>
          <a:stretch/>
        </p:blipFill>
        <p:spPr>
          <a:xfrm>
            <a:off x="0" y="0"/>
            <a:ext cx="12191966" cy="6858000"/>
          </a:xfrm>
          <a:prstGeom prst="rect">
            <a:avLst/>
          </a:prstGeom>
          <a:noFill/>
          <a:ln>
            <a:noFill/>
          </a:ln>
        </p:spPr>
      </p:pic>
      <p:sp>
        <p:nvSpPr>
          <p:cNvPr id="245" name="Google Shape;245;g237be279222_0_77"/>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2 </a:t>
            </a:r>
            <a:endParaRPr b="1" i="0" sz="4400" u="none" cap="none" strike="noStrike">
              <a:solidFill>
                <a:schemeClr val="dk1"/>
              </a:solidFill>
              <a:latin typeface="Patrick Hand"/>
              <a:ea typeface="Patrick Hand"/>
              <a:cs typeface="Patrick Hand"/>
              <a:sym typeface="Patrick Hand"/>
            </a:endParaRPr>
          </a:p>
        </p:txBody>
      </p:sp>
      <p:sp>
        <p:nvSpPr>
          <p:cNvPr id="246" name="Google Shape;246;g237be279222_0_77"/>
          <p:cNvSpPr txBox="1"/>
          <p:nvPr/>
        </p:nvSpPr>
        <p:spPr>
          <a:xfrm>
            <a:off x="1522050" y="53452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2							Hay ___             en total.</a:t>
            </a:r>
            <a:endParaRPr b="1" i="0" sz="2800" u="none" cap="none" strike="noStrike">
              <a:solidFill>
                <a:schemeClr val="dk1"/>
              </a:solidFill>
              <a:latin typeface="Patrick Hand"/>
              <a:ea typeface="Patrick Hand"/>
              <a:cs typeface="Patrick Hand"/>
              <a:sym typeface="Patrick Hand"/>
            </a:endParaRPr>
          </a:p>
        </p:txBody>
      </p:sp>
      <p:sp>
        <p:nvSpPr>
          <p:cNvPr id="247" name="Google Shape;247;g237be279222_0_77"/>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dos en dos para obtener el resultado</a:t>
            </a:r>
            <a:endParaRPr b="1" i="0" sz="2800" u="none" cap="none" strike="noStrike">
              <a:solidFill>
                <a:schemeClr val="dk1"/>
              </a:solidFill>
              <a:latin typeface="Patrick Hand"/>
              <a:ea typeface="Patrick Hand"/>
              <a:cs typeface="Patrick Hand"/>
              <a:sym typeface="Patrick Hand"/>
            </a:endParaRPr>
          </a:p>
        </p:txBody>
      </p:sp>
      <p:sp>
        <p:nvSpPr>
          <p:cNvPr id="248" name="Google Shape;248;g237be279222_0_77"/>
          <p:cNvSpPr txBox="1"/>
          <p:nvPr/>
        </p:nvSpPr>
        <p:spPr>
          <a:xfrm>
            <a:off x="63447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a:t>
            </a:r>
            <a:endParaRPr b="1" i="0" sz="2700" u="none" cap="none" strike="noStrike">
              <a:solidFill>
                <a:srgbClr val="000000"/>
              </a:solidFill>
              <a:latin typeface="Patrick Hand"/>
              <a:ea typeface="Patrick Hand"/>
              <a:cs typeface="Patrick Hand"/>
              <a:sym typeface="Patrick Hand"/>
            </a:endParaRPr>
          </a:p>
        </p:txBody>
      </p:sp>
      <p:sp>
        <p:nvSpPr>
          <p:cNvPr id="249" name="Google Shape;249;g237be279222_0_77"/>
          <p:cNvSpPr txBox="1"/>
          <p:nvPr/>
        </p:nvSpPr>
        <p:spPr>
          <a:xfrm>
            <a:off x="2518850"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50" name="Google Shape;250;g237be279222_0_77"/>
          <p:cNvSpPr txBox="1"/>
          <p:nvPr/>
        </p:nvSpPr>
        <p:spPr>
          <a:xfrm>
            <a:off x="439402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51" name="Google Shape;251;g237be279222_0_77"/>
          <p:cNvSpPr txBox="1"/>
          <p:nvPr/>
        </p:nvSpPr>
        <p:spPr>
          <a:xfrm>
            <a:off x="6269188"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8</a:t>
            </a:r>
            <a:endParaRPr b="1" i="0" sz="2700" u="none" cap="none" strike="noStrike">
              <a:solidFill>
                <a:srgbClr val="000000"/>
              </a:solidFill>
              <a:latin typeface="Patrick Hand"/>
              <a:ea typeface="Patrick Hand"/>
              <a:cs typeface="Patrick Hand"/>
              <a:sym typeface="Patrick Hand"/>
            </a:endParaRPr>
          </a:p>
        </p:txBody>
      </p:sp>
      <p:sp>
        <p:nvSpPr>
          <p:cNvPr id="252" name="Google Shape;252;g237be279222_0_77"/>
          <p:cNvSpPr txBox="1"/>
          <p:nvPr/>
        </p:nvSpPr>
        <p:spPr>
          <a:xfrm>
            <a:off x="802332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10</a:t>
            </a:r>
            <a:endParaRPr b="1" i="0" sz="2700" u="none" cap="none" strike="noStrike">
              <a:solidFill>
                <a:srgbClr val="000000"/>
              </a:solidFill>
              <a:latin typeface="Patrick Hand"/>
              <a:ea typeface="Patrick Hand"/>
              <a:cs typeface="Patrick Hand"/>
              <a:sym typeface="Patrick Hand"/>
            </a:endParaRPr>
          </a:p>
        </p:txBody>
      </p:sp>
      <p:sp>
        <p:nvSpPr>
          <p:cNvPr id="253" name="Google Shape;253;g237be279222_0_77"/>
          <p:cNvSpPr txBox="1"/>
          <p:nvPr/>
        </p:nvSpPr>
        <p:spPr>
          <a:xfrm>
            <a:off x="10126400"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54" name="Google Shape;254;g237be279222_0_77"/>
          <p:cNvSpPr txBox="1"/>
          <p:nvPr/>
        </p:nvSpPr>
        <p:spPr>
          <a:xfrm>
            <a:off x="2203975" y="53452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55" name="Google Shape;255;g237be279222_0_77"/>
          <p:cNvSpPr txBox="1"/>
          <p:nvPr/>
        </p:nvSpPr>
        <p:spPr>
          <a:xfrm>
            <a:off x="7604850" y="5238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pic>
        <p:nvPicPr>
          <p:cNvPr id="256" name="Google Shape;256;g237be279222_0_77"/>
          <p:cNvPicPr preferRelativeResize="0"/>
          <p:nvPr/>
        </p:nvPicPr>
        <p:blipFill rotWithShape="1">
          <a:blip r:embed="rId3">
            <a:alphaModFix/>
          </a:blip>
          <a:srcRect b="48124" l="8609" r="86081" t="30612"/>
          <a:stretch/>
        </p:blipFill>
        <p:spPr>
          <a:xfrm>
            <a:off x="8432550" y="4817000"/>
            <a:ext cx="647400" cy="1458300"/>
          </a:xfrm>
          <a:prstGeom prst="ellipse">
            <a:avLst/>
          </a:prstGeom>
          <a:noFill/>
          <a:ln>
            <a:noFill/>
          </a:ln>
        </p:spPr>
      </p:pic>
      <p:sp>
        <p:nvSpPr>
          <p:cNvPr id="257" name="Google Shape;257;g237be279222_0_77"/>
          <p:cNvSpPr/>
          <p:nvPr/>
        </p:nvSpPr>
        <p:spPr>
          <a:xfrm>
            <a:off x="326675" y="20619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237be279222_0_77"/>
          <p:cNvSpPr/>
          <p:nvPr/>
        </p:nvSpPr>
        <p:spPr>
          <a:xfrm>
            <a:off x="2090300" y="20619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37be279222_0_77"/>
          <p:cNvSpPr/>
          <p:nvPr/>
        </p:nvSpPr>
        <p:spPr>
          <a:xfrm>
            <a:off x="3853925" y="20619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237be279222_0_77"/>
          <p:cNvSpPr/>
          <p:nvPr/>
        </p:nvSpPr>
        <p:spPr>
          <a:xfrm>
            <a:off x="5840650" y="20619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37be279222_0_77"/>
          <p:cNvSpPr/>
          <p:nvPr/>
        </p:nvSpPr>
        <p:spPr>
          <a:xfrm>
            <a:off x="7827375" y="20619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237be279222_0_77"/>
          <p:cNvSpPr/>
          <p:nvPr/>
        </p:nvSpPr>
        <p:spPr>
          <a:xfrm>
            <a:off x="9697850" y="2061950"/>
            <a:ext cx="1452000" cy="1731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3" name="Google Shape;263;g237be279222_0_77"/>
          <p:cNvPicPr preferRelativeResize="0"/>
          <p:nvPr/>
        </p:nvPicPr>
        <p:blipFill>
          <a:blip r:embed="rId4">
            <a:alphaModFix/>
          </a:blip>
          <a:stretch>
            <a:fillRect/>
          </a:stretch>
        </p:blipFill>
        <p:spPr>
          <a:xfrm>
            <a:off x="11014725" y="6267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37be279222_0_6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69" name="Google Shape;269;g237be279222_0_6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270" name="Google Shape;270;g237be279222_0_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1" name="Google Shape;271;g237be279222_0_60"/>
          <p:cNvSpPr txBox="1"/>
          <p:nvPr/>
        </p:nvSpPr>
        <p:spPr>
          <a:xfrm>
            <a:off x="99224" y="53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2 </a:t>
            </a:r>
            <a:endParaRPr b="1" i="0" sz="4400" u="none" cap="none" strike="noStrike">
              <a:solidFill>
                <a:schemeClr val="dk1"/>
              </a:solidFill>
              <a:latin typeface="Patrick Hand"/>
              <a:ea typeface="Patrick Hand"/>
              <a:cs typeface="Patrick Hand"/>
              <a:sym typeface="Patrick Hand"/>
            </a:endParaRPr>
          </a:p>
        </p:txBody>
      </p:sp>
      <p:sp>
        <p:nvSpPr>
          <p:cNvPr id="272" name="Google Shape;272;g237be279222_0_60"/>
          <p:cNvSpPr txBox="1"/>
          <p:nvPr/>
        </p:nvSpPr>
        <p:spPr>
          <a:xfrm>
            <a:off x="4677824" y="15887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400" u="none" cap="none" strike="noStrike">
                <a:solidFill>
                  <a:schemeClr val="dk1"/>
                </a:solidFill>
                <a:latin typeface="Patrick Hand"/>
                <a:ea typeface="Patrick Hand"/>
                <a:cs typeface="Patrick Hand"/>
                <a:sym typeface="Patrick Hand"/>
              </a:rPr>
              <a:t>1      x       2    =	 2</a:t>
            </a:r>
            <a:endParaRPr b="0" i="0" sz="4400" u="none" cap="none" strike="noStrike">
              <a:solidFill>
                <a:schemeClr val="dk1"/>
              </a:solidFill>
              <a:latin typeface="Patrick Hand"/>
              <a:ea typeface="Patrick Hand"/>
              <a:cs typeface="Patrick Hand"/>
              <a:sym typeface="Patrick Hand"/>
            </a:endParaRPr>
          </a:p>
        </p:txBody>
      </p:sp>
      <p:sp>
        <p:nvSpPr>
          <p:cNvPr id="273" name="Google Shape;273;g237be279222_0_60"/>
          <p:cNvSpPr txBox="1"/>
          <p:nvPr/>
        </p:nvSpPr>
        <p:spPr>
          <a:xfrm>
            <a:off x="4842674" y="29962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400" u="none" cap="none" strike="noStrike">
                <a:solidFill>
                  <a:schemeClr val="dk1"/>
                </a:solidFill>
                <a:latin typeface="Patrick Hand"/>
                <a:ea typeface="Patrick Hand"/>
                <a:cs typeface="Patrick Hand"/>
                <a:sym typeface="Patrick Hand"/>
              </a:rPr>
              <a:t>2     x       2    =		4</a:t>
            </a:r>
            <a:endParaRPr b="0" i="0" sz="4400" u="none" cap="none" strike="noStrike">
              <a:solidFill>
                <a:schemeClr val="dk1"/>
              </a:solidFill>
              <a:latin typeface="Patrick Hand"/>
              <a:ea typeface="Patrick Hand"/>
              <a:cs typeface="Patrick Hand"/>
              <a:sym typeface="Patrick Hand"/>
            </a:endParaRPr>
          </a:p>
        </p:txBody>
      </p:sp>
      <p:sp>
        <p:nvSpPr>
          <p:cNvPr id="274" name="Google Shape;274;g237be279222_0_60"/>
          <p:cNvSpPr txBox="1"/>
          <p:nvPr/>
        </p:nvSpPr>
        <p:spPr>
          <a:xfrm>
            <a:off x="4842674" y="4596251"/>
            <a:ext cx="60984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0" i="0" lang="es-CL" sz="4200" u="none" cap="none" strike="noStrike">
                <a:solidFill>
                  <a:schemeClr val="dk1"/>
                </a:solidFill>
                <a:latin typeface="Patrick Hand"/>
                <a:ea typeface="Patrick Hand"/>
                <a:cs typeface="Patrick Hand"/>
                <a:sym typeface="Patrick Hand"/>
              </a:rPr>
              <a:t>__     x     __   =	__</a:t>
            </a:r>
            <a:endParaRPr b="0" i="0" sz="4200" u="none" cap="none" strike="noStrike">
              <a:solidFill>
                <a:schemeClr val="dk1"/>
              </a:solidFill>
              <a:latin typeface="Patrick Hand"/>
              <a:ea typeface="Patrick Hand"/>
              <a:cs typeface="Patrick Hand"/>
              <a:sym typeface="Patrick Hand"/>
            </a:endParaRPr>
          </a:p>
        </p:txBody>
      </p:sp>
      <p:sp>
        <p:nvSpPr>
          <p:cNvPr id="275" name="Google Shape;275;g237be279222_0_60"/>
          <p:cNvSpPr txBox="1"/>
          <p:nvPr/>
        </p:nvSpPr>
        <p:spPr>
          <a:xfrm>
            <a:off x="4938675" y="4496400"/>
            <a:ext cx="5906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400" u="none" cap="none" strike="noStrike">
                <a:solidFill>
                  <a:schemeClr val="dk1"/>
                </a:solidFill>
                <a:latin typeface="Patrick Hand"/>
                <a:ea typeface="Patrick Hand"/>
                <a:cs typeface="Patrick Hand"/>
                <a:sym typeface="Patrick Hand"/>
              </a:rPr>
              <a:t>3              2    		6</a:t>
            </a:r>
            <a:endParaRPr b="0" i="0" sz="4400" u="none" cap="none" strike="noStrike">
              <a:solidFill>
                <a:schemeClr val="dk1"/>
              </a:solidFill>
              <a:latin typeface="Patrick Hand"/>
              <a:ea typeface="Patrick Hand"/>
              <a:cs typeface="Patrick Hand"/>
              <a:sym typeface="Patrick Hand"/>
            </a:endParaRPr>
          </a:p>
        </p:txBody>
      </p:sp>
      <p:sp>
        <p:nvSpPr>
          <p:cNvPr id="276" name="Google Shape;276;g237be279222_0_60"/>
          <p:cNvSpPr txBox="1"/>
          <p:nvPr/>
        </p:nvSpPr>
        <p:spPr>
          <a:xfrm>
            <a:off x="4562125" y="22600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a:t>
            </a:r>
            <a:r>
              <a:rPr lang="es-CL" sz="1600">
                <a:latin typeface="Patrick Hand"/>
                <a:ea typeface="Patrick Hand"/>
                <a:cs typeface="Patrick Hand"/>
                <a:sym typeface="Patrick Hand"/>
              </a:rPr>
              <a:t>     </a:t>
            </a:r>
            <a:r>
              <a:rPr b="0" i="0" lang="es-CL" sz="1600" u="none" cap="none" strike="noStrike">
                <a:solidFill>
                  <a:srgbClr val="000000"/>
                </a:solidFill>
                <a:latin typeface="Patrick Hand"/>
                <a:ea typeface="Patrick Hand"/>
                <a:cs typeface="Patrick Hand"/>
                <a:sym typeface="Patrick Hand"/>
              </a:rPr>
              <a:t>elementos</a:t>
            </a:r>
            <a:endParaRPr b="0" i="0" sz="1600" u="none" cap="none" strike="noStrike">
              <a:solidFill>
                <a:srgbClr val="000000"/>
              </a:solidFill>
              <a:latin typeface="Patrick Hand"/>
              <a:ea typeface="Patrick Hand"/>
              <a:cs typeface="Patrick Hand"/>
              <a:sym typeface="Patrick Hand"/>
            </a:endParaRPr>
          </a:p>
        </p:txBody>
      </p:sp>
      <p:sp>
        <p:nvSpPr>
          <p:cNvPr id="277" name="Google Shape;277;g237be279222_0_60"/>
          <p:cNvSpPr txBox="1"/>
          <p:nvPr/>
        </p:nvSpPr>
        <p:spPr>
          <a:xfrm>
            <a:off x="4677825" y="35853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a:t>
            </a:r>
            <a:r>
              <a:rPr lang="es-CL" sz="1600">
                <a:latin typeface="Patrick Hand"/>
                <a:ea typeface="Patrick Hand"/>
                <a:cs typeface="Patrick Hand"/>
                <a:sym typeface="Patrick Hand"/>
              </a:rPr>
              <a:t>    </a:t>
            </a:r>
            <a:r>
              <a:rPr b="0" i="0" lang="es-CL" sz="1600" u="none" cap="none" strike="noStrike">
                <a:solidFill>
                  <a:srgbClr val="000000"/>
                </a:solidFill>
                <a:latin typeface="Patrick Hand"/>
                <a:ea typeface="Patrick Hand"/>
                <a:cs typeface="Patrick Hand"/>
                <a:sym typeface="Patrick Hand"/>
              </a:rPr>
              <a:t>elementos</a:t>
            </a:r>
            <a:endParaRPr b="0" i="0" sz="1600" u="none" cap="none" strike="noStrike">
              <a:solidFill>
                <a:srgbClr val="000000"/>
              </a:solidFill>
              <a:latin typeface="Patrick Hand"/>
              <a:ea typeface="Patrick Hand"/>
              <a:cs typeface="Patrick Hand"/>
              <a:sym typeface="Patrick Hand"/>
            </a:endParaRPr>
          </a:p>
        </p:txBody>
      </p:sp>
      <p:sp>
        <p:nvSpPr>
          <p:cNvPr id="278" name="Google Shape;278;g237be279222_0_60"/>
          <p:cNvSpPr txBox="1"/>
          <p:nvPr/>
        </p:nvSpPr>
        <p:spPr>
          <a:xfrm>
            <a:off x="4842675" y="5365750"/>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a:t>
            </a:r>
            <a:r>
              <a:rPr lang="es-CL" sz="1600">
                <a:latin typeface="Patrick Hand"/>
                <a:ea typeface="Patrick Hand"/>
                <a:cs typeface="Patrick Hand"/>
                <a:sym typeface="Patrick Hand"/>
              </a:rPr>
              <a:t>    </a:t>
            </a:r>
            <a:r>
              <a:rPr b="0" i="0" lang="es-CL" sz="1600" u="none" cap="none" strike="noStrike">
                <a:solidFill>
                  <a:srgbClr val="000000"/>
                </a:solidFill>
                <a:latin typeface="Patrick Hand"/>
                <a:ea typeface="Patrick Hand"/>
                <a:cs typeface="Patrick Hand"/>
                <a:sym typeface="Patrick Hand"/>
              </a:rPr>
              <a:t>elementos</a:t>
            </a:r>
            <a:endParaRPr b="0" i="0" sz="1600" u="none" cap="none" strike="noStrike">
              <a:solidFill>
                <a:srgbClr val="000000"/>
              </a:solidFill>
              <a:latin typeface="Patrick Hand"/>
              <a:ea typeface="Patrick Hand"/>
              <a:cs typeface="Patrick Hand"/>
              <a:sym typeface="Patrick Hand"/>
            </a:endParaRPr>
          </a:p>
        </p:txBody>
      </p:sp>
      <p:sp>
        <p:nvSpPr>
          <p:cNvPr id="279" name="Google Shape;279;g237be279222_0_60"/>
          <p:cNvSpPr/>
          <p:nvPr/>
        </p:nvSpPr>
        <p:spPr>
          <a:xfrm>
            <a:off x="267400" y="1249050"/>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237be279222_0_60"/>
          <p:cNvSpPr/>
          <p:nvPr/>
        </p:nvSpPr>
        <p:spPr>
          <a:xfrm>
            <a:off x="267400" y="2644713"/>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37be279222_0_60"/>
          <p:cNvSpPr/>
          <p:nvPr/>
        </p:nvSpPr>
        <p:spPr>
          <a:xfrm>
            <a:off x="1814350" y="2688450"/>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237be279222_0_60"/>
          <p:cNvSpPr/>
          <p:nvPr/>
        </p:nvSpPr>
        <p:spPr>
          <a:xfrm>
            <a:off x="267400" y="4273150"/>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237be279222_0_60"/>
          <p:cNvSpPr/>
          <p:nvPr/>
        </p:nvSpPr>
        <p:spPr>
          <a:xfrm>
            <a:off x="1814350" y="4273150"/>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237be279222_0_60"/>
          <p:cNvSpPr/>
          <p:nvPr/>
        </p:nvSpPr>
        <p:spPr>
          <a:xfrm>
            <a:off x="3452713" y="4273150"/>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5" name="Google Shape;285;g237be279222_0_60"/>
          <p:cNvPicPr preferRelativeResize="0"/>
          <p:nvPr/>
        </p:nvPicPr>
        <p:blipFill>
          <a:blip r:embed="rId4">
            <a:alphaModFix/>
          </a:blip>
          <a:stretch>
            <a:fillRect/>
          </a:stretch>
        </p:blipFill>
        <p:spPr>
          <a:xfrm>
            <a:off x="11014725" y="6267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g237be279222_0_98"/>
          <p:cNvPicPr preferRelativeResize="0"/>
          <p:nvPr/>
        </p:nvPicPr>
        <p:blipFill rotWithShape="1">
          <a:blip r:embed="rId3">
            <a:alphaModFix/>
          </a:blip>
          <a:srcRect b="0" l="0" r="0" t="0"/>
          <a:stretch/>
        </p:blipFill>
        <p:spPr>
          <a:xfrm>
            <a:off x="0" y="0"/>
            <a:ext cx="12192000" cy="6858013"/>
          </a:xfrm>
          <a:prstGeom prst="rect">
            <a:avLst/>
          </a:prstGeom>
          <a:noFill/>
          <a:ln>
            <a:noFill/>
          </a:ln>
        </p:spPr>
      </p:pic>
      <p:sp>
        <p:nvSpPr>
          <p:cNvPr id="291" name="Google Shape;291;g237be279222_0_98"/>
          <p:cNvSpPr txBox="1"/>
          <p:nvPr/>
        </p:nvSpPr>
        <p:spPr>
          <a:xfrm>
            <a:off x="7766275" y="1097463"/>
            <a:ext cx="36387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400" u="none" cap="none" strike="noStrike">
                <a:solidFill>
                  <a:schemeClr val="dk1"/>
                </a:solidFill>
                <a:latin typeface="Patrick Hand"/>
                <a:ea typeface="Patrick Hand"/>
                <a:cs typeface="Patrick Hand"/>
                <a:sym typeface="Patrick Hand"/>
              </a:rPr>
              <a:t>4               2        	   8</a:t>
            </a:r>
            <a:endParaRPr b="0" i="0" sz="3400" u="none" cap="none" strike="noStrike">
              <a:solidFill>
                <a:schemeClr val="dk1"/>
              </a:solidFill>
              <a:latin typeface="Patrick Hand"/>
              <a:ea typeface="Patrick Hand"/>
              <a:cs typeface="Patrick Hand"/>
              <a:sym typeface="Patrick Hand"/>
            </a:endParaRPr>
          </a:p>
        </p:txBody>
      </p:sp>
      <p:sp>
        <p:nvSpPr>
          <p:cNvPr id="292" name="Google Shape;292;g237be279222_0_98"/>
          <p:cNvSpPr txBox="1"/>
          <p:nvPr/>
        </p:nvSpPr>
        <p:spPr>
          <a:xfrm>
            <a:off x="7554325" y="1316725"/>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 	__</a:t>
            </a:r>
            <a:endParaRPr b="0" i="0" sz="3500" u="none" cap="none" strike="noStrike">
              <a:solidFill>
                <a:schemeClr val="dk1"/>
              </a:solidFill>
              <a:latin typeface="Patrick Hand"/>
              <a:ea typeface="Patrick Hand"/>
              <a:cs typeface="Patrick Hand"/>
              <a:sym typeface="Patrick Hand"/>
            </a:endParaRPr>
          </a:p>
        </p:txBody>
      </p:sp>
      <p:sp>
        <p:nvSpPr>
          <p:cNvPr id="293" name="Google Shape;293;g237be279222_0_98"/>
          <p:cNvSpPr txBox="1"/>
          <p:nvPr/>
        </p:nvSpPr>
        <p:spPr>
          <a:xfrm>
            <a:off x="8275400" y="2938975"/>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	__</a:t>
            </a:r>
            <a:endParaRPr b="0" i="0" sz="3500" u="none" cap="none" strike="noStrike">
              <a:solidFill>
                <a:schemeClr val="dk1"/>
              </a:solidFill>
              <a:latin typeface="Patrick Hand"/>
              <a:ea typeface="Patrick Hand"/>
              <a:cs typeface="Patrick Hand"/>
              <a:sym typeface="Patrick Hand"/>
            </a:endParaRPr>
          </a:p>
        </p:txBody>
      </p:sp>
      <p:sp>
        <p:nvSpPr>
          <p:cNvPr id="294" name="Google Shape;294;g237be279222_0_98"/>
          <p:cNvSpPr txBox="1"/>
          <p:nvPr/>
        </p:nvSpPr>
        <p:spPr>
          <a:xfrm>
            <a:off x="8145475" y="5568925"/>
            <a:ext cx="40038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	__</a:t>
            </a:r>
            <a:endParaRPr b="0" i="0" sz="3500" u="none" cap="none" strike="noStrike">
              <a:solidFill>
                <a:schemeClr val="dk1"/>
              </a:solidFill>
              <a:latin typeface="Patrick Hand"/>
              <a:ea typeface="Patrick Hand"/>
              <a:cs typeface="Patrick Hand"/>
              <a:sym typeface="Patrick Hand"/>
            </a:endParaRPr>
          </a:p>
        </p:txBody>
      </p:sp>
      <p:sp>
        <p:nvSpPr>
          <p:cNvPr id="295" name="Google Shape;295;g237be279222_0_98"/>
          <p:cNvSpPr txBox="1"/>
          <p:nvPr/>
        </p:nvSpPr>
        <p:spPr>
          <a:xfrm>
            <a:off x="7662775" y="1791800"/>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96" name="Google Shape;296;g237be279222_0_98"/>
          <p:cNvSpPr txBox="1"/>
          <p:nvPr/>
        </p:nvSpPr>
        <p:spPr>
          <a:xfrm>
            <a:off x="8432875" y="345691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97" name="Google Shape;297;g237be279222_0_98"/>
          <p:cNvSpPr txBox="1"/>
          <p:nvPr/>
        </p:nvSpPr>
        <p:spPr>
          <a:xfrm>
            <a:off x="8187925" y="59814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a:t>
            </a:r>
            <a:r>
              <a:rPr lang="es-CL" sz="1600">
                <a:latin typeface="Patrick Hand"/>
                <a:ea typeface="Patrick Hand"/>
                <a:cs typeface="Patrick Hand"/>
                <a:sym typeface="Patrick Hand"/>
              </a:rPr>
              <a:t>     </a:t>
            </a:r>
            <a:r>
              <a:rPr b="0" i="0" lang="es-CL" sz="1600" u="none" cap="none" strike="noStrike">
                <a:solidFill>
                  <a:srgbClr val="000000"/>
                </a:solidFill>
                <a:latin typeface="Patrick Hand"/>
                <a:ea typeface="Patrick Hand"/>
                <a:cs typeface="Patrick Hand"/>
                <a:sym typeface="Patrick Hand"/>
              </a:rPr>
              <a:t>elementos</a:t>
            </a:r>
            <a:endParaRPr b="0" i="0" sz="1600" u="none" cap="none" strike="noStrike">
              <a:solidFill>
                <a:srgbClr val="000000"/>
              </a:solidFill>
              <a:latin typeface="Patrick Hand"/>
              <a:ea typeface="Patrick Hand"/>
              <a:cs typeface="Patrick Hand"/>
              <a:sym typeface="Patrick Hand"/>
            </a:endParaRPr>
          </a:p>
        </p:txBody>
      </p:sp>
      <p:sp>
        <p:nvSpPr>
          <p:cNvPr id="298" name="Google Shape;298;g237be279222_0_98"/>
          <p:cNvSpPr txBox="1"/>
          <p:nvPr/>
        </p:nvSpPr>
        <p:spPr>
          <a:xfrm>
            <a:off x="120775" y="433750"/>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rgbClr val="000000"/>
                </a:solidFill>
                <a:latin typeface="Patrick Hand"/>
                <a:ea typeface="Patrick Hand"/>
                <a:cs typeface="Patrick Hand"/>
                <a:sym typeface="Patrick Hand"/>
              </a:rPr>
              <a:t>¡Ahora te toca a ti! ¿Cuántos grupos son? ¿Cuántos conejos hay por grupo? </a:t>
            </a:r>
            <a:endParaRPr b="1" i="0" sz="2600" u="none" cap="none" strike="noStrike">
              <a:solidFill>
                <a:srgbClr val="000000"/>
              </a:solidFill>
              <a:latin typeface="Patrick Hand"/>
              <a:ea typeface="Patrick Hand"/>
              <a:cs typeface="Patrick Hand"/>
              <a:sym typeface="Patrick Hand"/>
            </a:endParaRPr>
          </a:p>
        </p:txBody>
      </p:sp>
      <p:sp>
        <p:nvSpPr>
          <p:cNvPr id="299" name="Google Shape;299;g237be279222_0_98"/>
          <p:cNvSpPr txBox="1"/>
          <p:nvPr/>
        </p:nvSpPr>
        <p:spPr>
          <a:xfrm>
            <a:off x="8432875" y="2862775"/>
            <a:ext cx="37590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400" u="none" cap="none" strike="noStrike">
                <a:solidFill>
                  <a:schemeClr val="dk1"/>
                </a:solidFill>
                <a:latin typeface="Patrick Hand"/>
                <a:ea typeface="Patrick Hand"/>
                <a:cs typeface="Patrick Hand"/>
                <a:sym typeface="Patrick Hand"/>
              </a:rPr>
              <a:t>5                2            10</a:t>
            </a:r>
            <a:endParaRPr b="0" i="0" sz="3400" u="none" cap="none" strike="noStrike">
              <a:solidFill>
                <a:schemeClr val="dk1"/>
              </a:solidFill>
              <a:latin typeface="Patrick Hand"/>
              <a:ea typeface="Patrick Hand"/>
              <a:cs typeface="Patrick Hand"/>
              <a:sym typeface="Patrick Hand"/>
            </a:endParaRPr>
          </a:p>
        </p:txBody>
      </p:sp>
      <p:sp>
        <p:nvSpPr>
          <p:cNvPr id="300" name="Google Shape;300;g237be279222_0_98"/>
          <p:cNvSpPr txBox="1"/>
          <p:nvPr/>
        </p:nvSpPr>
        <p:spPr>
          <a:xfrm>
            <a:off x="8490175" y="5551000"/>
            <a:ext cx="361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6               2          12</a:t>
            </a:r>
            <a:endParaRPr b="0" i="0" sz="3200" u="none" cap="none" strike="noStrike">
              <a:solidFill>
                <a:schemeClr val="dk1"/>
              </a:solidFill>
              <a:latin typeface="Patrick Hand"/>
              <a:ea typeface="Patrick Hand"/>
              <a:cs typeface="Patrick Hand"/>
              <a:sym typeface="Patrick Hand"/>
            </a:endParaRPr>
          </a:p>
        </p:txBody>
      </p:sp>
      <p:sp>
        <p:nvSpPr>
          <p:cNvPr id="301" name="Google Shape;301;g237be279222_0_98"/>
          <p:cNvSpPr/>
          <p:nvPr/>
        </p:nvSpPr>
        <p:spPr>
          <a:xfrm>
            <a:off x="120775" y="939625"/>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237be279222_0_98"/>
          <p:cNvSpPr/>
          <p:nvPr/>
        </p:nvSpPr>
        <p:spPr>
          <a:xfrm>
            <a:off x="1784400" y="939625"/>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237be279222_0_98"/>
          <p:cNvSpPr/>
          <p:nvPr/>
        </p:nvSpPr>
        <p:spPr>
          <a:xfrm>
            <a:off x="3448025" y="939625"/>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237be279222_0_98"/>
          <p:cNvSpPr/>
          <p:nvPr/>
        </p:nvSpPr>
        <p:spPr>
          <a:xfrm>
            <a:off x="5111650" y="939625"/>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237be279222_0_98"/>
          <p:cNvSpPr/>
          <p:nvPr/>
        </p:nvSpPr>
        <p:spPr>
          <a:xfrm>
            <a:off x="120775" y="253998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237be279222_0_98"/>
          <p:cNvSpPr/>
          <p:nvPr/>
        </p:nvSpPr>
        <p:spPr>
          <a:xfrm>
            <a:off x="1784400" y="253998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237be279222_0_98"/>
          <p:cNvSpPr/>
          <p:nvPr/>
        </p:nvSpPr>
        <p:spPr>
          <a:xfrm>
            <a:off x="3448025" y="253998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g237be279222_0_98"/>
          <p:cNvSpPr/>
          <p:nvPr/>
        </p:nvSpPr>
        <p:spPr>
          <a:xfrm>
            <a:off x="5182300" y="2561863"/>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237be279222_0_98"/>
          <p:cNvSpPr/>
          <p:nvPr/>
        </p:nvSpPr>
        <p:spPr>
          <a:xfrm>
            <a:off x="6807588" y="2563175"/>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237be279222_0_98"/>
          <p:cNvSpPr/>
          <p:nvPr/>
        </p:nvSpPr>
        <p:spPr>
          <a:xfrm>
            <a:off x="120775" y="423933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g237be279222_0_98"/>
          <p:cNvSpPr/>
          <p:nvPr/>
        </p:nvSpPr>
        <p:spPr>
          <a:xfrm>
            <a:off x="1784400" y="423933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237be279222_0_98"/>
          <p:cNvSpPr/>
          <p:nvPr/>
        </p:nvSpPr>
        <p:spPr>
          <a:xfrm>
            <a:off x="3448025" y="423933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237be279222_0_98"/>
          <p:cNvSpPr/>
          <p:nvPr/>
        </p:nvSpPr>
        <p:spPr>
          <a:xfrm>
            <a:off x="5137275" y="423933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237be279222_0_98"/>
          <p:cNvSpPr/>
          <p:nvPr/>
        </p:nvSpPr>
        <p:spPr>
          <a:xfrm>
            <a:off x="6904675" y="4234188"/>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237be279222_0_98"/>
          <p:cNvSpPr/>
          <p:nvPr/>
        </p:nvSpPr>
        <p:spPr>
          <a:xfrm>
            <a:off x="8490200" y="4251763"/>
            <a:ext cx="1452000" cy="138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6" name="Google Shape;316;g237be279222_0_98"/>
          <p:cNvPicPr preferRelativeResize="0"/>
          <p:nvPr/>
        </p:nvPicPr>
        <p:blipFill>
          <a:blip r:embed="rId4">
            <a:alphaModFix/>
          </a:blip>
          <a:stretch>
            <a:fillRect/>
          </a:stretch>
        </p:blipFill>
        <p:spPr>
          <a:xfrm>
            <a:off x="11322375" y="626750"/>
            <a:ext cx="787000" cy="830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descr="Forma&#10;&#10;Descripción generada automáticamente con confianza media" id="321" name="Google Shape;321;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22" name="Google Shape;322;g237be279222_0_130"/>
          <p:cNvSpPr txBox="1"/>
          <p:nvPr/>
        </p:nvSpPr>
        <p:spPr>
          <a:xfrm>
            <a:off x="335174" y="5742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2 </a:t>
            </a:r>
            <a:endParaRPr b="1" i="0" sz="4400" u="none" cap="none" strike="noStrike">
              <a:solidFill>
                <a:schemeClr val="dk1"/>
              </a:solidFill>
              <a:latin typeface="Patrick Hand"/>
              <a:ea typeface="Patrick Hand"/>
              <a:cs typeface="Patrick Hand"/>
              <a:sym typeface="Patrick Hand"/>
            </a:endParaRPr>
          </a:p>
        </p:txBody>
      </p:sp>
      <p:sp>
        <p:nvSpPr>
          <p:cNvPr id="323" name="Google Shape;323;g237be279222_0_130"/>
          <p:cNvSpPr txBox="1"/>
          <p:nvPr/>
        </p:nvSpPr>
        <p:spPr>
          <a:xfrm>
            <a:off x="623450" y="1343750"/>
            <a:ext cx="110982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Cuando multiplicamos por dos, el resultado es el doble del n° distinto a 2:</a:t>
            </a:r>
            <a:r>
              <a:rPr b="1" i="0" lang="es-CL" sz="2800" u="none" cap="none" strike="noStrike">
                <a:solidFill>
                  <a:schemeClr val="dk1"/>
                </a:solidFill>
                <a:latin typeface="Patrick Hand"/>
                <a:ea typeface="Patrick Hand"/>
                <a:cs typeface="Patrick Hand"/>
                <a:sym typeface="Patrick Hand"/>
              </a:rPr>
              <a:t>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Ejemplos: </a:t>
            </a:r>
            <a:endParaRPr b="1" i="0" sz="2800" u="none" cap="none" strike="noStrike">
              <a:solidFill>
                <a:schemeClr val="dk1"/>
              </a:solidFill>
              <a:latin typeface="Patrick Hand"/>
              <a:ea typeface="Patrick Hand"/>
              <a:cs typeface="Patrick Hand"/>
              <a:sym typeface="Patrick Hand"/>
            </a:endParaRPr>
          </a:p>
          <a:p>
            <a:pPr indent="-406400" lvl="3" marL="18288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2 x 4 = 4 + 4 = 8 → es el doble de 4.</a:t>
            </a:r>
            <a:endParaRPr b="0" i="0" sz="2800" u="none" cap="none" strike="noStrike">
              <a:solidFill>
                <a:schemeClr val="dk1"/>
              </a:solidFill>
              <a:latin typeface="Patrick Hand"/>
              <a:ea typeface="Patrick Hand"/>
              <a:cs typeface="Patrick Hand"/>
              <a:sym typeface="Patrick Hand"/>
            </a:endParaRPr>
          </a:p>
          <a:p>
            <a:pPr indent="-406400" lvl="3" marL="18288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2 x 7 = 7+ 7 = 14 → es el doble de 7.</a:t>
            </a:r>
            <a:endParaRPr b="0" i="0" sz="2800" u="none" cap="none" strike="noStrike">
              <a:solidFill>
                <a:schemeClr val="dk1"/>
              </a:solidFill>
              <a:latin typeface="Patrick Hand"/>
              <a:ea typeface="Patrick Hand"/>
              <a:cs typeface="Patrick Hand"/>
              <a:sym typeface="Patrick Hand"/>
            </a:endParaRPr>
          </a:p>
        </p:txBody>
      </p:sp>
      <p:sp>
        <p:nvSpPr>
          <p:cNvPr id="324" name="Google Shape;324;g237be279222_0_130"/>
          <p:cNvSpPr txBox="1"/>
          <p:nvPr/>
        </p:nvSpPr>
        <p:spPr>
          <a:xfrm>
            <a:off x="2114300" y="3814525"/>
            <a:ext cx="8116500" cy="2339700"/>
          </a:xfrm>
          <a:prstGeom prst="rect">
            <a:avLst/>
          </a:prstGeom>
          <a:noFill/>
          <a:ln cap="flat" cmpd="sng" w="28575">
            <a:solidFill>
              <a:srgbClr val="47C4BB"/>
            </a:solidFill>
            <a:prstDash val="dash"/>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Ejercicios: </a:t>
            </a:r>
            <a:r>
              <a:rPr b="0" i="0" lang="es-CL" sz="2800" u="none" cap="none" strike="noStrike">
                <a:solidFill>
                  <a:schemeClr val="dk1"/>
                </a:solidFill>
                <a:latin typeface="Patrick Hand"/>
                <a:ea typeface="Patrick Hand"/>
                <a:cs typeface="Patrick Hand"/>
                <a:sym typeface="Patrick Hand"/>
              </a:rPr>
              <a:t>Abre tu cuaderno y resolvamos lo siguiente:</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2 x 5 =						- 2 x 6 = </a:t>
            </a:r>
            <a:endParaRPr b="0"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2 x 3 =						- 2 x 9 =</a:t>
            </a:r>
            <a:endParaRPr b="0"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2 x 8 =						- 2 x 2 =</a:t>
            </a:r>
            <a:endParaRPr b="0" i="0" sz="2800" u="none" cap="none" strike="noStrike">
              <a:solidFill>
                <a:schemeClr val="dk1"/>
              </a:solidFill>
              <a:latin typeface="Patrick Hand"/>
              <a:ea typeface="Patrick Hand"/>
              <a:cs typeface="Patrick Hand"/>
              <a:sym typeface="Patrick Hand"/>
            </a:endParaRPr>
          </a:p>
        </p:txBody>
      </p:sp>
      <p:pic>
        <p:nvPicPr>
          <p:cNvPr id="325" name="Google Shape;325;g237be279222_0_130"/>
          <p:cNvPicPr preferRelativeResize="0"/>
          <p:nvPr/>
        </p:nvPicPr>
        <p:blipFill>
          <a:blip r:embed="rId4">
            <a:alphaModFix/>
          </a:blip>
          <a:stretch>
            <a:fillRect/>
          </a:stretch>
        </p:blipFill>
        <p:spPr>
          <a:xfrm>
            <a:off x="11014725" y="626750"/>
            <a:ext cx="975700" cy="102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g25bf903a7d5_1_16"/>
          <p:cNvPicPr preferRelativeResize="0"/>
          <p:nvPr/>
        </p:nvPicPr>
        <p:blipFill rotWithShape="1">
          <a:blip r:embed="rId3">
            <a:alphaModFix/>
          </a:blip>
          <a:srcRect b="0" l="0" r="0" t="0"/>
          <a:stretch/>
        </p:blipFill>
        <p:spPr>
          <a:xfrm>
            <a:off x="9" y="0"/>
            <a:ext cx="12192000" cy="6858022"/>
          </a:xfrm>
          <a:prstGeom prst="rect">
            <a:avLst/>
          </a:prstGeom>
          <a:noFill/>
          <a:ln>
            <a:noFill/>
          </a:ln>
        </p:spPr>
      </p:pic>
      <p:sp>
        <p:nvSpPr>
          <p:cNvPr id="331" name="Google Shape;331;g25bf903a7d5_1_16"/>
          <p:cNvSpPr txBox="1"/>
          <p:nvPr/>
        </p:nvSpPr>
        <p:spPr>
          <a:xfrm>
            <a:off x="-1" y="4828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2 </a:t>
            </a:r>
            <a:endParaRPr b="1" i="0" sz="4400" u="none" cap="none" strike="noStrike">
              <a:solidFill>
                <a:schemeClr val="dk1"/>
              </a:solidFill>
              <a:latin typeface="Patrick Hand"/>
              <a:ea typeface="Patrick Hand"/>
              <a:cs typeface="Patrick Hand"/>
              <a:sym typeface="Patrick Hand"/>
            </a:endParaRPr>
          </a:p>
        </p:txBody>
      </p:sp>
      <p:sp>
        <p:nvSpPr>
          <p:cNvPr id="332" name="Google Shape;332;g25bf903a7d5_1_16"/>
          <p:cNvSpPr txBox="1"/>
          <p:nvPr/>
        </p:nvSpPr>
        <p:spPr>
          <a:xfrm>
            <a:off x="343525" y="1357275"/>
            <a:ext cx="11098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Cuando multiplicamos dos números, </a:t>
            </a:r>
            <a:r>
              <a:rPr b="1" i="0" lang="es-CL" sz="2800" u="none" cap="none" strike="noStrike">
                <a:solidFill>
                  <a:schemeClr val="dk1"/>
                </a:solidFill>
                <a:latin typeface="Patrick Hand"/>
                <a:ea typeface="Patrick Hand"/>
                <a:cs typeface="Patrick Hand"/>
                <a:sym typeface="Patrick Hand"/>
              </a:rPr>
              <a:t>no importa el orden</a:t>
            </a:r>
            <a:r>
              <a:rPr lang="es-CL" sz="2800">
                <a:solidFill>
                  <a:schemeClr val="dk1"/>
                </a:solidFill>
                <a:latin typeface="Patrick Hand"/>
                <a:ea typeface="Patrick Hand"/>
                <a:cs typeface="Patrick Hand"/>
                <a:sym typeface="Patrick Hand"/>
              </a:rPr>
              <a:t>; </a:t>
            </a:r>
            <a:r>
              <a:rPr b="0" i="0" lang="es-CL" sz="2800" u="none" cap="none" strike="noStrike">
                <a:solidFill>
                  <a:schemeClr val="dk1"/>
                </a:solidFill>
                <a:latin typeface="Patrick Hand"/>
                <a:ea typeface="Patrick Hand"/>
                <a:cs typeface="Patrick Hand"/>
                <a:sym typeface="Patrick Hand"/>
              </a:rPr>
              <a:t>el resultado es el mismo.</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Ejemplos: </a:t>
            </a:r>
            <a:endParaRPr b="1" i="0" sz="2800" u="none" cap="none" strike="noStrike">
              <a:solidFill>
                <a:schemeClr val="dk1"/>
              </a:solidFill>
              <a:latin typeface="Patrick Hand"/>
              <a:ea typeface="Patrick Hand"/>
              <a:cs typeface="Patrick Hand"/>
              <a:sym typeface="Patrick Hand"/>
            </a:endParaRPr>
          </a:p>
          <a:p>
            <a:pPr indent="-406400" lvl="3" marL="18288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5 x 2 =                                             2 x 5 = </a:t>
            </a:r>
            <a:endParaRPr b="0" i="0" sz="2800" u="none" cap="none" strike="noStrike">
              <a:solidFill>
                <a:schemeClr val="dk1"/>
              </a:solidFill>
              <a:latin typeface="Patrick Hand"/>
              <a:ea typeface="Patrick Hand"/>
              <a:cs typeface="Patrick Hand"/>
              <a:sym typeface="Patrick Hand"/>
            </a:endParaRPr>
          </a:p>
        </p:txBody>
      </p:sp>
      <p:sp>
        <p:nvSpPr>
          <p:cNvPr id="333" name="Google Shape;333;g25bf903a7d5_1_16"/>
          <p:cNvSpPr txBox="1"/>
          <p:nvPr/>
        </p:nvSpPr>
        <p:spPr>
          <a:xfrm>
            <a:off x="3546400" y="5432725"/>
            <a:ext cx="827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10 </a:t>
            </a:r>
            <a:endParaRPr b="0" i="0" sz="1400" u="none" cap="none" strike="noStrike">
              <a:solidFill>
                <a:srgbClr val="000000"/>
              </a:solidFill>
              <a:latin typeface="Arial"/>
              <a:ea typeface="Arial"/>
              <a:cs typeface="Arial"/>
              <a:sym typeface="Arial"/>
            </a:endParaRPr>
          </a:p>
        </p:txBody>
      </p:sp>
      <p:sp>
        <p:nvSpPr>
          <p:cNvPr id="334" name="Google Shape;334;g25bf903a7d5_1_16"/>
          <p:cNvSpPr txBox="1"/>
          <p:nvPr/>
        </p:nvSpPr>
        <p:spPr>
          <a:xfrm>
            <a:off x="9384650" y="3695675"/>
            <a:ext cx="827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10 </a:t>
            </a:r>
            <a:endParaRPr b="0" i="0" sz="1400" u="none" cap="none" strike="noStrike">
              <a:solidFill>
                <a:srgbClr val="000000"/>
              </a:solidFill>
              <a:latin typeface="Arial"/>
              <a:ea typeface="Arial"/>
              <a:cs typeface="Arial"/>
              <a:sym typeface="Arial"/>
            </a:endParaRPr>
          </a:p>
        </p:txBody>
      </p:sp>
      <p:sp>
        <p:nvSpPr>
          <p:cNvPr id="335" name="Google Shape;335;g25bf903a7d5_1_16"/>
          <p:cNvSpPr/>
          <p:nvPr/>
        </p:nvSpPr>
        <p:spPr>
          <a:xfrm>
            <a:off x="3271550" y="5161000"/>
            <a:ext cx="1382100" cy="314900"/>
          </a:xfrm>
          <a:custGeom>
            <a:rect b="b" l="l" r="r" t="t"/>
            <a:pathLst>
              <a:path extrusionOk="0" h="12596" w="55284">
                <a:moveTo>
                  <a:pt x="0" y="0"/>
                </a:moveTo>
                <a:lnTo>
                  <a:pt x="28691" y="12596"/>
                </a:lnTo>
                <a:lnTo>
                  <a:pt x="55284" y="700"/>
                </a:lnTo>
                <a:close/>
              </a:path>
            </a:pathLst>
          </a:custGeom>
          <a:solidFill>
            <a:srgbClr val="009287"/>
          </a:solidFill>
          <a:ln cap="flat" cmpd="sng" w="9525">
            <a:solidFill>
              <a:srgbClr val="009287"/>
            </a:solidFill>
            <a:prstDash val="solid"/>
            <a:round/>
            <a:headEnd len="sm" w="sm" type="none"/>
            <a:tailEnd len="sm" w="sm" type="none"/>
          </a:ln>
        </p:spPr>
      </p:sp>
      <p:sp>
        <p:nvSpPr>
          <p:cNvPr id="336" name="Google Shape;336;g25bf903a7d5_1_16"/>
          <p:cNvSpPr/>
          <p:nvPr/>
        </p:nvSpPr>
        <p:spPr>
          <a:xfrm>
            <a:off x="9107300" y="3493925"/>
            <a:ext cx="1382100" cy="314900"/>
          </a:xfrm>
          <a:custGeom>
            <a:rect b="b" l="l" r="r" t="t"/>
            <a:pathLst>
              <a:path extrusionOk="0" h="12596" w="55284">
                <a:moveTo>
                  <a:pt x="0" y="0"/>
                </a:moveTo>
                <a:lnTo>
                  <a:pt x="28691" y="12596"/>
                </a:lnTo>
                <a:lnTo>
                  <a:pt x="55284" y="700"/>
                </a:lnTo>
                <a:close/>
              </a:path>
            </a:pathLst>
          </a:custGeom>
          <a:solidFill>
            <a:srgbClr val="009287"/>
          </a:solidFill>
          <a:ln cap="flat" cmpd="sng" w="9525">
            <a:solidFill>
              <a:srgbClr val="009287"/>
            </a:solidFill>
            <a:prstDash val="solid"/>
            <a:round/>
            <a:headEnd len="sm" w="sm" type="none"/>
            <a:tailEnd len="sm" w="sm" type="none"/>
          </a:ln>
        </p:spPr>
      </p:sp>
      <p:pic>
        <p:nvPicPr>
          <p:cNvPr id="337" name="Google Shape;337;g25bf903a7d5_1_16"/>
          <p:cNvPicPr preferRelativeResize="0"/>
          <p:nvPr/>
        </p:nvPicPr>
        <p:blipFill>
          <a:blip r:embed="rId4">
            <a:alphaModFix/>
          </a:blip>
          <a:stretch>
            <a:fillRect/>
          </a:stretch>
        </p:blipFill>
        <p:spPr>
          <a:xfrm>
            <a:off x="11085800" y="5161000"/>
            <a:ext cx="975700" cy="1029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g25bfd64c579_0_6"/>
          <p:cNvPicPr preferRelativeResize="0"/>
          <p:nvPr/>
        </p:nvPicPr>
        <p:blipFill rotWithShape="1">
          <a:blip r:embed="rId3">
            <a:alphaModFix/>
          </a:blip>
          <a:srcRect b="0" l="0" r="0" t="0"/>
          <a:stretch/>
        </p:blipFill>
        <p:spPr>
          <a:xfrm>
            <a:off x="0" y="0"/>
            <a:ext cx="12192000" cy="6857965"/>
          </a:xfrm>
          <a:prstGeom prst="rect">
            <a:avLst/>
          </a:prstGeom>
          <a:noFill/>
          <a:ln>
            <a:noFill/>
          </a:ln>
        </p:spPr>
      </p:pic>
      <p:sp>
        <p:nvSpPr>
          <p:cNvPr id="343" name="Google Shape;343;g25bfd64c579_0_6"/>
          <p:cNvSpPr txBox="1"/>
          <p:nvPr/>
        </p:nvSpPr>
        <p:spPr>
          <a:xfrm>
            <a:off x="99225" y="593725"/>
            <a:ext cx="9995400" cy="146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300"/>
              <a:buFont typeface="Arial"/>
              <a:buNone/>
            </a:pPr>
            <a:r>
              <a:rPr b="1" i="0" lang="es-CL" sz="3300" u="none" cap="none" strike="noStrike">
                <a:solidFill>
                  <a:schemeClr val="dk1"/>
                </a:solidFill>
                <a:latin typeface="Patrick Hand"/>
                <a:ea typeface="Patrick Hand"/>
                <a:cs typeface="Patrick Hand"/>
                <a:sym typeface="Patrick Hand"/>
              </a:rPr>
              <a:t>Ejercitemos: </a:t>
            </a:r>
            <a:r>
              <a:rPr b="0" i="0" lang="es-CL" sz="2600" u="none" cap="none" strike="noStrike">
                <a:solidFill>
                  <a:schemeClr val="dk1"/>
                </a:solidFill>
                <a:latin typeface="Patrick Hand"/>
                <a:ea typeface="Patrick Hand"/>
                <a:cs typeface="Patrick Hand"/>
                <a:sym typeface="Patrick Hand"/>
              </a:rPr>
              <a:t>Resuelve los siguientes ejercicios</a:t>
            </a:r>
            <a:endParaRPr b="0"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9144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2	x 	8 =			</a:t>
            </a:r>
            <a:endParaRPr b="1" i="0" sz="2800" u="none" cap="none" strike="noStrike">
              <a:solidFill>
                <a:schemeClr val="dk1"/>
              </a:solidFill>
              <a:latin typeface="Patrick Hand"/>
              <a:ea typeface="Patrick Hand"/>
              <a:cs typeface="Patrick Hand"/>
              <a:sym typeface="Patrick Hand"/>
            </a:endParaRPr>
          </a:p>
        </p:txBody>
      </p:sp>
      <p:sp>
        <p:nvSpPr>
          <p:cNvPr id="344" name="Google Shape;344;g25bfd64c579_0_6"/>
          <p:cNvSpPr txBox="1"/>
          <p:nvPr/>
        </p:nvSpPr>
        <p:spPr>
          <a:xfrm>
            <a:off x="4508525" y="1582850"/>
            <a:ext cx="3000000" cy="615600"/>
          </a:xfrm>
          <a:prstGeom prst="rect">
            <a:avLst/>
          </a:prstGeom>
          <a:noFill/>
          <a:ln>
            <a:noFill/>
          </a:ln>
        </p:spPr>
        <p:txBody>
          <a:bodyPr anchorCtr="0" anchor="t" bIns="91425" lIns="91425" spcFirstLastPara="1" rIns="91425" wrap="square" tIns="91425">
            <a:spAutoFit/>
          </a:bodyPr>
          <a:lstStyle/>
          <a:p>
            <a:pPr indent="-406400" lvl="0" marL="9144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8	x 	2 =		</a:t>
            </a:r>
            <a:endParaRPr b="0" i="0" sz="1400" u="none" cap="none" strike="noStrike">
              <a:solidFill>
                <a:srgbClr val="000000"/>
              </a:solidFill>
              <a:latin typeface="Arial"/>
              <a:ea typeface="Arial"/>
              <a:cs typeface="Arial"/>
              <a:sym typeface="Arial"/>
            </a:endParaRPr>
          </a:p>
        </p:txBody>
      </p:sp>
      <p:sp>
        <p:nvSpPr>
          <p:cNvPr id="345" name="Google Shape;345;g25bfd64c579_0_6"/>
          <p:cNvSpPr txBox="1"/>
          <p:nvPr/>
        </p:nvSpPr>
        <p:spPr>
          <a:xfrm>
            <a:off x="1039475" y="5269200"/>
            <a:ext cx="3000000" cy="615600"/>
          </a:xfrm>
          <a:prstGeom prst="rect">
            <a:avLst/>
          </a:prstGeom>
          <a:noFill/>
          <a:ln>
            <a:noFill/>
          </a:ln>
        </p:spPr>
        <p:txBody>
          <a:bodyPr anchorCtr="0" anchor="t" bIns="91425" lIns="91425" spcFirstLastPara="1" rIns="91425" wrap="square" tIns="91425">
            <a:spAutoFit/>
          </a:bodyPr>
          <a:lstStyle/>
          <a:p>
            <a:pPr indent="-406400" lvl="0" marL="9144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3  x  2  =		</a:t>
            </a:r>
            <a:endParaRPr b="0" i="0" sz="1400" u="none" cap="none" strike="noStrike">
              <a:solidFill>
                <a:srgbClr val="000000"/>
              </a:solidFill>
              <a:latin typeface="Arial"/>
              <a:ea typeface="Arial"/>
              <a:cs typeface="Arial"/>
              <a:sym typeface="Arial"/>
            </a:endParaRPr>
          </a:p>
        </p:txBody>
      </p:sp>
      <p:sp>
        <p:nvSpPr>
          <p:cNvPr id="346" name="Google Shape;346;g25bfd64c579_0_6"/>
          <p:cNvSpPr txBox="1"/>
          <p:nvPr/>
        </p:nvSpPr>
        <p:spPr>
          <a:xfrm>
            <a:off x="4407625" y="5269200"/>
            <a:ext cx="3000000" cy="615600"/>
          </a:xfrm>
          <a:prstGeom prst="rect">
            <a:avLst/>
          </a:prstGeom>
          <a:noFill/>
          <a:ln>
            <a:noFill/>
          </a:ln>
        </p:spPr>
        <p:txBody>
          <a:bodyPr anchorCtr="0" anchor="t" bIns="91425" lIns="91425" spcFirstLastPara="1" rIns="91425" wrap="square" tIns="91425">
            <a:spAutoFit/>
          </a:bodyPr>
          <a:lstStyle/>
          <a:p>
            <a:pPr indent="-406400" lvl="0" marL="9144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2	x 	3 =		</a:t>
            </a:r>
            <a:endParaRPr b="0" i="0" sz="1400" u="none" cap="none" strike="noStrike">
              <a:solidFill>
                <a:srgbClr val="000000"/>
              </a:solidFill>
              <a:latin typeface="Arial"/>
              <a:ea typeface="Arial"/>
              <a:cs typeface="Arial"/>
              <a:sym typeface="Arial"/>
            </a:endParaRPr>
          </a:p>
        </p:txBody>
      </p:sp>
      <p:sp>
        <p:nvSpPr>
          <p:cNvPr id="347" name="Google Shape;347;g25bfd64c579_0_6"/>
          <p:cNvSpPr txBox="1"/>
          <p:nvPr/>
        </p:nvSpPr>
        <p:spPr>
          <a:xfrm>
            <a:off x="8882350" y="3388975"/>
            <a:ext cx="3000000" cy="985200"/>
          </a:xfrm>
          <a:prstGeom prst="rect">
            <a:avLst/>
          </a:prstGeom>
          <a:noFill/>
          <a:ln cap="flat" cmpd="sng" w="19050">
            <a:solidFill>
              <a:srgbClr val="009287"/>
            </a:solidFill>
            <a:prstDash val="dash"/>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¿Qué podemos concluir?</a:t>
            </a:r>
            <a:endParaRPr b="0" i="0" sz="1400" u="none" cap="none" strike="noStrike">
              <a:solidFill>
                <a:srgbClr val="000000"/>
              </a:solidFill>
              <a:latin typeface="Arial"/>
              <a:ea typeface="Arial"/>
              <a:cs typeface="Arial"/>
              <a:sym typeface="Arial"/>
            </a:endParaRPr>
          </a:p>
        </p:txBody>
      </p:sp>
      <p:sp>
        <p:nvSpPr>
          <p:cNvPr id="348" name="Google Shape;348;g25bfd64c579_0_6"/>
          <p:cNvSpPr txBox="1"/>
          <p:nvPr/>
        </p:nvSpPr>
        <p:spPr>
          <a:xfrm>
            <a:off x="2619225" y="1440325"/>
            <a:ext cx="4773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16</a:t>
            </a:r>
            <a:endParaRPr b="0" i="0" sz="1400" u="none" cap="none" strike="noStrike">
              <a:solidFill>
                <a:schemeClr val="lt1"/>
              </a:solidFill>
              <a:highlight>
                <a:srgbClr val="009287"/>
              </a:highlight>
              <a:latin typeface="Arial"/>
              <a:ea typeface="Arial"/>
              <a:cs typeface="Arial"/>
              <a:sym typeface="Arial"/>
            </a:endParaRPr>
          </a:p>
        </p:txBody>
      </p:sp>
      <p:sp>
        <p:nvSpPr>
          <p:cNvPr id="349" name="Google Shape;349;g25bfd64c579_0_6"/>
          <p:cNvSpPr txBox="1"/>
          <p:nvPr/>
        </p:nvSpPr>
        <p:spPr>
          <a:xfrm>
            <a:off x="6859200" y="1582850"/>
            <a:ext cx="4773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16</a:t>
            </a:r>
            <a:endParaRPr b="0" i="0" sz="1400" u="none" cap="none" strike="noStrike">
              <a:solidFill>
                <a:schemeClr val="lt1"/>
              </a:solidFill>
              <a:highlight>
                <a:srgbClr val="009287"/>
              </a:highlight>
              <a:latin typeface="Arial"/>
              <a:ea typeface="Arial"/>
              <a:cs typeface="Arial"/>
              <a:sym typeface="Arial"/>
            </a:endParaRPr>
          </a:p>
        </p:txBody>
      </p:sp>
      <p:sp>
        <p:nvSpPr>
          <p:cNvPr id="350" name="Google Shape;350;g25bfd64c579_0_6"/>
          <p:cNvSpPr txBox="1"/>
          <p:nvPr/>
        </p:nvSpPr>
        <p:spPr>
          <a:xfrm>
            <a:off x="6930325" y="5345250"/>
            <a:ext cx="4773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6</a:t>
            </a:r>
            <a:endParaRPr b="0" i="0" sz="1400" u="none" cap="none" strike="noStrike">
              <a:solidFill>
                <a:schemeClr val="lt1"/>
              </a:solidFill>
              <a:highlight>
                <a:srgbClr val="009287"/>
              </a:highlight>
              <a:latin typeface="Arial"/>
              <a:ea typeface="Arial"/>
              <a:cs typeface="Arial"/>
              <a:sym typeface="Arial"/>
            </a:endParaRPr>
          </a:p>
        </p:txBody>
      </p:sp>
      <p:sp>
        <p:nvSpPr>
          <p:cNvPr id="351" name="Google Shape;351;g25bfd64c579_0_6"/>
          <p:cNvSpPr txBox="1"/>
          <p:nvPr/>
        </p:nvSpPr>
        <p:spPr>
          <a:xfrm>
            <a:off x="3196400" y="5269200"/>
            <a:ext cx="4773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6</a:t>
            </a:r>
            <a:endParaRPr b="0" i="0" sz="1400" u="none" cap="none" strike="noStrike">
              <a:solidFill>
                <a:schemeClr val="lt1"/>
              </a:solidFill>
              <a:highlight>
                <a:srgbClr val="009287"/>
              </a:highlight>
              <a:latin typeface="Arial"/>
              <a:ea typeface="Arial"/>
              <a:cs typeface="Arial"/>
              <a:sym typeface="Arial"/>
            </a:endParaRPr>
          </a:p>
        </p:txBody>
      </p:sp>
      <p:pic>
        <p:nvPicPr>
          <p:cNvPr id="352" name="Google Shape;352;g25bfd64c579_0_6"/>
          <p:cNvPicPr preferRelativeResize="0"/>
          <p:nvPr/>
        </p:nvPicPr>
        <p:blipFill>
          <a:blip r:embed="rId4">
            <a:alphaModFix/>
          </a:blip>
          <a:stretch>
            <a:fillRect/>
          </a:stretch>
        </p:blipFill>
        <p:spPr>
          <a:xfrm>
            <a:off x="11014725" y="6267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g237be279222_0_36"/>
          <p:cNvPicPr preferRelativeResize="0"/>
          <p:nvPr/>
        </p:nvPicPr>
        <p:blipFill rotWithShape="1">
          <a:blip r:embed="rId3">
            <a:alphaModFix/>
          </a:blip>
          <a:srcRect b="0" l="0" r="0" t="0"/>
          <a:stretch/>
        </p:blipFill>
        <p:spPr>
          <a:xfrm>
            <a:off x="-6625" y="-33825"/>
            <a:ext cx="12192000" cy="6858000"/>
          </a:xfrm>
          <a:prstGeom prst="rect">
            <a:avLst/>
          </a:prstGeom>
          <a:noFill/>
          <a:ln>
            <a:noFill/>
          </a:ln>
        </p:spPr>
      </p:pic>
      <p:sp>
        <p:nvSpPr>
          <p:cNvPr id="358" name="Google Shape;358;g237be279222_0_36"/>
          <p:cNvSpPr/>
          <p:nvPr/>
        </p:nvSpPr>
        <p:spPr>
          <a:xfrm>
            <a:off x="993000" y="1215900"/>
            <a:ext cx="10206000" cy="4571100"/>
          </a:xfrm>
          <a:prstGeom prst="roundRect">
            <a:avLst>
              <a:gd fmla="val 14215" name="adj"/>
            </a:avLst>
          </a:prstGeom>
          <a:noFill/>
          <a:ln cap="flat" cmpd="sng" w="1905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237be279222_0_36"/>
          <p:cNvSpPr txBox="1"/>
          <p:nvPr/>
        </p:nvSpPr>
        <p:spPr>
          <a:xfrm>
            <a:off x="54649" y="4868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¡Desafío!</a:t>
            </a:r>
            <a:endParaRPr b="1" i="0" sz="4400" u="none" cap="none" strike="noStrike">
              <a:solidFill>
                <a:schemeClr val="dk1"/>
              </a:solidFill>
              <a:latin typeface="Patrick Hand"/>
              <a:ea typeface="Patrick Hand"/>
              <a:cs typeface="Patrick Hand"/>
              <a:sym typeface="Patrick Hand"/>
            </a:endParaRPr>
          </a:p>
        </p:txBody>
      </p:sp>
      <p:sp>
        <p:nvSpPr>
          <p:cNvPr id="360" name="Google Shape;360;g237be279222_0_36"/>
          <p:cNvSpPr txBox="1"/>
          <p:nvPr/>
        </p:nvSpPr>
        <p:spPr>
          <a:xfrm>
            <a:off x="1452075" y="1174800"/>
            <a:ext cx="101010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Resolvamos lo siguiente: </a:t>
            </a:r>
            <a:endParaRPr b="0"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Tengo 5 bolsas  y en cada una hay 2 chocolates. ¿Cuántos chocolates hay en total en las </a:t>
            </a:r>
            <a:r>
              <a:rPr lang="es-CL" sz="2800">
                <a:solidFill>
                  <a:schemeClr val="dk1"/>
                </a:solidFill>
                <a:latin typeface="Patrick Hand"/>
                <a:ea typeface="Patrick Hand"/>
                <a:cs typeface="Patrick Hand"/>
                <a:sym typeface="Patrick Hand"/>
              </a:rPr>
              <a:t>5</a:t>
            </a:r>
            <a:r>
              <a:rPr b="0" i="0" lang="es-CL" sz="2800" u="none" cap="none" strike="noStrike">
                <a:solidFill>
                  <a:schemeClr val="dk1"/>
                </a:solidFill>
                <a:latin typeface="Patrick Hand"/>
                <a:ea typeface="Patrick Hand"/>
                <a:cs typeface="Patrick Hand"/>
                <a:sym typeface="Patrick Hand"/>
              </a:rPr>
              <a:t> bolsas? </a:t>
            </a:r>
            <a:endParaRPr b="0" i="0" sz="2800" u="none" cap="none" strike="noStrike">
              <a:solidFill>
                <a:schemeClr val="dk1"/>
              </a:solidFill>
              <a:latin typeface="Patrick Hand"/>
              <a:ea typeface="Patrick Hand"/>
              <a:cs typeface="Patrick Hand"/>
              <a:sym typeface="Patrick Hand"/>
            </a:endParaRPr>
          </a:p>
        </p:txBody>
      </p:sp>
      <p:sp>
        <p:nvSpPr>
          <p:cNvPr id="361" name="Google Shape;361;g237be279222_0_36"/>
          <p:cNvSpPr txBox="1"/>
          <p:nvPr/>
        </p:nvSpPr>
        <p:spPr>
          <a:xfrm>
            <a:off x="1627850" y="5023725"/>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62" name="Google Shape;362;g237be279222_0_36"/>
          <p:cNvSpPr txBox="1"/>
          <p:nvPr/>
        </p:nvSpPr>
        <p:spPr>
          <a:xfrm>
            <a:off x="6241450" y="4871325"/>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Tienen  ___ chocolates en total.</a:t>
            </a:r>
            <a:endParaRPr b="0" i="0" sz="2800" u="none" cap="none" strike="noStrike">
              <a:solidFill>
                <a:schemeClr val="dk1"/>
              </a:solidFill>
              <a:latin typeface="Patrick Hand"/>
              <a:ea typeface="Patrick Hand"/>
              <a:cs typeface="Patrick Hand"/>
              <a:sym typeface="Patrick Hand"/>
            </a:endParaRPr>
          </a:p>
        </p:txBody>
      </p:sp>
      <p:sp>
        <p:nvSpPr>
          <p:cNvPr id="363" name="Google Shape;363;g237be279222_0_36"/>
          <p:cNvSpPr txBox="1"/>
          <p:nvPr/>
        </p:nvSpPr>
        <p:spPr>
          <a:xfrm>
            <a:off x="1660675" y="541296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64" name="Google Shape;364;g237be279222_0_36"/>
          <p:cNvSpPr txBox="1"/>
          <p:nvPr/>
        </p:nvSpPr>
        <p:spPr>
          <a:xfrm>
            <a:off x="1670575" y="4431575"/>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 ___  veces ___ </a:t>
            </a:r>
            <a:endParaRPr b="0" i="0" sz="2400" u="none" cap="none" strike="noStrike">
              <a:solidFill>
                <a:schemeClr val="dk1"/>
              </a:solidFill>
              <a:latin typeface="Patrick Hand"/>
              <a:ea typeface="Patrick Hand"/>
              <a:cs typeface="Patrick Hand"/>
              <a:sym typeface="Patrick Hand"/>
            </a:endParaRPr>
          </a:p>
        </p:txBody>
      </p:sp>
      <p:sp>
        <p:nvSpPr>
          <p:cNvPr id="365" name="Google Shape;365;g237be279222_0_36"/>
          <p:cNvSpPr txBox="1"/>
          <p:nvPr/>
        </p:nvSpPr>
        <p:spPr>
          <a:xfrm>
            <a:off x="1875450" y="44162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5 </a:t>
            </a:r>
            <a:endParaRPr b="0" i="0" sz="1400" u="none" cap="none" strike="noStrike">
              <a:solidFill>
                <a:srgbClr val="000000"/>
              </a:solidFill>
              <a:latin typeface="Arial"/>
              <a:ea typeface="Arial"/>
              <a:cs typeface="Arial"/>
              <a:sym typeface="Arial"/>
            </a:endParaRPr>
          </a:p>
        </p:txBody>
      </p:sp>
      <p:sp>
        <p:nvSpPr>
          <p:cNvPr id="366" name="Google Shape;366;g237be279222_0_36"/>
          <p:cNvSpPr txBox="1"/>
          <p:nvPr/>
        </p:nvSpPr>
        <p:spPr>
          <a:xfrm>
            <a:off x="1875450"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367" name="Google Shape;367;g237be279222_0_36"/>
          <p:cNvSpPr txBox="1"/>
          <p:nvPr/>
        </p:nvSpPr>
        <p:spPr>
          <a:xfrm>
            <a:off x="3346100" y="4376100"/>
            <a:ext cx="582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sp>
        <p:nvSpPr>
          <p:cNvPr id="368" name="Google Shape;368;g237be279222_0_36"/>
          <p:cNvSpPr txBox="1"/>
          <p:nvPr/>
        </p:nvSpPr>
        <p:spPr>
          <a:xfrm>
            <a:off x="2815125"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p:txBody>
      </p:sp>
      <p:sp>
        <p:nvSpPr>
          <p:cNvPr id="369" name="Google Shape;369;g237be279222_0_36"/>
          <p:cNvSpPr txBox="1"/>
          <p:nvPr/>
        </p:nvSpPr>
        <p:spPr>
          <a:xfrm>
            <a:off x="3982250" y="50237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10</a:t>
            </a:r>
            <a:endParaRPr b="0" i="0" sz="1400" u="none" cap="none" strike="noStrike">
              <a:solidFill>
                <a:srgbClr val="000000"/>
              </a:solidFill>
              <a:latin typeface="Arial"/>
              <a:ea typeface="Arial"/>
              <a:cs typeface="Arial"/>
              <a:sym typeface="Arial"/>
            </a:endParaRPr>
          </a:p>
        </p:txBody>
      </p:sp>
      <p:sp>
        <p:nvSpPr>
          <p:cNvPr id="370" name="Google Shape;370;g237be279222_0_36"/>
          <p:cNvSpPr txBox="1"/>
          <p:nvPr/>
        </p:nvSpPr>
        <p:spPr>
          <a:xfrm>
            <a:off x="7345725" y="47973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10</a:t>
            </a:r>
            <a:endParaRPr b="0" i="0" sz="1400" u="none" cap="none" strike="noStrike">
              <a:solidFill>
                <a:srgbClr val="000000"/>
              </a:solidFill>
              <a:latin typeface="Arial"/>
              <a:ea typeface="Arial"/>
              <a:cs typeface="Arial"/>
              <a:sym typeface="Arial"/>
            </a:endParaRPr>
          </a:p>
        </p:txBody>
      </p:sp>
      <p:pic>
        <p:nvPicPr>
          <p:cNvPr id="371" name="Google Shape;371;g237be279222_0_36"/>
          <p:cNvPicPr preferRelativeResize="0"/>
          <p:nvPr/>
        </p:nvPicPr>
        <p:blipFill>
          <a:blip r:embed="rId4">
            <a:alphaModFix/>
          </a:blip>
          <a:stretch>
            <a:fillRect/>
          </a:stretch>
        </p:blipFill>
        <p:spPr>
          <a:xfrm>
            <a:off x="11199000" y="626750"/>
            <a:ext cx="791425" cy="8348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descr="Forma&#10;&#10;Descripción generada automáticamente con confianza media" id="376" name="Google Shape;376;g237be279222_0_119"/>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77" name="Google Shape;377;g237be279222_0_119"/>
          <p:cNvSpPr txBox="1"/>
          <p:nvPr/>
        </p:nvSpPr>
        <p:spPr>
          <a:xfrm>
            <a:off x="99224"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2 </a:t>
            </a:r>
            <a:endParaRPr b="1" i="0" sz="4400" u="none" cap="none" strike="noStrike">
              <a:solidFill>
                <a:schemeClr val="dk1"/>
              </a:solidFill>
              <a:latin typeface="Patrick Hand"/>
              <a:ea typeface="Patrick Hand"/>
              <a:cs typeface="Patrick Hand"/>
              <a:sym typeface="Patrick Hand"/>
            </a:endParaRPr>
          </a:p>
        </p:txBody>
      </p:sp>
      <p:sp>
        <p:nvSpPr>
          <p:cNvPr id="378" name="Google Shape;378;g237be279222_0_119"/>
          <p:cNvSpPr txBox="1"/>
          <p:nvPr/>
        </p:nvSpPr>
        <p:spPr>
          <a:xfrm>
            <a:off x="650100" y="1077375"/>
            <a:ext cx="110889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¡Tarea</a:t>
            </a:r>
            <a:r>
              <a:rPr lang="es-CL" sz="3200">
                <a:solidFill>
                  <a:schemeClr val="dk1"/>
                </a:solidFill>
                <a:latin typeface="Patrick Hand"/>
                <a:ea typeface="Patrick Hand"/>
                <a:cs typeface="Patrick Hand"/>
                <a:sym typeface="Patrick Hand"/>
              </a:rPr>
              <a:t>!</a:t>
            </a:r>
            <a:r>
              <a:rPr b="0" i="0" lang="es-CL" sz="3200" u="none" cap="none" strike="noStrike">
                <a:solidFill>
                  <a:schemeClr val="dk1"/>
                </a:solidFill>
                <a:latin typeface="Patrick Hand"/>
                <a:ea typeface="Patrick Hand"/>
                <a:cs typeface="Patrick Hand"/>
                <a:sym typeface="Patrick Hand"/>
              </a:rPr>
              <a:t> ¡</a:t>
            </a:r>
            <a:r>
              <a:rPr lang="es-CL" sz="3200">
                <a:solidFill>
                  <a:schemeClr val="dk1"/>
                </a:solidFill>
                <a:latin typeface="Patrick Hand"/>
                <a:ea typeface="Patrick Hand"/>
                <a:cs typeface="Patrick Hand"/>
                <a:sym typeface="Patrick Hand"/>
              </a:rPr>
              <a:t>A</a:t>
            </a:r>
            <a:r>
              <a:rPr b="0" i="0" lang="es-CL" sz="3200" u="none" cap="none" strike="noStrike">
                <a:solidFill>
                  <a:schemeClr val="dk1"/>
                </a:solidFill>
                <a:latin typeface="Patrick Hand"/>
                <a:ea typeface="Patrick Hand"/>
                <a:cs typeface="Patrick Hand"/>
                <a:sym typeface="Patrick Hand"/>
              </a:rPr>
              <a:t>prendamos la tabla de 2!</a:t>
            </a:r>
            <a:endParaRPr b="0" i="0" sz="3200" u="none" cap="none" strike="noStrike">
              <a:solidFill>
                <a:schemeClr val="dk1"/>
              </a:solidFill>
              <a:latin typeface="Patrick Hand"/>
              <a:ea typeface="Patrick Hand"/>
              <a:cs typeface="Patrick Hand"/>
              <a:sym typeface="Patrick Hand"/>
            </a:endParaRPr>
          </a:p>
        </p:txBody>
      </p:sp>
      <p:sp>
        <p:nvSpPr>
          <p:cNvPr id="379" name="Google Shape;379;g237be279222_0_119"/>
          <p:cNvSpPr/>
          <p:nvPr/>
        </p:nvSpPr>
        <p:spPr>
          <a:xfrm>
            <a:off x="4671125" y="1758025"/>
            <a:ext cx="2606700" cy="4494600"/>
          </a:xfrm>
          <a:prstGeom prst="roundRect">
            <a:avLst>
              <a:gd fmla="val 16667" name="adj"/>
            </a:avLst>
          </a:prstGeom>
          <a:solidFill>
            <a:srgbClr val="47C4B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237be279222_0_119"/>
          <p:cNvSpPr txBox="1"/>
          <p:nvPr/>
        </p:nvSpPr>
        <p:spPr>
          <a:xfrm>
            <a:off x="5260900" y="1758025"/>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1 = 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2 = 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3 = 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4 = 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5 = 10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6 = 12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7 = 14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8 = 16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9 = 18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10 = 20</a:t>
            </a:r>
            <a:endParaRPr b="1" i="0" sz="2800" u="none" cap="none" strike="noStrike">
              <a:solidFill>
                <a:schemeClr val="dk1"/>
              </a:solidFill>
              <a:latin typeface="Patrick Hand"/>
              <a:ea typeface="Patrick Hand"/>
              <a:cs typeface="Patrick Hand"/>
              <a:sym typeface="Patrick Hand"/>
            </a:endParaRPr>
          </a:p>
        </p:txBody>
      </p:sp>
      <p:pic>
        <p:nvPicPr>
          <p:cNvPr id="381" name="Google Shape;381;g237be279222_0_119"/>
          <p:cNvPicPr preferRelativeResize="0"/>
          <p:nvPr/>
        </p:nvPicPr>
        <p:blipFill>
          <a:blip r:embed="rId4">
            <a:alphaModFix/>
          </a:blip>
          <a:stretch>
            <a:fillRect/>
          </a:stretch>
        </p:blipFill>
        <p:spPr>
          <a:xfrm>
            <a:off x="11014725" y="626750"/>
            <a:ext cx="975700" cy="1029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2af04fc6c91_0_79"/>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87" name="Google Shape;387;g2af04fc6c91_0_79"/>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Una pastelería ha hecho ocho cajas con dos tortas que serán repartidas a distintos clientes. </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¿Cuántas tortas se entregarán?</a:t>
            </a:r>
            <a:endParaRPr sz="1900"/>
          </a:p>
        </p:txBody>
      </p:sp>
      <p:pic>
        <p:nvPicPr>
          <p:cNvPr id="388" name="Google Shape;388;g2af04fc6c91_0_79"/>
          <p:cNvPicPr preferRelativeResize="0"/>
          <p:nvPr/>
        </p:nvPicPr>
        <p:blipFill>
          <a:blip r:embed="rId3">
            <a:alphaModFix/>
          </a:blip>
          <a:stretch>
            <a:fillRect/>
          </a:stretch>
        </p:blipFill>
        <p:spPr>
          <a:xfrm>
            <a:off x="798300" y="4893200"/>
            <a:ext cx="1464201" cy="1464201"/>
          </a:xfrm>
          <a:prstGeom prst="rect">
            <a:avLst/>
          </a:prstGeom>
          <a:noFill/>
          <a:ln>
            <a:noFill/>
          </a:ln>
        </p:spPr>
      </p:pic>
      <p:pic>
        <p:nvPicPr>
          <p:cNvPr id="389" name="Google Shape;389;g2af04fc6c91_0_79"/>
          <p:cNvPicPr preferRelativeResize="0"/>
          <p:nvPr/>
        </p:nvPicPr>
        <p:blipFill>
          <a:blip r:embed="rId3">
            <a:alphaModFix/>
          </a:blip>
          <a:stretch>
            <a:fillRect/>
          </a:stretch>
        </p:blipFill>
        <p:spPr>
          <a:xfrm>
            <a:off x="2262500" y="4893200"/>
            <a:ext cx="1464201" cy="1464201"/>
          </a:xfrm>
          <a:prstGeom prst="rect">
            <a:avLst/>
          </a:prstGeom>
          <a:noFill/>
          <a:ln>
            <a:noFill/>
          </a:ln>
        </p:spPr>
      </p:pic>
      <p:pic>
        <p:nvPicPr>
          <p:cNvPr id="390" name="Google Shape;390;g2af04fc6c91_0_79"/>
          <p:cNvPicPr preferRelativeResize="0"/>
          <p:nvPr/>
        </p:nvPicPr>
        <p:blipFill>
          <a:blip r:embed="rId3">
            <a:alphaModFix/>
          </a:blip>
          <a:stretch>
            <a:fillRect/>
          </a:stretch>
        </p:blipFill>
        <p:spPr>
          <a:xfrm>
            <a:off x="3726700" y="4893200"/>
            <a:ext cx="1464201" cy="1464201"/>
          </a:xfrm>
          <a:prstGeom prst="rect">
            <a:avLst/>
          </a:prstGeom>
          <a:noFill/>
          <a:ln>
            <a:noFill/>
          </a:ln>
        </p:spPr>
      </p:pic>
      <p:pic>
        <p:nvPicPr>
          <p:cNvPr id="391" name="Google Shape;391;g2af04fc6c91_0_79"/>
          <p:cNvPicPr preferRelativeResize="0"/>
          <p:nvPr/>
        </p:nvPicPr>
        <p:blipFill>
          <a:blip r:embed="rId3">
            <a:alphaModFix/>
          </a:blip>
          <a:stretch>
            <a:fillRect/>
          </a:stretch>
        </p:blipFill>
        <p:spPr>
          <a:xfrm>
            <a:off x="5190900" y="4893200"/>
            <a:ext cx="1464201" cy="1464201"/>
          </a:xfrm>
          <a:prstGeom prst="rect">
            <a:avLst/>
          </a:prstGeom>
          <a:noFill/>
          <a:ln>
            <a:noFill/>
          </a:ln>
        </p:spPr>
      </p:pic>
      <p:pic>
        <p:nvPicPr>
          <p:cNvPr id="392" name="Google Shape;392;g2af04fc6c91_0_79"/>
          <p:cNvPicPr preferRelativeResize="0"/>
          <p:nvPr/>
        </p:nvPicPr>
        <p:blipFill>
          <a:blip r:embed="rId3">
            <a:alphaModFix/>
          </a:blip>
          <a:stretch>
            <a:fillRect/>
          </a:stretch>
        </p:blipFill>
        <p:spPr>
          <a:xfrm>
            <a:off x="798300" y="3429000"/>
            <a:ext cx="1464201" cy="1464201"/>
          </a:xfrm>
          <a:prstGeom prst="rect">
            <a:avLst/>
          </a:prstGeom>
          <a:noFill/>
          <a:ln>
            <a:noFill/>
          </a:ln>
        </p:spPr>
      </p:pic>
      <p:pic>
        <p:nvPicPr>
          <p:cNvPr id="393" name="Google Shape;393;g2af04fc6c91_0_79"/>
          <p:cNvPicPr preferRelativeResize="0"/>
          <p:nvPr/>
        </p:nvPicPr>
        <p:blipFill>
          <a:blip r:embed="rId3">
            <a:alphaModFix/>
          </a:blip>
          <a:stretch>
            <a:fillRect/>
          </a:stretch>
        </p:blipFill>
        <p:spPr>
          <a:xfrm>
            <a:off x="2262500" y="3429000"/>
            <a:ext cx="1464201" cy="1464201"/>
          </a:xfrm>
          <a:prstGeom prst="rect">
            <a:avLst/>
          </a:prstGeom>
          <a:noFill/>
          <a:ln>
            <a:noFill/>
          </a:ln>
        </p:spPr>
      </p:pic>
      <p:pic>
        <p:nvPicPr>
          <p:cNvPr id="394" name="Google Shape;394;g2af04fc6c91_0_79"/>
          <p:cNvPicPr preferRelativeResize="0"/>
          <p:nvPr/>
        </p:nvPicPr>
        <p:blipFill>
          <a:blip r:embed="rId3">
            <a:alphaModFix/>
          </a:blip>
          <a:stretch>
            <a:fillRect/>
          </a:stretch>
        </p:blipFill>
        <p:spPr>
          <a:xfrm>
            <a:off x="3726700" y="3429000"/>
            <a:ext cx="1464201" cy="1464201"/>
          </a:xfrm>
          <a:prstGeom prst="rect">
            <a:avLst/>
          </a:prstGeom>
          <a:noFill/>
          <a:ln>
            <a:noFill/>
          </a:ln>
        </p:spPr>
      </p:pic>
      <p:pic>
        <p:nvPicPr>
          <p:cNvPr id="395" name="Google Shape;395;g2af04fc6c91_0_79"/>
          <p:cNvPicPr preferRelativeResize="0"/>
          <p:nvPr/>
        </p:nvPicPr>
        <p:blipFill>
          <a:blip r:embed="rId3">
            <a:alphaModFix/>
          </a:blip>
          <a:stretch>
            <a:fillRect/>
          </a:stretch>
        </p:blipFill>
        <p:spPr>
          <a:xfrm>
            <a:off x="5190900" y="3429000"/>
            <a:ext cx="1464201" cy="1464201"/>
          </a:xfrm>
          <a:prstGeom prst="rect">
            <a:avLst/>
          </a:prstGeom>
          <a:noFill/>
          <a:ln>
            <a:noFill/>
          </a:ln>
        </p:spPr>
      </p:pic>
      <p:pic>
        <p:nvPicPr>
          <p:cNvPr id="396" name="Google Shape;396;g2af04fc6c91_0_79"/>
          <p:cNvPicPr preferRelativeResize="0"/>
          <p:nvPr/>
        </p:nvPicPr>
        <p:blipFill>
          <a:blip r:embed="rId4">
            <a:alphaModFix/>
          </a:blip>
          <a:stretch>
            <a:fillRect/>
          </a:stretch>
        </p:blipFill>
        <p:spPr>
          <a:xfrm>
            <a:off x="1543317" y="4216517"/>
            <a:ext cx="615599" cy="615599"/>
          </a:xfrm>
          <a:prstGeom prst="rect">
            <a:avLst/>
          </a:prstGeom>
          <a:noFill/>
          <a:ln>
            <a:noFill/>
          </a:ln>
        </p:spPr>
      </p:pic>
      <p:pic>
        <p:nvPicPr>
          <p:cNvPr id="397" name="Google Shape;397;g2af04fc6c91_0_79"/>
          <p:cNvPicPr preferRelativeResize="0"/>
          <p:nvPr/>
        </p:nvPicPr>
        <p:blipFill>
          <a:blip r:embed="rId4">
            <a:alphaModFix/>
          </a:blip>
          <a:stretch>
            <a:fillRect/>
          </a:stretch>
        </p:blipFill>
        <p:spPr>
          <a:xfrm>
            <a:off x="927717" y="4216517"/>
            <a:ext cx="615599" cy="615599"/>
          </a:xfrm>
          <a:prstGeom prst="rect">
            <a:avLst/>
          </a:prstGeom>
          <a:noFill/>
          <a:ln>
            <a:noFill/>
          </a:ln>
        </p:spPr>
      </p:pic>
      <p:pic>
        <p:nvPicPr>
          <p:cNvPr id="398" name="Google Shape;398;g2af04fc6c91_0_79"/>
          <p:cNvPicPr preferRelativeResize="0"/>
          <p:nvPr/>
        </p:nvPicPr>
        <p:blipFill>
          <a:blip r:embed="rId4">
            <a:alphaModFix/>
          </a:blip>
          <a:stretch>
            <a:fillRect/>
          </a:stretch>
        </p:blipFill>
        <p:spPr>
          <a:xfrm>
            <a:off x="2994617" y="4216517"/>
            <a:ext cx="615599" cy="615599"/>
          </a:xfrm>
          <a:prstGeom prst="rect">
            <a:avLst/>
          </a:prstGeom>
          <a:noFill/>
          <a:ln>
            <a:noFill/>
          </a:ln>
        </p:spPr>
      </p:pic>
      <p:pic>
        <p:nvPicPr>
          <p:cNvPr id="399" name="Google Shape;399;g2af04fc6c91_0_79"/>
          <p:cNvPicPr preferRelativeResize="0"/>
          <p:nvPr/>
        </p:nvPicPr>
        <p:blipFill>
          <a:blip r:embed="rId4">
            <a:alphaModFix/>
          </a:blip>
          <a:stretch>
            <a:fillRect/>
          </a:stretch>
        </p:blipFill>
        <p:spPr>
          <a:xfrm>
            <a:off x="2379017" y="4216517"/>
            <a:ext cx="615599" cy="615599"/>
          </a:xfrm>
          <a:prstGeom prst="rect">
            <a:avLst/>
          </a:prstGeom>
          <a:noFill/>
          <a:ln>
            <a:noFill/>
          </a:ln>
        </p:spPr>
      </p:pic>
      <p:pic>
        <p:nvPicPr>
          <p:cNvPr id="400" name="Google Shape;400;g2af04fc6c91_0_79"/>
          <p:cNvPicPr preferRelativeResize="0"/>
          <p:nvPr/>
        </p:nvPicPr>
        <p:blipFill>
          <a:blip r:embed="rId4">
            <a:alphaModFix/>
          </a:blip>
          <a:stretch>
            <a:fillRect/>
          </a:stretch>
        </p:blipFill>
        <p:spPr>
          <a:xfrm>
            <a:off x="4462183" y="4216517"/>
            <a:ext cx="615599" cy="615599"/>
          </a:xfrm>
          <a:prstGeom prst="rect">
            <a:avLst/>
          </a:prstGeom>
          <a:noFill/>
          <a:ln>
            <a:noFill/>
          </a:ln>
        </p:spPr>
      </p:pic>
      <p:pic>
        <p:nvPicPr>
          <p:cNvPr id="401" name="Google Shape;401;g2af04fc6c91_0_79"/>
          <p:cNvPicPr preferRelativeResize="0"/>
          <p:nvPr/>
        </p:nvPicPr>
        <p:blipFill>
          <a:blip r:embed="rId4">
            <a:alphaModFix/>
          </a:blip>
          <a:stretch>
            <a:fillRect/>
          </a:stretch>
        </p:blipFill>
        <p:spPr>
          <a:xfrm>
            <a:off x="3846583" y="4216517"/>
            <a:ext cx="615599" cy="615599"/>
          </a:xfrm>
          <a:prstGeom prst="rect">
            <a:avLst/>
          </a:prstGeom>
          <a:noFill/>
          <a:ln>
            <a:noFill/>
          </a:ln>
        </p:spPr>
      </p:pic>
      <p:pic>
        <p:nvPicPr>
          <p:cNvPr id="402" name="Google Shape;402;g2af04fc6c91_0_79"/>
          <p:cNvPicPr preferRelativeResize="0"/>
          <p:nvPr/>
        </p:nvPicPr>
        <p:blipFill>
          <a:blip r:embed="rId4">
            <a:alphaModFix/>
          </a:blip>
          <a:stretch>
            <a:fillRect/>
          </a:stretch>
        </p:blipFill>
        <p:spPr>
          <a:xfrm>
            <a:off x="5913483" y="4216517"/>
            <a:ext cx="615599" cy="615599"/>
          </a:xfrm>
          <a:prstGeom prst="rect">
            <a:avLst/>
          </a:prstGeom>
          <a:noFill/>
          <a:ln>
            <a:noFill/>
          </a:ln>
        </p:spPr>
      </p:pic>
      <p:pic>
        <p:nvPicPr>
          <p:cNvPr id="403" name="Google Shape;403;g2af04fc6c91_0_79"/>
          <p:cNvPicPr preferRelativeResize="0"/>
          <p:nvPr/>
        </p:nvPicPr>
        <p:blipFill>
          <a:blip r:embed="rId4">
            <a:alphaModFix/>
          </a:blip>
          <a:stretch>
            <a:fillRect/>
          </a:stretch>
        </p:blipFill>
        <p:spPr>
          <a:xfrm>
            <a:off x="5297883" y="4216517"/>
            <a:ext cx="615599" cy="615599"/>
          </a:xfrm>
          <a:prstGeom prst="rect">
            <a:avLst/>
          </a:prstGeom>
          <a:noFill/>
          <a:ln>
            <a:noFill/>
          </a:ln>
        </p:spPr>
      </p:pic>
      <p:pic>
        <p:nvPicPr>
          <p:cNvPr id="404" name="Google Shape;404;g2af04fc6c91_0_79"/>
          <p:cNvPicPr preferRelativeResize="0"/>
          <p:nvPr/>
        </p:nvPicPr>
        <p:blipFill>
          <a:blip r:embed="rId4">
            <a:alphaModFix/>
          </a:blip>
          <a:stretch>
            <a:fillRect/>
          </a:stretch>
        </p:blipFill>
        <p:spPr>
          <a:xfrm>
            <a:off x="1543317" y="5689250"/>
            <a:ext cx="615599" cy="615599"/>
          </a:xfrm>
          <a:prstGeom prst="rect">
            <a:avLst/>
          </a:prstGeom>
          <a:noFill/>
          <a:ln>
            <a:noFill/>
          </a:ln>
        </p:spPr>
      </p:pic>
      <p:pic>
        <p:nvPicPr>
          <p:cNvPr id="405" name="Google Shape;405;g2af04fc6c91_0_79"/>
          <p:cNvPicPr preferRelativeResize="0"/>
          <p:nvPr/>
        </p:nvPicPr>
        <p:blipFill>
          <a:blip r:embed="rId4">
            <a:alphaModFix/>
          </a:blip>
          <a:stretch>
            <a:fillRect/>
          </a:stretch>
        </p:blipFill>
        <p:spPr>
          <a:xfrm>
            <a:off x="927717" y="5689250"/>
            <a:ext cx="615599" cy="615599"/>
          </a:xfrm>
          <a:prstGeom prst="rect">
            <a:avLst/>
          </a:prstGeom>
          <a:noFill/>
          <a:ln>
            <a:noFill/>
          </a:ln>
        </p:spPr>
      </p:pic>
      <p:pic>
        <p:nvPicPr>
          <p:cNvPr id="406" name="Google Shape;406;g2af04fc6c91_0_79"/>
          <p:cNvPicPr preferRelativeResize="0"/>
          <p:nvPr/>
        </p:nvPicPr>
        <p:blipFill>
          <a:blip r:embed="rId4">
            <a:alphaModFix/>
          </a:blip>
          <a:stretch>
            <a:fillRect/>
          </a:stretch>
        </p:blipFill>
        <p:spPr>
          <a:xfrm>
            <a:off x="2994617" y="5689250"/>
            <a:ext cx="615599" cy="615599"/>
          </a:xfrm>
          <a:prstGeom prst="rect">
            <a:avLst/>
          </a:prstGeom>
          <a:noFill/>
          <a:ln>
            <a:noFill/>
          </a:ln>
        </p:spPr>
      </p:pic>
      <p:pic>
        <p:nvPicPr>
          <p:cNvPr id="407" name="Google Shape;407;g2af04fc6c91_0_79"/>
          <p:cNvPicPr preferRelativeResize="0"/>
          <p:nvPr/>
        </p:nvPicPr>
        <p:blipFill>
          <a:blip r:embed="rId4">
            <a:alphaModFix/>
          </a:blip>
          <a:stretch>
            <a:fillRect/>
          </a:stretch>
        </p:blipFill>
        <p:spPr>
          <a:xfrm>
            <a:off x="2379017" y="5689250"/>
            <a:ext cx="615599" cy="615599"/>
          </a:xfrm>
          <a:prstGeom prst="rect">
            <a:avLst/>
          </a:prstGeom>
          <a:noFill/>
          <a:ln>
            <a:noFill/>
          </a:ln>
        </p:spPr>
      </p:pic>
      <p:pic>
        <p:nvPicPr>
          <p:cNvPr id="408" name="Google Shape;408;g2af04fc6c91_0_79"/>
          <p:cNvPicPr preferRelativeResize="0"/>
          <p:nvPr/>
        </p:nvPicPr>
        <p:blipFill>
          <a:blip r:embed="rId4">
            <a:alphaModFix/>
          </a:blip>
          <a:stretch>
            <a:fillRect/>
          </a:stretch>
        </p:blipFill>
        <p:spPr>
          <a:xfrm>
            <a:off x="4462183" y="5689250"/>
            <a:ext cx="615599" cy="615599"/>
          </a:xfrm>
          <a:prstGeom prst="rect">
            <a:avLst/>
          </a:prstGeom>
          <a:noFill/>
          <a:ln>
            <a:noFill/>
          </a:ln>
        </p:spPr>
      </p:pic>
      <p:pic>
        <p:nvPicPr>
          <p:cNvPr id="409" name="Google Shape;409;g2af04fc6c91_0_79"/>
          <p:cNvPicPr preferRelativeResize="0"/>
          <p:nvPr/>
        </p:nvPicPr>
        <p:blipFill>
          <a:blip r:embed="rId4">
            <a:alphaModFix/>
          </a:blip>
          <a:stretch>
            <a:fillRect/>
          </a:stretch>
        </p:blipFill>
        <p:spPr>
          <a:xfrm>
            <a:off x="3846583" y="5689250"/>
            <a:ext cx="615599" cy="615599"/>
          </a:xfrm>
          <a:prstGeom prst="rect">
            <a:avLst/>
          </a:prstGeom>
          <a:noFill/>
          <a:ln>
            <a:noFill/>
          </a:ln>
        </p:spPr>
      </p:pic>
      <p:pic>
        <p:nvPicPr>
          <p:cNvPr id="410" name="Google Shape;410;g2af04fc6c91_0_79"/>
          <p:cNvPicPr preferRelativeResize="0"/>
          <p:nvPr/>
        </p:nvPicPr>
        <p:blipFill>
          <a:blip r:embed="rId4">
            <a:alphaModFix/>
          </a:blip>
          <a:stretch>
            <a:fillRect/>
          </a:stretch>
        </p:blipFill>
        <p:spPr>
          <a:xfrm>
            <a:off x="5913483" y="5689250"/>
            <a:ext cx="615599" cy="615599"/>
          </a:xfrm>
          <a:prstGeom prst="rect">
            <a:avLst/>
          </a:prstGeom>
          <a:noFill/>
          <a:ln>
            <a:noFill/>
          </a:ln>
        </p:spPr>
      </p:pic>
      <p:pic>
        <p:nvPicPr>
          <p:cNvPr id="411" name="Google Shape;411;g2af04fc6c91_0_79"/>
          <p:cNvPicPr preferRelativeResize="0"/>
          <p:nvPr/>
        </p:nvPicPr>
        <p:blipFill>
          <a:blip r:embed="rId4">
            <a:alphaModFix/>
          </a:blip>
          <a:stretch>
            <a:fillRect/>
          </a:stretch>
        </p:blipFill>
        <p:spPr>
          <a:xfrm>
            <a:off x="5297883" y="5689250"/>
            <a:ext cx="615599" cy="615599"/>
          </a:xfrm>
          <a:prstGeom prst="rect">
            <a:avLst/>
          </a:prstGeom>
          <a:noFill/>
          <a:ln>
            <a:noFill/>
          </a:ln>
        </p:spPr>
      </p:pic>
      <p:sp>
        <p:nvSpPr>
          <p:cNvPr id="412" name="Google Shape;412;g2af04fc6c91_0_79"/>
          <p:cNvSpPr txBox="1"/>
          <p:nvPr/>
        </p:nvSpPr>
        <p:spPr>
          <a:xfrm>
            <a:off x="7025283" y="344852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5"/>
              </a:rPr>
              <a:t>https://forms.gle/5wu4AeyTRUPi6WDz5</a:t>
            </a:r>
            <a:r>
              <a:rPr b="1" lang="es-CL" sz="1900">
                <a:latin typeface="Calibri"/>
                <a:ea typeface="Calibri"/>
                <a:cs typeface="Calibri"/>
                <a:sym typeface="Calibri"/>
              </a:rPr>
              <a:t> </a:t>
            </a:r>
            <a:endParaRPr sz="1900"/>
          </a:p>
        </p:txBody>
      </p:sp>
      <p:pic>
        <p:nvPicPr>
          <p:cNvPr id="413" name="Google Shape;413;g2af04fc6c91_0_79"/>
          <p:cNvPicPr preferRelativeResize="0"/>
          <p:nvPr/>
        </p:nvPicPr>
        <p:blipFill rotWithShape="1">
          <a:blip r:embed="rId6">
            <a:alphaModFix/>
          </a:blip>
          <a:srcRect b="8976" l="8976" r="8976" t="8976"/>
          <a:stretch/>
        </p:blipFill>
        <p:spPr>
          <a:xfrm>
            <a:off x="8940483" y="4146132"/>
            <a:ext cx="2265567" cy="2265567"/>
          </a:xfrm>
          <a:prstGeom prst="rect">
            <a:avLst/>
          </a:prstGeom>
          <a:noFill/>
          <a:ln>
            <a:noFill/>
          </a:ln>
        </p:spPr>
      </p:pic>
      <p:pic>
        <p:nvPicPr>
          <p:cNvPr id="414" name="Google Shape;414;g2af04fc6c91_0_79"/>
          <p:cNvPicPr preferRelativeResize="0"/>
          <p:nvPr/>
        </p:nvPicPr>
        <p:blipFill>
          <a:blip r:embed="rId7">
            <a:alphaModFix/>
          </a:blip>
          <a:stretch>
            <a:fillRect/>
          </a:stretch>
        </p:blipFill>
        <p:spPr>
          <a:xfrm>
            <a:off x="11014725" y="62675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descr="Forma&#10;&#10;Descripción generada automáticamente con confianza media" id="419" name="Google Shape;419;g2b522ee6938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20" name="Google Shape;420;g2b522ee6938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421" name="Google Shape;421;g2b522ee6938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422" name="Google Shape;422;g2b522ee6938_0_7" title="Reforzamiento - Multiplicación (3) - Tabla del 2">
            <a:hlinkClick r:id="rId4"/>
          </p:cNvPr>
          <p:cNvPicPr preferRelativeResize="0"/>
          <p:nvPr/>
        </p:nvPicPr>
        <p:blipFill>
          <a:blip r:embed="rId5">
            <a:alphaModFix/>
          </a:blip>
          <a:stretch>
            <a:fillRect/>
          </a:stretch>
        </p:blipFill>
        <p:spPr>
          <a:xfrm>
            <a:off x="1766125" y="1398450"/>
            <a:ext cx="8659650" cy="4871050"/>
          </a:xfrm>
          <a:prstGeom prst="rect">
            <a:avLst/>
          </a:prstGeom>
          <a:noFill/>
          <a:ln cap="flat" cmpd="sng" w="28575">
            <a:solidFill>
              <a:schemeClr val="dk2"/>
            </a:solidFill>
            <a:prstDash val="solid"/>
            <a:round/>
            <a:headEnd len="sm" w="sm" type="none"/>
            <a:tailEnd len="sm" w="sm" type="none"/>
          </a:ln>
        </p:spPr>
      </p:pic>
      <p:pic>
        <p:nvPicPr>
          <p:cNvPr id="423" name="Google Shape;423;g2b522ee6938_0_7"/>
          <p:cNvPicPr preferRelativeResize="0"/>
          <p:nvPr/>
        </p:nvPicPr>
        <p:blipFill>
          <a:blip r:embed="rId6">
            <a:alphaModFix/>
          </a:blip>
          <a:stretch>
            <a:fillRect/>
          </a:stretch>
        </p:blipFill>
        <p:spPr>
          <a:xfrm>
            <a:off x="11014725" y="62675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