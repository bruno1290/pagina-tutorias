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 id="214748366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y="6858000" cx="12192000"/>
  <p:notesSz cx="6858000" cy="9144000"/>
  <p:embeddedFontLst>
    <p:embeddedFont>
      <p:font typeface="Patrick Hand"/>
      <p:regular r:id="rId19"/>
    </p:embeddedFont>
    <p:embeddedFont>
      <p:font typeface="Poppins"/>
      <p:regular r:id="rId20"/>
      <p:bold r:id="rId21"/>
      <p:italic r:id="rId22"/>
      <p:boldItalic r:id="rId23"/>
    </p:embeddedFont>
    <p:embeddedFont>
      <p:font typeface="Poppins Light"/>
      <p:regular r:id="rId24"/>
      <p:bold r:id="rId25"/>
      <p:italic r:id="rId26"/>
      <p:boldItalic r:id="rId2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8" roundtripDataSignature="AMtx7mi4Tzf0MsBOvaUaTb3w7vuFl/2Vm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Poppins-regular.fntdata"/><Relationship Id="rId22" Type="http://schemas.openxmlformats.org/officeDocument/2006/relationships/font" Target="fonts/Poppins-italic.fntdata"/><Relationship Id="rId21" Type="http://schemas.openxmlformats.org/officeDocument/2006/relationships/font" Target="fonts/Poppins-bold.fntdata"/><Relationship Id="rId24" Type="http://schemas.openxmlformats.org/officeDocument/2006/relationships/font" Target="fonts/PoppinsLight-regular.fntdata"/><Relationship Id="rId23" Type="http://schemas.openxmlformats.org/officeDocument/2006/relationships/font" Target="fonts/Poppins-boldItalic.fntdata"/><Relationship Id="rId1" Type="http://schemas.openxmlformats.org/officeDocument/2006/relationships/theme" Target="theme/theme3.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9" Type="http://schemas.openxmlformats.org/officeDocument/2006/relationships/slide" Target="slides/slide4.xml"/><Relationship Id="rId26" Type="http://schemas.openxmlformats.org/officeDocument/2006/relationships/font" Target="fonts/PoppinsLight-italic.fntdata"/><Relationship Id="rId25" Type="http://schemas.openxmlformats.org/officeDocument/2006/relationships/font" Target="fonts/PoppinsLight-bold.fntdata"/><Relationship Id="rId28" Type="http://customschemas.google.com/relationships/presentationmetadata" Target="metadata"/><Relationship Id="rId27" Type="http://schemas.openxmlformats.org/officeDocument/2006/relationships/font" Target="fonts/PoppinsLight-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font" Target="fonts/PatrickHand-regular.fntdata"/><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9" name="Google Shape;129;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7" name="Google Shape;137;p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330e850082a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43" name="Google Shape;143;g330e850082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30e850082a_0_8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30e850082a_0_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330e850082a_0_16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64" name="Google Shape;164;g330e850082a_0_1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330e850082a_0_25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330e850082a_0_2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331a1f01ad5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84" name="Google Shape;184;g331a1f01ad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237f15b63d7_0_1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4" name="Google Shape;194;g237f15b63d7_0_11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g25c91d2129a_0_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8" name="Google Shape;218;g25c91d2129a_0_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g237f276a022_0_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4" name="Google Shape;244;g237f276a022_0_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g237f276a022_0_1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9" name="Google Shape;269;g237f276a022_0_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g237f276a022_0_2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3" name="Google Shape;293;g237f276a022_0_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g265c00a3ceb_0_5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b="1"/>
          </a:p>
          <a:p>
            <a:pPr indent="0" lvl="0" marL="0" rtl="0" algn="l">
              <a:lnSpc>
                <a:spcPct val="100000"/>
              </a:lnSpc>
              <a:spcBef>
                <a:spcPts val="0"/>
              </a:spcBef>
              <a:spcAft>
                <a:spcPts val="0"/>
              </a:spcAft>
              <a:buSzPts val="1100"/>
              <a:buNone/>
            </a:pPr>
            <a:r>
              <a:rPr lang="es-ES"/>
              <a:t>Estimar y varias preugntas de si la descomposción está bien </a:t>
            </a:r>
            <a:endParaRPr/>
          </a:p>
        </p:txBody>
      </p:sp>
      <p:sp>
        <p:nvSpPr>
          <p:cNvPr id="318" name="Google Shape;318;g265c00a3ceb_0_5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de título" type="title">
  <p:cSld name="TITLE">
    <p:spTree>
      <p:nvGrpSpPr>
        <p:cNvPr id="11" name="Shape 11"/>
        <p:cNvGrpSpPr/>
        <p:nvPr/>
      </p:nvGrpSpPr>
      <p:grpSpPr>
        <a:xfrm>
          <a:off x="0" y="0"/>
          <a:ext cx="0" cy="0"/>
          <a:chOff x="0" y="0"/>
          <a:chExt cx="0" cy="0"/>
        </a:xfrm>
      </p:grpSpPr>
      <p:sp>
        <p:nvSpPr>
          <p:cNvPr id="12" name="Google Shape;12;p12"/>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12"/>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4" name="Google Shape;14;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 name="Google Shape;15;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 name="Google Shape;16;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17" name="Shape 17"/>
        <p:cNvGrpSpPr/>
        <p:nvPr/>
      </p:nvGrpSpPr>
      <p:grpSpPr>
        <a:xfrm>
          <a:off x="0" y="0"/>
          <a:ext cx="0" cy="0"/>
          <a:chOff x="0" y="0"/>
          <a:chExt cx="0" cy="0"/>
        </a:xfrm>
      </p:grpSpPr>
      <p:sp>
        <p:nvSpPr>
          <p:cNvPr id="18" name="Google Shape;18;p1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1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 name="Google Shape;20;p1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1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1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cabezado de sección" type="secHead">
  <p:cSld name="SECTION_HEADER">
    <p:spTree>
      <p:nvGrpSpPr>
        <p:cNvPr id="23" name="Shape 23"/>
        <p:cNvGrpSpPr/>
        <p:nvPr/>
      </p:nvGrpSpPr>
      <p:grpSpPr>
        <a:xfrm>
          <a:off x="0" y="0"/>
          <a:ext cx="0" cy="0"/>
          <a:chOff x="0" y="0"/>
          <a:chExt cx="0" cy="0"/>
        </a:xfrm>
      </p:grpSpPr>
      <p:sp>
        <p:nvSpPr>
          <p:cNvPr id="24" name="Google Shape;24;p14"/>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14"/>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26" name="Google Shape;26;p1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1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1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os objetos" type="twoObj">
  <p:cSld name="TWO_OBJECTS">
    <p:spTree>
      <p:nvGrpSpPr>
        <p:cNvPr id="29" name="Shape 29"/>
        <p:cNvGrpSpPr/>
        <p:nvPr/>
      </p:nvGrpSpPr>
      <p:grpSpPr>
        <a:xfrm>
          <a:off x="0" y="0"/>
          <a:ext cx="0" cy="0"/>
          <a:chOff x="0" y="0"/>
          <a:chExt cx="0" cy="0"/>
        </a:xfrm>
      </p:grpSpPr>
      <p:sp>
        <p:nvSpPr>
          <p:cNvPr id="30" name="Google Shape;30;p1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15"/>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 name="Google Shape;32;p15"/>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3" name="Google Shape;33;p1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1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1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ción" type="twoTxTwoObj">
  <p:cSld name="TWO_OBJECTS_WITH_TEXT">
    <p:spTree>
      <p:nvGrpSpPr>
        <p:cNvPr id="36" name="Shape 36"/>
        <p:cNvGrpSpPr/>
        <p:nvPr/>
      </p:nvGrpSpPr>
      <p:grpSpPr>
        <a:xfrm>
          <a:off x="0" y="0"/>
          <a:ext cx="0" cy="0"/>
          <a:chOff x="0" y="0"/>
          <a:chExt cx="0" cy="0"/>
        </a:xfrm>
      </p:grpSpPr>
      <p:sp>
        <p:nvSpPr>
          <p:cNvPr id="37" name="Google Shape;37;p16"/>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16"/>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9" name="Google Shape;39;p16"/>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16"/>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1" name="Google Shape;41;p16"/>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1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1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1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lo el título" type="titleOnly">
  <p:cSld name="TITLE_ONLY">
    <p:spTree>
      <p:nvGrpSpPr>
        <p:cNvPr id="45" name="Shape 45"/>
        <p:cNvGrpSpPr/>
        <p:nvPr/>
      </p:nvGrpSpPr>
      <p:grpSpPr>
        <a:xfrm>
          <a:off x="0" y="0"/>
          <a:ext cx="0" cy="0"/>
          <a:chOff x="0" y="0"/>
          <a:chExt cx="0" cy="0"/>
        </a:xfrm>
      </p:grpSpPr>
      <p:sp>
        <p:nvSpPr>
          <p:cNvPr id="46" name="Google Shape;46;p1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1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1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1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 blanco" type="blank">
  <p:cSld name="BLANK">
    <p:spTree>
      <p:nvGrpSpPr>
        <p:cNvPr id="50" name="Shape 50"/>
        <p:cNvGrpSpPr/>
        <p:nvPr/>
      </p:nvGrpSpPr>
      <p:grpSpPr>
        <a:xfrm>
          <a:off x="0" y="0"/>
          <a:ext cx="0" cy="0"/>
          <a:chOff x="0" y="0"/>
          <a:chExt cx="0" cy="0"/>
        </a:xfrm>
      </p:grpSpPr>
      <p:sp>
        <p:nvSpPr>
          <p:cNvPr id="51" name="Google Shape;51;p1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1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1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con título" type="objTx">
  <p:cSld name="OBJECT_WITH_CAPTION_TEXT">
    <p:spTree>
      <p:nvGrpSpPr>
        <p:cNvPr id="54" name="Shape 54"/>
        <p:cNvGrpSpPr/>
        <p:nvPr/>
      </p:nvGrpSpPr>
      <p:grpSpPr>
        <a:xfrm>
          <a:off x="0" y="0"/>
          <a:ext cx="0" cy="0"/>
          <a:chOff x="0" y="0"/>
          <a:chExt cx="0" cy="0"/>
        </a:xfrm>
      </p:grpSpPr>
      <p:sp>
        <p:nvSpPr>
          <p:cNvPr id="55" name="Google Shape;55;p1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19"/>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7" name="Google Shape;57;p19"/>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8" name="Google Shape;58;p1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1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1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con título" type="picTx">
  <p:cSld name="PICTURE_WITH_CAPTION_TEXT">
    <p:spTree>
      <p:nvGrpSpPr>
        <p:cNvPr id="61" name="Shape 61"/>
        <p:cNvGrpSpPr/>
        <p:nvPr/>
      </p:nvGrpSpPr>
      <p:grpSpPr>
        <a:xfrm>
          <a:off x="0" y="0"/>
          <a:ext cx="0" cy="0"/>
          <a:chOff x="0" y="0"/>
          <a:chExt cx="0" cy="0"/>
        </a:xfrm>
      </p:grpSpPr>
      <p:sp>
        <p:nvSpPr>
          <p:cNvPr id="62" name="Google Shape;62;p2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0"/>
          <p:cNvSpPr/>
          <p:nvPr>
            <p:ph idx="2" type="pic"/>
          </p:nvPr>
        </p:nvSpPr>
        <p:spPr>
          <a:xfrm>
            <a:off x="5183188" y="987425"/>
            <a:ext cx="6172200" cy="4873625"/>
          </a:xfrm>
          <a:prstGeom prst="rect">
            <a:avLst/>
          </a:prstGeom>
          <a:noFill/>
          <a:ln>
            <a:noFill/>
          </a:ln>
        </p:spPr>
      </p:sp>
      <p:sp>
        <p:nvSpPr>
          <p:cNvPr id="64" name="Google Shape;64;p20"/>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5" name="Google Shape;65;p2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2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texto vertical" type="vertTx">
  <p:cSld name="VERTICAL_TEXT">
    <p:spTree>
      <p:nvGrpSpPr>
        <p:cNvPr id="68" name="Shape 68"/>
        <p:cNvGrpSpPr/>
        <p:nvPr/>
      </p:nvGrpSpPr>
      <p:grpSpPr>
        <a:xfrm>
          <a:off x="0" y="0"/>
          <a:ext cx="0" cy="0"/>
          <a:chOff x="0" y="0"/>
          <a:chExt cx="0" cy="0"/>
        </a:xfrm>
      </p:grpSpPr>
      <p:sp>
        <p:nvSpPr>
          <p:cNvPr id="69" name="Google Shape;69;p2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1"/>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2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2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2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vertical y texto" type="vertTitleAndTx">
  <p:cSld name="VERTICAL_TITLE_AND_VERTICAL_TEXT">
    <p:spTree>
      <p:nvGrpSpPr>
        <p:cNvPr id="74" name="Shape 74"/>
        <p:cNvGrpSpPr/>
        <p:nvPr/>
      </p:nvGrpSpPr>
      <p:grpSpPr>
        <a:xfrm>
          <a:off x="0" y="0"/>
          <a:ext cx="0" cy="0"/>
          <a:chOff x="0" y="0"/>
          <a:chExt cx="0" cy="0"/>
        </a:xfrm>
      </p:grpSpPr>
      <p:sp>
        <p:nvSpPr>
          <p:cNvPr id="75" name="Google Shape;75;p22"/>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2"/>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2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2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2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84" name="Shape 84"/>
        <p:cNvGrpSpPr/>
        <p:nvPr/>
      </p:nvGrpSpPr>
      <p:grpSpPr>
        <a:xfrm>
          <a:off x="0" y="0"/>
          <a:ext cx="0" cy="0"/>
          <a:chOff x="0" y="0"/>
          <a:chExt cx="0" cy="0"/>
        </a:xfrm>
      </p:grpSpPr>
      <p:sp>
        <p:nvSpPr>
          <p:cNvPr id="85" name="Google Shape;85;g265c00a3ceb_0_67"/>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rtl="0" algn="l">
              <a:lnSpc>
                <a:spcPct val="90000"/>
              </a:lnSpc>
              <a:spcBef>
                <a:spcPts val="0"/>
              </a:spcBef>
              <a:spcAft>
                <a:spcPts val="0"/>
              </a:spcAft>
              <a:buClr>
                <a:schemeClr val="dk1"/>
              </a:buClr>
              <a:buSzPts val="1900"/>
              <a:buNone/>
              <a:defRPr/>
            </a:lvl1pPr>
            <a:lvl2pPr lvl="1" rtl="0" algn="l">
              <a:lnSpc>
                <a:spcPct val="100000"/>
              </a:lnSpc>
              <a:spcBef>
                <a:spcPts val="0"/>
              </a:spcBef>
              <a:spcAft>
                <a:spcPts val="0"/>
              </a:spcAft>
              <a:buSzPts val="1500"/>
              <a:buNone/>
              <a:defRPr/>
            </a:lvl2pPr>
            <a:lvl3pPr lvl="2" rtl="0" algn="l">
              <a:lnSpc>
                <a:spcPct val="100000"/>
              </a:lnSpc>
              <a:spcBef>
                <a:spcPts val="0"/>
              </a:spcBef>
              <a:spcAft>
                <a:spcPts val="0"/>
              </a:spcAft>
              <a:buSzPts val="1500"/>
              <a:buNone/>
              <a:defRPr/>
            </a:lvl3pPr>
            <a:lvl4pPr lvl="3" rtl="0" algn="l">
              <a:lnSpc>
                <a:spcPct val="100000"/>
              </a:lnSpc>
              <a:spcBef>
                <a:spcPts val="0"/>
              </a:spcBef>
              <a:spcAft>
                <a:spcPts val="0"/>
              </a:spcAft>
              <a:buSzPts val="1500"/>
              <a:buNone/>
              <a:defRPr/>
            </a:lvl4pPr>
            <a:lvl5pPr lvl="4" rtl="0" algn="l">
              <a:lnSpc>
                <a:spcPct val="100000"/>
              </a:lnSpc>
              <a:spcBef>
                <a:spcPts val="0"/>
              </a:spcBef>
              <a:spcAft>
                <a:spcPts val="0"/>
              </a:spcAft>
              <a:buSzPts val="1500"/>
              <a:buNone/>
              <a:defRPr/>
            </a:lvl5pPr>
            <a:lvl6pPr lvl="5" rtl="0" algn="l">
              <a:lnSpc>
                <a:spcPct val="100000"/>
              </a:lnSpc>
              <a:spcBef>
                <a:spcPts val="0"/>
              </a:spcBef>
              <a:spcAft>
                <a:spcPts val="0"/>
              </a:spcAft>
              <a:buSzPts val="1500"/>
              <a:buNone/>
              <a:defRPr/>
            </a:lvl6pPr>
            <a:lvl7pPr lvl="6" rtl="0" algn="l">
              <a:lnSpc>
                <a:spcPct val="100000"/>
              </a:lnSpc>
              <a:spcBef>
                <a:spcPts val="0"/>
              </a:spcBef>
              <a:spcAft>
                <a:spcPts val="0"/>
              </a:spcAft>
              <a:buSzPts val="1500"/>
              <a:buNone/>
              <a:defRPr/>
            </a:lvl7pPr>
            <a:lvl8pPr lvl="7" rtl="0" algn="l">
              <a:lnSpc>
                <a:spcPct val="100000"/>
              </a:lnSpc>
              <a:spcBef>
                <a:spcPts val="0"/>
              </a:spcBef>
              <a:spcAft>
                <a:spcPts val="0"/>
              </a:spcAft>
              <a:buSzPts val="1500"/>
              <a:buNone/>
              <a:defRPr/>
            </a:lvl8pPr>
            <a:lvl9pPr lvl="8" rtl="0" algn="l">
              <a:lnSpc>
                <a:spcPct val="100000"/>
              </a:lnSpc>
              <a:spcBef>
                <a:spcPts val="0"/>
              </a:spcBef>
              <a:spcAft>
                <a:spcPts val="0"/>
              </a:spcAft>
              <a:buSzPts val="1500"/>
              <a:buNone/>
              <a:defRPr/>
            </a:lvl9pPr>
          </a:lstStyle>
          <a:p/>
        </p:txBody>
      </p:sp>
      <p:sp>
        <p:nvSpPr>
          <p:cNvPr id="86" name="Google Shape;86;g265c00a3ceb_0_67"/>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lvl1pPr indent="-349250" lvl="0" marL="457200" rtl="0" algn="l">
              <a:lnSpc>
                <a:spcPct val="90000"/>
              </a:lnSpc>
              <a:spcBef>
                <a:spcPts val="1100"/>
              </a:spcBef>
              <a:spcAft>
                <a:spcPts val="0"/>
              </a:spcAft>
              <a:buClr>
                <a:schemeClr val="dk1"/>
              </a:buClr>
              <a:buSzPts val="1900"/>
              <a:buChar char="•"/>
              <a:defRPr/>
            </a:lvl1pPr>
            <a:lvl2pPr indent="-349250" lvl="1" marL="914400" rtl="0" algn="l">
              <a:lnSpc>
                <a:spcPct val="90000"/>
              </a:lnSpc>
              <a:spcBef>
                <a:spcPts val="500"/>
              </a:spcBef>
              <a:spcAft>
                <a:spcPts val="0"/>
              </a:spcAft>
              <a:buClr>
                <a:schemeClr val="dk1"/>
              </a:buClr>
              <a:buSzPts val="1900"/>
              <a:buChar char="•"/>
              <a:defRPr/>
            </a:lvl2pPr>
            <a:lvl3pPr indent="-349250" lvl="2" marL="1371600" rtl="0" algn="l">
              <a:lnSpc>
                <a:spcPct val="90000"/>
              </a:lnSpc>
              <a:spcBef>
                <a:spcPts val="500"/>
              </a:spcBef>
              <a:spcAft>
                <a:spcPts val="0"/>
              </a:spcAft>
              <a:buClr>
                <a:schemeClr val="dk1"/>
              </a:buClr>
              <a:buSzPts val="1900"/>
              <a:buChar char="•"/>
              <a:defRPr/>
            </a:lvl3pPr>
            <a:lvl4pPr indent="-349250" lvl="3" marL="1828800" rtl="0" algn="l">
              <a:lnSpc>
                <a:spcPct val="90000"/>
              </a:lnSpc>
              <a:spcBef>
                <a:spcPts val="500"/>
              </a:spcBef>
              <a:spcAft>
                <a:spcPts val="0"/>
              </a:spcAft>
              <a:buClr>
                <a:schemeClr val="dk1"/>
              </a:buClr>
              <a:buSzPts val="1900"/>
              <a:buChar char="•"/>
              <a:defRPr/>
            </a:lvl4pPr>
            <a:lvl5pPr indent="-349250" lvl="4" marL="2286000" rtl="0" algn="l">
              <a:lnSpc>
                <a:spcPct val="90000"/>
              </a:lnSpc>
              <a:spcBef>
                <a:spcPts val="500"/>
              </a:spcBef>
              <a:spcAft>
                <a:spcPts val="0"/>
              </a:spcAft>
              <a:buClr>
                <a:schemeClr val="dk1"/>
              </a:buClr>
              <a:buSzPts val="1900"/>
              <a:buChar char="•"/>
              <a:defRPr/>
            </a:lvl5pPr>
            <a:lvl6pPr indent="-349250" lvl="5" marL="2743200" rtl="0" algn="l">
              <a:lnSpc>
                <a:spcPct val="90000"/>
              </a:lnSpc>
              <a:spcBef>
                <a:spcPts val="500"/>
              </a:spcBef>
              <a:spcAft>
                <a:spcPts val="0"/>
              </a:spcAft>
              <a:buClr>
                <a:schemeClr val="dk1"/>
              </a:buClr>
              <a:buSzPts val="1900"/>
              <a:buChar char="•"/>
              <a:defRPr/>
            </a:lvl6pPr>
            <a:lvl7pPr indent="-349250" lvl="6" marL="3200400" rtl="0" algn="l">
              <a:lnSpc>
                <a:spcPct val="90000"/>
              </a:lnSpc>
              <a:spcBef>
                <a:spcPts val="500"/>
              </a:spcBef>
              <a:spcAft>
                <a:spcPts val="0"/>
              </a:spcAft>
              <a:buClr>
                <a:schemeClr val="dk1"/>
              </a:buClr>
              <a:buSzPts val="1900"/>
              <a:buChar char="•"/>
              <a:defRPr/>
            </a:lvl7pPr>
            <a:lvl8pPr indent="-349250" lvl="7" marL="3657600" rtl="0" algn="l">
              <a:lnSpc>
                <a:spcPct val="90000"/>
              </a:lnSpc>
              <a:spcBef>
                <a:spcPts val="500"/>
              </a:spcBef>
              <a:spcAft>
                <a:spcPts val="0"/>
              </a:spcAft>
              <a:buClr>
                <a:schemeClr val="dk1"/>
              </a:buClr>
              <a:buSzPts val="1900"/>
              <a:buChar char="•"/>
              <a:defRPr/>
            </a:lvl8pPr>
            <a:lvl9pPr indent="-349250" lvl="8" marL="4114800" rtl="0" algn="l">
              <a:lnSpc>
                <a:spcPct val="90000"/>
              </a:lnSpc>
              <a:spcBef>
                <a:spcPts val="500"/>
              </a:spcBef>
              <a:spcAft>
                <a:spcPts val="0"/>
              </a:spcAft>
              <a:buClr>
                <a:schemeClr val="dk1"/>
              </a:buClr>
              <a:buSzPts val="1900"/>
              <a:buChar char="•"/>
              <a:defRPr/>
            </a:lvl9pPr>
          </a:lstStyle>
          <a:p/>
        </p:txBody>
      </p:sp>
      <p:sp>
        <p:nvSpPr>
          <p:cNvPr id="87" name="Google Shape;87;g265c00a3ceb_0_67"/>
          <p:cNvSpPr txBox="1"/>
          <p:nvPr>
            <p:ph idx="10" type="dt"/>
          </p:nvPr>
        </p:nvSpPr>
        <p:spPr>
          <a:xfrm>
            <a:off x="838200" y="6356351"/>
            <a:ext cx="2743200" cy="3651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9pPr>
          </a:lstStyle>
          <a:p/>
        </p:txBody>
      </p:sp>
      <p:sp>
        <p:nvSpPr>
          <p:cNvPr id="88" name="Google Shape;88;g265c00a3ceb_0_67"/>
          <p:cNvSpPr txBox="1"/>
          <p:nvPr>
            <p:ph idx="11" type="ftr"/>
          </p:nvPr>
        </p:nvSpPr>
        <p:spPr>
          <a:xfrm>
            <a:off x="4038600" y="6356351"/>
            <a:ext cx="4114800" cy="3651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9pPr>
          </a:lstStyle>
          <a:p/>
        </p:txBody>
      </p:sp>
      <p:sp>
        <p:nvSpPr>
          <p:cNvPr id="89" name="Google Shape;89;g265c00a3ceb_0_67"/>
          <p:cNvSpPr txBox="1"/>
          <p:nvPr>
            <p:ph idx="12" type="sldNum"/>
          </p:nvPr>
        </p:nvSpPr>
        <p:spPr>
          <a:xfrm>
            <a:off x="8610600" y="6356351"/>
            <a:ext cx="2743200" cy="3651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0" name="Shape 90"/>
        <p:cNvGrpSpPr/>
        <p:nvPr/>
      </p:nvGrpSpPr>
      <p:grpSpPr>
        <a:xfrm>
          <a:off x="0" y="0"/>
          <a:ext cx="0" cy="0"/>
          <a:chOff x="0" y="0"/>
          <a:chExt cx="0" cy="0"/>
        </a:xfrm>
      </p:grpSpPr>
      <p:sp>
        <p:nvSpPr>
          <p:cNvPr id="91" name="Google Shape;91;g265c00a3ceb_0_73"/>
          <p:cNvSpPr txBox="1"/>
          <p:nvPr>
            <p:ph type="ctrTitle"/>
          </p:nvPr>
        </p:nvSpPr>
        <p:spPr>
          <a:xfrm>
            <a:off x="415611" y="992767"/>
            <a:ext cx="11360700" cy="2736900"/>
          </a:xfrm>
          <a:prstGeom prst="rect">
            <a:avLst/>
          </a:prstGeom>
          <a:noFill/>
          <a:ln>
            <a:noFill/>
          </a:ln>
        </p:spPr>
        <p:txBody>
          <a:bodyPr anchorCtr="0" anchor="b" bIns="121900" lIns="121900" spcFirstLastPara="1" rIns="121900" wrap="square" tIns="121900">
            <a:normAutofit/>
          </a:bodyPr>
          <a:lstStyle>
            <a:lvl1pPr lvl="0" rtl="0" algn="ctr">
              <a:lnSpc>
                <a:spcPct val="100000"/>
              </a:lnSpc>
              <a:spcBef>
                <a:spcPts val="0"/>
              </a:spcBef>
              <a:spcAft>
                <a:spcPts val="0"/>
              </a:spcAft>
              <a:buSzPts val="6900"/>
              <a:buNone/>
              <a:defRPr sz="6900"/>
            </a:lvl1pPr>
            <a:lvl2pPr lvl="1" rtl="0" algn="ctr">
              <a:lnSpc>
                <a:spcPct val="100000"/>
              </a:lnSpc>
              <a:spcBef>
                <a:spcPts val="0"/>
              </a:spcBef>
              <a:spcAft>
                <a:spcPts val="0"/>
              </a:spcAft>
              <a:buSzPts val="6900"/>
              <a:buNone/>
              <a:defRPr sz="6900"/>
            </a:lvl2pPr>
            <a:lvl3pPr lvl="2" rtl="0" algn="ctr">
              <a:lnSpc>
                <a:spcPct val="100000"/>
              </a:lnSpc>
              <a:spcBef>
                <a:spcPts val="0"/>
              </a:spcBef>
              <a:spcAft>
                <a:spcPts val="0"/>
              </a:spcAft>
              <a:buSzPts val="6900"/>
              <a:buNone/>
              <a:defRPr sz="6900"/>
            </a:lvl3pPr>
            <a:lvl4pPr lvl="3" rtl="0" algn="ctr">
              <a:lnSpc>
                <a:spcPct val="100000"/>
              </a:lnSpc>
              <a:spcBef>
                <a:spcPts val="0"/>
              </a:spcBef>
              <a:spcAft>
                <a:spcPts val="0"/>
              </a:spcAft>
              <a:buSzPts val="6900"/>
              <a:buNone/>
              <a:defRPr sz="6900"/>
            </a:lvl4pPr>
            <a:lvl5pPr lvl="4" rtl="0" algn="ctr">
              <a:lnSpc>
                <a:spcPct val="100000"/>
              </a:lnSpc>
              <a:spcBef>
                <a:spcPts val="0"/>
              </a:spcBef>
              <a:spcAft>
                <a:spcPts val="0"/>
              </a:spcAft>
              <a:buSzPts val="6900"/>
              <a:buNone/>
              <a:defRPr sz="6900"/>
            </a:lvl5pPr>
            <a:lvl6pPr lvl="5" rtl="0" algn="ctr">
              <a:lnSpc>
                <a:spcPct val="100000"/>
              </a:lnSpc>
              <a:spcBef>
                <a:spcPts val="0"/>
              </a:spcBef>
              <a:spcAft>
                <a:spcPts val="0"/>
              </a:spcAft>
              <a:buSzPts val="6900"/>
              <a:buNone/>
              <a:defRPr sz="6900"/>
            </a:lvl6pPr>
            <a:lvl7pPr lvl="6" rtl="0" algn="ctr">
              <a:lnSpc>
                <a:spcPct val="100000"/>
              </a:lnSpc>
              <a:spcBef>
                <a:spcPts val="0"/>
              </a:spcBef>
              <a:spcAft>
                <a:spcPts val="0"/>
              </a:spcAft>
              <a:buSzPts val="6900"/>
              <a:buNone/>
              <a:defRPr sz="6900"/>
            </a:lvl7pPr>
            <a:lvl8pPr lvl="7" rtl="0" algn="ctr">
              <a:lnSpc>
                <a:spcPct val="100000"/>
              </a:lnSpc>
              <a:spcBef>
                <a:spcPts val="0"/>
              </a:spcBef>
              <a:spcAft>
                <a:spcPts val="0"/>
              </a:spcAft>
              <a:buSzPts val="6900"/>
              <a:buNone/>
              <a:defRPr sz="6900"/>
            </a:lvl8pPr>
            <a:lvl9pPr lvl="8" rtl="0" algn="ctr">
              <a:lnSpc>
                <a:spcPct val="100000"/>
              </a:lnSpc>
              <a:spcBef>
                <a:spcPts val="0"/>
              </a:spcBef>
              <a:spcAft>
                <a:spcPts val="0"/>
              </a:spcAft>
              <a:buSzPts val="6900"/>
              <a:buNone/>
              <a:defRPr sz="6900"/>
            </a:lvl9pPr>
          </a:lstStyle>
          <a:p/>
        </p:txBody>
      </p:sp>
      <p:sp>
        <p:nvSpPr>
          <p:cNvPr id="92" name="Google Shape;92;g265c00a3ceb_0_73"/>
          <p:cNvSpPr txBox="1"/>
          <p:nvPr>
            <p:ph idx="1" type="subTitle"/>
          </p:nvPr>
        </p:nvSpPr>
        <p:spPr>
          <a:xfrm>
            <a:off x="415600" y="3778833"/>
            <a:ext cx="11360700" cy="1056900"/>
          </a:xfrm>
          <a:prstGeom prst="rect">
            <a:avLst/>
          </a:prstGeom>
          <a:noFill/>
          <a:ln>
            <a:noFill/>
          </a:ln>
        </p:spPr>
        <p:txBody>
          <a:bodyPr anchorCtr="0" anchor="t" bIns="121900" lIns="121900" spcFirstLastPara="1" rIns="121900" wrap="square" tIns="121900">
            <a:normAutofit/>
          </a:bodyPr>
          <a:lstStyle>
            <a:lvl1pPr lvl="0" rtl="0" algn="ctr">
              <a:lnSpc>
                <a:spcPct val="100000"/>
              </a:lnSpc>
              <a:spcBef>
                <a:spcPts val="0"/>
              </a:spcBef>
              <a:spcAft>
                <a:spcPts val="0"/>
              </a:spcAft>
              <a:buSzPts val="3700"/>
              <a:buNone/>
              <a:defRPr sz="3700"/>
            </a:lvl1pPr>
            <a:lvl2pPr lvl="1" rtl="0" algn="ctr">
              <a:lnSpc>
                <a:spcPct val="100000"/>
              </a:lnSpc>
              <a:spcBef>
                <a:spcPts val="0"/>
              </a:spcBef>
              <a:spcAft>
                <a:spcPts val="0"/>
              </a:spcAft>
              <a:buSzPts val="3700"/>
              <a:buNone/>
              <a:defRPr sz="3700"/>
            </a:lvl2pPr>
            <a:lvl3pPr lvl="2" rtl="0" algn="ctr">
              <a:lnSpc>
                <a:spcPct val="100000"/>
              </a:lnSpc>
              <a:spcBef>
                <a:spcPts val="0"/>
              </a:spcBef>
              <a:spcAft>
                <a:spcPts val="0"/>
              </a:spcAft>
              <a:buSzPts val="3700"/>
              <a:buNone/>
              <a:defRPr sz="3700"/>
            </a:lvl3pPr>
            <a:lvl4pPr lvl="3" rtl="0" algn="ctr">
              <a:lnSpc>
                <a:spcPct val="100000"/>
              </a:lnSpc>
              <a:spcBef>
                <a:spcPts val="0"/>
              </a:spcBef>
              <a:spcAft>
                <a:spcPts val="0"/>
              </a:spcAft>
              <a:buSzPts val="3700"/>
              <a:buNone/>
              <a:defRPr sz="3700"/>
            </a:lvl4pPr>
            <a:lvl5pPr lvl="4" rtl="0" algn="ctr">
              <a:lnSpc>
                <a:spcPct val="100000"/>
              </a:lnSpc>
              <a:spcBef>
                <a:spcPts val="0"/>
              </a:spcBef>
              <a:spcAft>
                <a:spcPts val="0"/>
              </a:spcAft>
              <a:buSzPts val="3700"/>
              <a:buNone/>
              <a:defRPr sz="3700"/>
            </a:lvl5pPr>
            <a:lvl6pPr lvl="5" rtl="0" algn="ctr">
              <a:lnSpc>
                <a:spcPct val="100000"/>
              </a:lnSpc>
              <a:spcBef>
                <a:spcPts val="0"/>
              </a:spcBef>
              <a:spcAft>
                <a:spcPts val="0"/>
              </a:spcAft>
              <a:buSzPts val="3700"/>
              <a:buNone/>
              <a:defRPr sz="3700"/>
            </a:lvl6pPr>
            <a:lvl7pPr lvl="6" rtl="0" algn="ctr">
              <a:lnSpc>
                <a:spcPct val="100000"/>
              </a:lnSpc>
              <a:spcBef>
                <a:spcPts val="0"/>
              </a:spcBef>
              <a:spcAft>
                <a:spcPts val="0"/>
              </a:spcAft>
              <a:buSzPts val="3700"/>
              <a:buNone/>
              <a:defRPr sz="3700"/>
            </a:lvl7pPr>
            <a:lvl8pPr lvl="7" rtl="0" algn="ctr">
              <a:lnSpc>
                <a:spcPct val="100000"/>
              </a:lnSpc>
              <a:spcBef>
                <a:spcPts val="0"/>
              </a:spcBef>
              <a:spcAft>
                <a:spcPts val="0"/>
              </a:spcAft>
              <a:buSzPts val="3700"/>
              <a:buNone/>
              <a:defRPr sz="3700"/>
            </a:lvl8pPr>
            <a:lvl9pPr lvl="8" rtl="0" algn="ctr">
              <a:lnSpc>
                <a:spcPct val="100000"/>
              </a:lnSpc>
              <a:spcBef>
                <a:spcPts val="0"/>
              </a:spcBef>
              <a:spcAft>
                <a:spcPts val="0"/>
              </a:spcAft>
              <a:buSzPts val="3700"/>
              <a:buNone/>
              <a:defRPr sz="3700"/>
            </a:lvl9pPr>
          </a:lstStyle>
          <a:p/>
        </p:txBody>
      </p:sp>
      <p:sp>
        <p:nvSpPr>
          <p:cNvPr id="93" name="Google Shape;93;g265c00a3ceb_0_73"/>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94" name="Shape 94"/>
        <p:cNvGrpSpPr/>
        <p:nvPr/>
      </p:nvGrpSpPr>
      <p:grpSpPr>
        <a:xfrm>
          <a:off x="0" y="0"/>
          <a:ext cx="0" cy="0"/>
          <a:chOff x="0" y="0"/>
          <a:chExt cx="0" cy="0"/>
        </a:xfrm>
      </p:grpSpPr>
      <p:sp>
        <p:nvSpPr>
          <p:cNvPr id="95" name="Google Shape;95;g265c00a3ceb_0_77"/>
          <p:cNvSpPr txBox="1"/>
          <p:nvPr>
            <p:ph type="title"/>
          </p:nvPr>
        </p:nvSpPr>
        <p:spPr>
          <a:xfrm>
            <a:off x="415600" y="2867800"/>
            <a:ext cx="11360700" cy="1122300"/>
          </a:xfrm>
          <a:prstGeom prst="rect">
            <a:avLst/>
          </a:prstGeom>
          <a:noFill/>
          <a:ln>
            <a:noFill/>
          </a:ln>
        </p:spPr>
        <p:txBody>
          <a:bodyPr anchorCtr="0" anchor="ctr" bIns="121900" lIns="121900" spcFirstLastPara="1" rIns="121900" wrap="square" tIns="121900">
            <a:normAutofit/>
          </a:bodyPr>
          <a:lstStyle>
            <a:lvl1pPr lvl="0" rtl="0" algn="ctr">
              <a:lnSpc>
                <a:spcPct val="100000"/>
              </a:lnSpc>
              <a:spcBef>
                <a:spcPts val="0"/>
              </a:spcBef>
              <a:spcAft>
                <a:spcPts val="0"/>
              </a:spcAft>
              <a:buSzPts val="4800"/>
              <a:buNone/>
              <a:defRPr sz="4800"/>
            </a:lvl1pPr>
            <a:lvl2pPr lvl="1" rtl="0" algn="ctr">
              <a:lnSpc>
                <a:spcPct val="100000"/>
              </a:lnSpc>
              <a:spcBef>
                <a:spcPts val="0"/>
              </a:spcBef>
              <a:spcAft>
                <a:spcPts val="0"/>
              </a:spcAft>
              <a:buSzPts val="4800"/>
              <a:buNone/>
              <a:defRPr sz="4800"/>
            </a:lvl2pPr>
            <a:lvl3pPr lvl="2" rtl="0" algn="ctr">
              <a:lnSpc>
                <a:spcPct val="100000"/>
              </a:lnSpc>
              <a:spcBef>
                <a:spcPts val="0"/>
              </a:spcBef>
              <a:spcAft>
                <a:spcPts val="0"/>
              </a:spcAft>
              <a:buSzPts val="4800"/>
              <a:buNone/>
              <a:defRPr sz="4800"/>
            </a:lvl3pPr>
            <a:lvl4pPr lvl="3" rtl="0" algn="ctr">
              <a:lnSpc>
                <a:spcPct val="100000"/>
              </a:lnSpc>
              <a:spcBef>
                <a:spcPts val="0"/>
              </a:spcBef>
              <a:spcAft>
                <a:spcPts val="0"/>
              </a:spcAft>
              <a:buSzPts val="4800"/>
              <a:buNone/>
              <a:defRPr sz="4800"/>
            </a:lvl4pPr>
            <a:lvl5pPr lvl="4" rtl="0" algn="ctr">
              <a:lnSpc>
                <a:spcPct val="100000"/>
              </a:lnSpc>
              <a:spcBef>
                <a:spcPts val="0"/>
              </a:spcBef>
              <a:spcAft>
                <a:spcPts val="0"/>
              </a:spcAft>
              <a:buSzPts val="4800"/>
              <a:buNone/>
              <a:defRPr sz="4800"/>
            </a:lvl5pPr>
            <a:lvl6pPr lvl="5" rtl="0" algn="ctr">
              <a:lnSpc>
                <a:spcPct val="100000"/>
              </a:lnSpc>
              <a:spcBef>
                <a:spcPts val="0"/>
              </a:spcBef>
              <a:spcAft>
                <a:spcPts val="0"/>
              </a:spcAft>
              <a:buSzPts val="4800"/>
              <a:buNone/>
              <a:defRPr sz="4800"/>
            </a:lvl6pPr>
            <a:lvl7pPr lvl="6" rtl="0" algn="ctr">
              <a:lnSpc>
                <a:spcPct val="100000"/>
              </a:lnSpc>
              <a:spcBef>
                <a:spcPts val="0"/>
              </a:spcBef>
              <a:spcAft>
                <a:spcPts val="0"/>
              </a:spcAft>
              <a:buSzPts val="4800"/>
              <a:buNone/>
              <a:defRPr sz="4800"/>
            </a:lvl7pPr>
            <a:lvl8pPr lvl="7" rtl="0" algn="ctr">
              <a:lnSpc>
                <a:spcPct val="100000"/>
              </a:lnSpc>
              <a:spcBef>
                <a:spcPts val="0"/>
              </a:spcBef>
              <a:spcAft>
                <a:spcPts val="0"/>
              </a:spcAft>
              <a:buSzPts val="4800"/>
              <a:buNone/>
              <a:defRPr sz="4800"/>
            </a:lvl8pPr>
            <a:lvl9pPr lvl="8" rtl="0" algn="ctr">
              <a:lnSpc>
                <a:spcPct val="100000"/>
              </a:lnSpc>
              <a:spcBef>
                <a:spcPts val="0"/>
              </a:spcBef>
              <a:spcAft>
                <a:spcPts val="0"/>
              </a:spcAft>
              <a:buSzPts val="4800"/>
              <a:buNone/>
              <a:defRPr sz="4800"/>
            </a:lvl9pPr>
          </a:lstStyle>
          <a:p/>
        </p:txBody>
      </p:sp>
      <p:sp>
        <p:nvSpPr>
          <p:cNvPr id="96" name="Google Shape;96;g265c00a3ceb_0_77"/>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97" name="Shape 97"/>
        <p:cNvGrpSpPr/>
        <p:nvPr/>
      </p:nvGrpSpPr>
      <p:grpSpPr>
        <a:xfrm>
          <a:off x="0" y="0"/>
          <a:ext cx="0" cy="0"/>
          <a:chOff x="0" y="0"/>
          <a:chExt cx="0" cy="0"/>
        </a:xfrm>
      </p:grpSpPr>
      <p:sp>
        <p:nvSpPr>
          <p:cNvPr id="98" name="Google Shape;98;g265c00a3ceb_0_80"/>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rmAutofit/>
          </a:bodyPr>
          <a:lstStyle>
            <a:lvl1pPr lvl="0" rtl="0" algn="l">
              <a:lnSpc>
                <a:spcPct val="100000"/>
              </a:lnSpc>
              <a:spcBef>
                <a:spcPts val="0"/>
              </a:spcBef>
              <a:spcAft>
                <a:spcPts val="0"/>
              </a:spcAft>
              <a:buSzPts val="3700"/>
              <a:buNone/>
              <a:defRPr/>
            </a:lvl1pPr>
            <a:lvl2pPr lvl="1" rtl="0" algn="l">
              <a:lnSpc>
                <a:spcPct val="100000"/>
              </a:lnSpc>
              <a:spcBef>
                <a:spcPts val="0"/>
              </a:spcBef>
              <a:spcAft>
                <a:spcPts val="0"/>
              </a:spcAft>
              <a:buSzPts val="3700"/>
              <a:buNone/>
              <a:defRPr/>
            </a:lvl2pPr>
            <a:lvl3pPr lvl="2" rtl="0" algn="l">
              <a:lnSpc>
                <a:spcPct val="100000"/>
              </a:lnSpc>
              <a:spcBef>
                <a:spcPts val="0"/>
              </a:spcBef>
              <a:spcAft>
                <a:spcPts val="0"/>
              </a:spcAft>
              <a:buSzPts val="3700"/>
              <a:buNone/>
              <a:defRPr/>
            </a:lvl3pPr>
            <a:lvl4pPr lvl="3" rtl="0" algn="l">
              <a:lnSpc>
                <a:spcPct val="100000"/>
              </a:lnSpc>
              <a:spcBef>
                <a:spcPts val="0"/>
              </a:spcBef>
              <a:spcAft>
                <a:spcPts val="0"/>
              </a:spcAft>
              <a:buSzPts val="3700"/>
              <a:buNone/>
              <a:defRPr/>
            </a:lvl4pPr>
            <a:lvl5pPr lvl="4" rtl="0" algn="l">
              <a:lnSpc>
                <a:spcPct val="100000"/>
              </a:lnSpc>
              <a:spcBef>
                <a:spcPts val="0"/>
              </a:spcBef>
              <a:spcAft>
                <a:spcPts val="0"/>
              </a:spcAft>
              <a:buSzPts val="3700"/>
              <a:buNone/>
              <a:defRPr/>
            </a:lvl5pPr>
            <a:lvl6pPr lvl="5" rtl="0" algn="l">
              <a:lnSpc>
                <a:spcPct val="100000"/>
              </a:lnSpc>
              <a:spcBef>
                <a:spcPts val="0"/>
              </a:spcBef>
              <a:spcAft>
                <a:spcPts val="0"/>
              </a:spcAft>
              <a:buSzPts val="3700"/>
              <a:buNone/>
              <a:defRPr/>
            </a:lvl6pPr>
            <a:lvl7pPr lvl="6" rtl="0" algn="l">
              <a:lnSpc>
                <a:spcPct val="100000"/>
              </a:lnSpc>
              <a:spcBef>
                <a:spcPts val="0"/>
              </a:spcBef>
              <a:spcAft>
                <a:spcPts val="0"/>
              </a:spcAft>
              <a:buSzPts val="3700"/>
              <a:buNone/>
              <a:defRPr/>
            </a:lvl7pPr>
            <a:lvl8pPr lvl="7" rtl="0" algn="l">
              <a:lnSpc>
                <a:spcPct val="100000"/>
              </a:lnSpc>
              <a:spcBef>
                <a:spcPts val="0"/>
              </a:spcBef>
              <a:spcAft>
                <a:spcPts val="0"/>
              </a:spcAft>
              <a:buSzPts val="3700"/>
              <a:buNone/>
              <a:defRPr/>
            </a:lvl8pPr>
            <a:lvl9pPr lvl="8" rtl="0" algn="l">
              <a:lnSpc>
                <a:spcPct val="100000"/>
              </a:lnSpc>
              <a:spcBef>
                <a:spcPts val="0"/>
              </a:spcBef>
              <a:spcAft>
                <a:spcPts val="0"/>
              </a:spcAft>
              <a:buSzPts val="3700"/>
              <a:buNone/>
              <a:defRPr/>
            </a:lvl9pPr>
          </a:lstStyle>
          <a:p/>
        </p:txBody>
      </p:sp>
      <p:sp>
        <p:nvSpPr>
          <p:cNvPr id="99" name="Google Shape;99;g265c00a3ceb_0_80"/>
          <p:cNvSpPr txBox="1"/>
          <p:nvPr>
            <p:ph idx="1" type="body"/>
          </p:nvPr>
        </p:nvSpPr>
        <p:spPr>
          <a:xfrm>
            <a:off x="415600" y="1536633"/>
            <a:ext cx="5333100" cy="4555200"/>
          </a:xfrm>
          <a:prstGeom prst="rect">
            <a:avLst/>
          </a:prstGeom>
          <a:noFill/>
          <a:ln>
            <a:noFill/>
          </a:ln>
        </p:spPr>
        <p:txBody>
          <a:bodyPr anchorCtr="0" anchor="t" bIns="121900" lIns="121900" spcFirstLastPara="1" rIns="121900" wrap="square" tIns="121900">
            <a:normAutofit/>
          </a:bodyPr>
          <a:lstStyle>
            <a:lvl1pPr indent="-349250" lvl="0" marL="457200" rtl="0" algn="l">
              <a:lnSpc>
                <a:spcPct val="115000"/>
              </a:lnSpc>
              <a:spcBef>
                <a:spcPts val="0"/>
              </a:spcBef>
              <a:spcAft>
                <a:spcPts val="0"/>
              </a:spcAft>
              <a:buSzPts val="1900"/>
              <a:buChar char="●"/>
              <a:defRPr sz="1900"/>
            </a:lvl1pPr>
            <a:lvl2pPr indent="-330200" lvl="1" marL="914400" rtl="0" algn="l">
              <a:lnSpc>
                <a:spcPct val="115000"/>
              </a:lnSpc>
              <a:spcBef>
                <a:spcPts val="0"/>
              </a:spcBef>
              <a:spcAft>
                <a:spcPts val="0"/>
              </a:spcAft>
              <a:buSzPts val="1600"/>
              <a:buChar char="○"/>
              <a:defRPr sz="1600"/>
            </a:lvl2pPr>
            <a:lvl3pPr indent="-330200" lvl="2" marL="1371600" rtl="0" algn="l">
              <a:lnSpc>
                <a:spcPct val="115000"/>
              </a:lnSpc>
              <a:spcBef>
                <a:spcPts val="0"/>
              </a:spcBef>
              <a:spcAft>
                <a:spcPts val="0"/>
              </a:spcAft>
              <a:buSzPts val="1600"/>
              <a:buChar char="■"/>
              <a:defRPr sz="1600"/>
            </a:lvl3pPr>
            <a:lvl4pPr indent="-330200" lvl="3" marL="1828800" rtl="0" algn="l">
              <a:lnSpc>
                <a:spcPct val="115000"/>
              </a:lnSpc>
              <a:spcBef>
                <a:spcPts val="0"/>
              </a:spcBef>
              <a:spcAft>
                <a:spcPts val="0"/>
              </a:spcAft>
              <a:buSzPts val="1600"/>
              <a:buChar char="●"/>
              <a:defRPr sz="1600"/>
            </a:lvl4pPr>
            <a:lvl5pPr indent="-330200" lvl="4" marL="2286000" rtl="0" algn="l">
              <a:lnSpc>
                <a:spcPct val="115000"/>
              </a:lnSpc>
              <a:spcBef>
                <a:spcPts val="0"/>
              </a:spcBef>
              <a:spcAft>
                <a:spcPts val="0"/>
              </a:spcAft>
              <a:buSzPts val="1600"/>
              <a:buChar char="○"/>
              <a:defRPr sz="1600"/>
            </a:lvl5pPr>
            <a:lvl6pPr indent="-330200" lvl="5" marL="2743200" rtl="0" algn="l">
              <a:lnSpc>
                <a:spcPct val="115000"/>
              </a:lnSpc>
              <a:spcBef>
                <a:spcPts val="0"/>
              </a:spcBef>
              <a:spcAft>
                <a:spcPts val="0"/>
              </a:spcAft>
              <a:buSzPts val="1600"/>
              <a:buChar char="■"/>
              <a:defRPr sz="1600"/>
            </a:lvl6pPr>
            <a:lvl7pPr indent="-330200" lvl="6" marL="3200400" rtl="0" algn="l">
              <a:lnSpc>
                <a:spcPct val="115000"/>
              </a:lnSpc>
              <a:spcBef>
                <a:spcPts val="0"/>
              </a:spcBef>
              <a:spcAft>
                <a:spcPts val="0"/>
              </a:spcAft>
              <a:buSzPts val="1600"/>
              <a:buChar char="●"/>
              <a:defRPr sz="1600"/>
            </a:lvl7pPr>
            <a:lvl8pPr indent="-330200" lvl="7" marL="3657600" rtl="0" algn="l">
              <a:lnSpc>
                <a:spcPct val="115000"/>
              </a:lnSpc>
              <a:spcBef>
                <a:spcPts val="0"/>
              </a:spcBef>
              <a:spcAft>
                <a:spcPts val="0"/>
              </a:spcAft>
              <a:buSzPts val="1600"/>
              <a:buChar char="○"/>
              <a:defRPr sz="1600"/>
            </a:lvl8pPr>
            <a:lvl9pPr indent="-330200" lvl="8" marL="4114800" rtl="0" algn="l">
              <a:lnSpc>
                <a:spcPct val="115000"/>
              </a:lnSpc>
              <a:spcBef>
                <a:spcPts val="0"/>
              </a:spcBef>
              <a:spcAft>
                <a:spcPts val="0"/>
              </a:spcAft>
              <a:buSzPts val="1600"/>
              <a:buChar char="■"/>
              <a:defRPr sz="1600"/>
            </a:lvl9pPr>
          </a:lstStyle>
          <a:p/>
        </p:txBody>
      </p:sp>
      <p:sp>
        <p:nvSpPr>
          <p:cNvPr id="100" name="Google Shape;100;g265c00a3ceb_0_80"/>
          <p:cNvSpPr txBox="1"/>
          <p:nvPr>
            <p:ph idx="2" type="body"/>
          </p:nvPr>
        </p:nvSpPr>
        <p:spPr>
          <a:xfrm>
            <a:off x="6443200" y="1536633"/>
            <a:ext cx="5333100" cy="4555200"/>
          </a:xfrm>
          <a:prstGeom prst="rect">
            <a:avLst/>
          </a:prstGeom>
          <a:noFill/>
          <a:ln>
            <a:noFill/>
          </a:ln>
        </p:spPr>
        <p:txBody>
          <a:bodyPr anchorCtr="0" anchor="t" bIns="121900" lIns="121900" spcFirstLastPara="1" rIns="121900" wrap="square" tIns="121900">
            <a:normAutofit/>
          </a:bodyPr>
          <a:lstStyle>
            <a:lvl1pPr indent="-349250" lvl="0" marL="457200" rtl="0" algn="l">
              <a:lnSpc>
                <a:spcPct val="115000"/>
              </a:lnSpc>
              <a:spcBef>
                <a:spcPts val="0"/>
              </a:spcBef>
              <a:spcAft>
                <a:spcPts val="0"/>
              </a:spcAft>
              <a:buSzPts val="1900"/>
              <a:buChar char="●"/>
              <a:defRPr sz="1900"/>
            </a:lvl1pPr>
            <a:lvl2pPr indent="-330200" lvl="1" marL="914400" rtl="0" algn="l">
              <a:lnSpc>
                <a:spcPct val="115000"/>
              </a:lnSpc>
              <a:spcBef>
                <a:spcPts val="0"/>
              </a:spcBef>
              <a:spcAft>
                <a:spcPts val="0"/>
              </a:spcAft>
              <a:buSzPts val="1600"/>
              <a:buChar char="○"/>
              <a:defRPr sz="1600"/>
            </a:lvl2pPr>
            <a:lvl3pPr indent="-330200" lvl="2" marL="1371600" rtl="0" algn="l">
              <a:lnSpc>
                <a:spcPct val="115000"/>
              </a:lnSpc>
              <a:spcBef>
                <a:spcPts val="0"/>
              </a:spcBef>
              <a:spcAft>
                <a:spcPts val="0"/>
              </a:spcAft>
              <a:buSzPts val="1600"/>
              <a:buChar char="■"/>
              <a:defRPr sz="1600"/>
            </a:lvl3pPr>
            <a:lvl4pPr indent="-330200" lvl="3" marL="1828800" rtl="0" algn="l">
              <a:lnSpc>
                <a:spcPct val="115000"/>
              </a:lnSpc>
              <a:spcBef>
                <a:spcPts val="0"/>
              </a:spcBef>
              <a:spcAft>
                <a:spcPts val="0"/>
              </a:spcAft>
              <a:buSzPts val="1600"/>
              <a:buChar char="●"/>
              <a:defRPr sz="1600"/>
            </a:lvl4pPr>
            <a:lvl5pPr indent="-330200" lvl="4" marL="2286000" rtl="0" algn="l">
              <a:lnSpc>
                <a:spcPct val="115000"/>
              </a:lnSpc>
              <a:spcBef>
                <a:spcPts val="0"/>
              </a:spcBef>
              <a:spcAft>
                <a:spcPts val="0"/>
              </a:spcAft>
              <a:buSzPts val="1600"/>
              <a:buChar char="○"/>
              <a:defRPr sz="1600"/>
            </a:lvl5pPr>
            <a:lvl6pPr indent="-330200" lvl="5" marL="2743200" rtl="0" algn="l">
              <a:lnSpc>
                <a:spcPct val="115000"/>
              </a:lnSpc>
              <a:spcBef>
                <a:spcPts val="0"/>
              </a:spcBef>
              <a:spcAft>
                <a:spcPts val="0"/>
              </a:spcAft>
              <a:buSzPts val="1600"/>
              <a:buChar char="■"/>
              <a:defRPr sz="1600"/>
            </a:lvl6pPr>
            <a:lvl7pPr indent="-330200" lvl="6" marL="3200400" rtl="0" algn="l">
              <a:lnSpc>
                <a:spcPct val="115000"/>
              </a:lnSpc>
              <a:spcBef>
                <a:spcPts val="0"/>
              </a:spcBef>
              <a:spcAft>
                <a:spcPts val="0"/>
              </a:spcAft>
              <a:buSzPts val="1600"/>
              <a:buChar char="●"/>
              <a:defRPr sz="1600"/>
            </a:lvl7pPr>
            <a:lvl8pPr indent="-330200" lvl="7" marL="3657600" rtl="0" algn="l">
              <a:lnSpc>
                <a:spcPct val="115000"/>
              </a:lnSpc>
              <a:spcBef>
                <a:spcPts val="0"/>
              </a:spcBef>
              <a:spcAft>
                <a:spcPts val="0"/>
              </a:spcAft>
              <a:buSzPts val="1600"/>
              <a:buChar char="○"/>
              <a:defRPr sz="1600"/>
            </a:lvl8pPr>
            <a:lvl9pPr indent="-330200" lvl="8" marL="4114800" rtl="0" algn="l">
              <a:lnSpc>
                <a:spcPct val="115000"/>
              </a:lnSpc>
              <a:spcBef>
                <a:spcPts val="0"/>
              </a:spcBef>
              <a:spcAft>
                <a:spcPts val="0"/>
              </a:spcAft>
              <a:buSzPts val="1600"/>
              <a:buChar char="■"/>
              <a:defRPr sz="1600"/>
            </a:lvl9pPr>
          </a:lstStyle>
          <a:p/>
        </p:txBody>
      </p:sp>
      <p:sp>
        <p:nvSpPr>
          <p:cNvPr id="101" name="Google Shape;101;g265c00a3ceb_0_80"/>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02" name="Shape 102"/>
        <p:cNvGrpSpPr/>
        <p:nvPr/>
      </p:nvGrpSpPr>
      <p:grpSpPr>
        <a:xfrm>
          <a:off x="0" y="0"/>
          <a:ext cx="0" cy="0"/>
          <a:chOff x="0" y="0"/>
          <a:chExt cx="0" cy="0"/>
        </a:xfrm>
      </p:grpSpPr>
      <p:sp>
        <p:nvSpPr>
          <p:cNvPr id="103" name="Google Shape;103;g265c00a3ceb_0_85"/>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rmAutofit/>
          </a:bodyPr>
          <a:lstStyle>
            <a:lvl1pPr lvl="0" rtl="0" algn="l">
              <a:lnSpc>
                <a:spcPct val="100000"/>
              </a:lnSpc>
              <a:spcBef>
                <a:spcPts val="0"/>
              </a:spcBef>
              <a:spcAft>
                <a:spcPts val="0"/>
              </a:spcAft>
              <a:buSzPts val="3700"/>
              <a:buNone/>
              <a:defRPr/>
            </a:lvl1pPr>
            <a:lvl2pPr lvl="1" rtl="0" algn="l">
              <a:lnSpc>
                <a:spcPct val="100000"/>
              </a:lnSpc>
              <a:spcBef>
                <a:spcPts val="0"/>
              </a:spcBef>
              <a:spcAft>
                <a:spcPts val="0"/>
              </a:spcAft>
              <a:buSzPts val="3700"/>
              <a:buNone/>
              <a:defRPr/>
            </a:lvl2pPr>
            <a:lvl3pPr lvl="2" rtl="0" algn="l">
              <a:lnSpc>
                <a:spcPct val="100000"/>
              </a:lnSpc>
              <a:spcBef>
                <a:spcPts val="0"/>
              </a:spcBef>
              <a:spcAft>
                <a:spcPts val="0"/>
              </a:spcAft>
              <a:buSzPts val="3700"/>
              <a:buNone/>
              <a:defRPr/>
            </a:lvl3pPr>
            <a:lvl4pPr lvl="3" rtl="0" algn="l">
              <a:lnSpc>
                <a:spcPct val="100000"/>
              </a:lnSpc>
              <a:spcBef>
                <a:spcPts val="0"/>
              </a:spcBef>
              <a:spcAft>
                <a:spcPts val="0"/>
              </a:spcAft>
              <a:buSzPts val="3700"/>
              <a:buNone/>
              <a:defRPr/>
            </a:lvl4pPr>
            <a:lvl5pPr lvl="4" rtl="0" algn="l">
              <a:lnSpc>
                <a:spcPct val="100000"/>
              </a:lnSpc>
              <a:spcBef>
                <a:spcPts val="0"/>
              </a:spcBef>
              <a:spcAft>
                <a:spcPts val="0"/>
              </a:spcAft>
              <a:buSzPts val="3700"/>
              <a:buNone/>
              <a:defRPr/>
            </a:lvl5pPr>
            <a:lvl6pPr lvl="5" rtl="0" algn="l">
              <a:lnSpc>
                <a:spcPct val="100000"/>
              </a:lnSpc>
              <a:spcBef>
                <a:spcPts val="0"/>
              </a:spcBef>
              <a:spcAft>
                <a:spcPts val="0"/>
              </a:spcAft>
              <a:buSzPts val="3700"/>
              <a:buNone/>
              <a:defRPr/>
            </a:lvl6pPr>
            <a:lvl7pPr lvl="6" rtl="0" algn="l">
              <a:lnSpc>
                <a:spcPct val="100000"/>
              </a:lnSpc>
              <a:spcBef>
                <a:spcPts val="0"/>
              </a:spcBef>
              <a:spcAft>
                <a:spcPts val="0"/>
              </a:spcAft>
              <a:buSzPts val="3700"/>
              <a:buNone/>
              <a:defRPr/>
            </a:lvl7pPr>
            <a:lvl8pPr lvl="7" rtl="0" algn="l">
              <a:lnSpc>
                <a:spcPct val="100000"/>
              </a:lnSpc>
              <a:spcBef>
                <a:spcPts val="0"/>
              </a:spcBef>
              <a:spcAft>
                <a:spcPts val="0"/>
              </a:spcAft>
              <a:buSzPts val="3700"/>
              <a:buNone/>
              <a:defRPr/>
            </a:lvl8pPr>
            <a:lvl9pPr lvl="8" rtl="0" algn="l">
              <a:lnSpc>
                <a:spcPct val="100000"/>
              </a:lnSpc>
              <a:spcBef>
                <a:spcPts val="0"/>
              </a:spcBef>
              <a:spcAft>
                <a:spcPts val="0"/>
              </a:spcAft>
              <a:buSzPts val="3700"/>
              <a:buNone/>
              <a:defRPr/>
            </a:lvl9pPr>
          </a:lstStyle>
          <a:p/>
        </p:txBody>
      </p:sp>
      <p:sp>
        <p:nvSpPr>
          <p:cNvPr id="104" name="Google Shape;104;g265c00a3ceb_0_85"/>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05" name="Shape 105"/>
        <p:cNvGrpSpPr/>
        <p:nvPr/>
      </p:nvGrpSpPr>
      <p:grpSpPr>
        <a:xfrm>
          <a:off x="0" y="0"/>
          <a:ext cx="0" cy="0"/>
          <a:chOff x="0" y="0"/>
          <a:chExt cx="0" cy="0"/>
        </a:xfrm>
      </p:grpSpPr>
      <p:sp>
        <p:nvSpPr>
          <p:cNvPr id="106" name="Google Shape;106;g265c00a3ceb_0_88"/>
          <p:cNvSpPr txBox="1"/>
          <p:nvPr>
            <p:ph type="title"/>
          </p:nvPr>
        </p:nvSpPr>
        <p:spPr>
          <a:xfrm>
            <a:off x="415600" y="740800"/>
            <a:ext cx="3744000" cy="1007700"/>
          </a:xfrm>
          <a:prstGeom prst="rect">
            <a:avLst/>
          </a:prstGeom>
          <a:noFill/>
          <a:ln>
            <a:noFill/>
          </a:ln>
        </p:spPr>
        <p:txBody>
          <a:bodyPr anchorCtr="0" anchor="b" bIns="121900" lIns="121900" spcFirstLastPara="1" rIns="121900" wrap="square" tIns="121900">
            <a:normAutofit/>
          </a:bodyPr>
          <a:lstStyle>
            <a:lvl1pPr lvl="0" rtl="0" algn="l">
              <a:lnSpc>
                <a:spcPct val="100000"/>
              </a:lnSpc>
              <a:spcBef>
                <a:spcPts val="0"/>
              </a:spcBef>
              <a:spcAft>
                <a:spcPts val="0"/>
              </a:spcAft>
              <a:buSzPts val="3200"/>
              <a:buNone/>
              <a:defRPr sz="3200"/>
            </a:lvl1pPr>
            <a:lvl2pPr lvl="1" rtl="0" algn="l">
              <a:lnSpc>
                <a:spcPct val="100000"/>
              </a:lnSpc>
              <a:spcBef>
                <a:spcPts val="0"/>
              </a:spcBef>
              <a:spcAft>
                <a:spcPts val="0"/>
              </a:spcAft>
              <a:buSzPts val="3200"/>
              <a:buNone/>
              <a:defRPr sz="3200"/>
            </a:lvl2pPr>
            <a:lvl3pPr lvl="2" rtl="0" algn="l">
              <a:lnSpc>
                <a:spcPct val="100000"/>
              </a:lnSpc>
              <a:spcBef>
                <a:spcPts val="0"/>
              </a:spcBef>
              <a:spcAft>
                <a:spcPts val="0"/>
              </a:spcAft>
              <a:buSzPts val="3200"/>
              <a:buNone/>
              <a:defRPr sz="3200"/>
            </a:lvl3pPr>
            <a:lvl4pPr lvl="3" rtl="0" algn="l">
              <a:lnSpc>
                <a:spcPct val="100000"/>
              </a:lnSpc>
              <a:spcBef>
                <a:spcPts val="0"/>
              </a:spcBef>
              <a:spcAft>
                <a:spcPts val="0"/>
              </a:spcAft>
              <a:buSzPts val="3200"/>
              <a:buNone/>
              <a:defRPr sz="3200"/>
            </a:lvl4pPr>
            <a:lvl5pPr lvl="4" rtl="0" algn="l">
              <a:lnSpc>
                <a:spcPct val="100000"/>
              </a:lnSpc>
              <a:spcBef>
                <a:spcPts val="0"/>
              </a:spcBef>
              <a:spcAft>
                <a:spcPts val="0"/>
              </a:spcAft>
              <a:buSzPts val="3200"/>
              <a:buNone/>
              <a:defRPr sz="3200"/>
            </a:lvl5pPr>
            <a:lvl6pPr lvl="5" rtl="0" algn="l">
              <a:lnSpc>
                <a:spcPct val="100000"/>
              </a:lnSpc>
              <a:spcBef>
                <a:spcPts val="0"/>
              </a:spcBef>
              <a:spcAft>
                <a:spcPts val="0"/>
              </a:spcAft>
              <a:buSzPts val="3200"/>
              <a:buNone/>
              <a:defRPr sz="3200"/>
            </a:lvl6pPr>
            <a:lvl7pPr lvl="6" rtl="0" algn="l">
              <a:lnSpc>
                <a:spcPct val="100000"/>
              </a:lnSpc>
              <a:spcBef>
                <a:spcPts val="0"/>
              </a:spcBef>
              <a:spcAft>
                <a:spcPts val="0"/>
              </a:spcAft>
              <a:buSzPts val="3200"/>
              <a:buNone/>
              <a:defRPr sz="3200"/>
            </a:lvl7pPr>
            <a:lvl8pPr lvl="7" rtl="0" algn="l">
              <a:lnSpc>
                <a:spcPct val="100000"/>
              </a:lnSpc>
              <a:spcBef>
                <a:spcPts val="0"/>
              </a:spcBef>
              <a:spcAft>
                <a:spcPts val="0"/>
              </a:spcAft>
              <a:buSzPts val="3200"/>
              <a:buNone/>
              <a:defRPr sz="3200"/>
            </a:lvl8pPr>
            <a:lvl9pPr lvl="8" rtl="0" algn="l">
              <a:lnSpc>
                <a:spcPct val="100000"/>
              </a:lnSpc>
              <a:spcBef>
                <a:spcPts val="0"/>
              </a:spcBef>
              <a:spcAft>
                <a:spcPts val="0"/>
              </a:spcAft>
              <a:buSzPts val="3200"/>
              <a:buNone/>
              <a:defRPr sz="3200"/>
            </a:lvl9pPr>
          </a:lstStyle>
          <a:p/>
        </p:txBody>
      </p:sp>
      <p:sp>
        <p:nvSpPr>
          <p:cNvPr id="107" name="Google Shape;107;g265c00a3ceb_0_88"/>
          <p:cNvSpPr txBox="1"/>
          <p:nvPr>
            <p:ph idx="1" type="body"/>
          </p:nvPr>
        </p:nvSpPr>
        <p:spPr>
          <a:xfrm>
            <a:off x="415600" y="1852800"/>
            <a:ext cx="3744000" cy="4239300"/>
          </a:xfrm>
          <a:prstGeom prst="rect">
            <a:avLst/>
          </a:prstGeom>
          <a:noFill/>
          <a:ln>
            <a:noFill/>
          </a:ln>
        </p:spPr>
        <p:txBody>
          <a:bodyPr anchorCtr="0" anchor="t" bIns="121900" lIns="121900" spcFirstLastPara="1" rIns="121900" wrap="square" tIns="121900">
            <a:normAutofit/>
          </a:bodyPr>
          <a:lstStyle>
            <a:lvl1pPr indent="-330200" lvl="0" marL="457200" rtl="0" algn="l">
              <a:lnSpc>
                <a:spcPct val="115000"/>
              </a:lnSpc>
              <a:spcBef>
                <a:spcPts val="0"/>
              </a:spcBef>
              <a:spcAft>
                <a:spcPts val="0"/>
              </a:spcAft>
              <a:buSzPts val="1600"/>
              <a:buChar char="●"/>
              <a:defRPr sz="1600"/>
            </a:lvl1pPr>
            <a:lvl2pPr indent="-330200" lvl="1" marL="914400" rtl="0" algn="l">
              <a:lnSpc>
                <a:spcPct val="115000"/>
              </a:lnSpc>
              <a:spcBef>
                <a:spcPts val="0"/>
              </a:spcBef>
              <a:spcAft>
                <a:spcPts val="0"/>
              </a:spcAft>
              <a:buSzPts val="1600"/>
              <a:buChar char="○"/>
              <a:defRPr sz="1600"/>
            </a:lvl2pPr>
            <a:lvl3pPr indent="-330200" lvl="2" marL="1371600" rtl="0" algn="l">
              <a:lnSpc>
                <a:spcPct val="115000"/>
              </a:lnSpc>
              <a:spcBef>
                <a:spcPts val="0"/>
              </a:spcBef>
              <a:spcAft>
                <a:spcPts val="0"/>
              </a:spcAft>
              <a:buSzPts val="1600"/>
              <a:buChar char="■"/>
              <a:defRPr sz="1600"/>
            </a:lvl3pPr>
            <a:lvl4pPr indent="-330200" lvl="3" marL="1828800" rtl="0" algn="l">
              <a:lnSpc>
                <a:spcPct val="115000"/>
              </a:lnSpc>
              <a:spcBef>
                <a:spcPts val="0"/>
              </a:spcBef>
              <a:spcAft>
                <a:spcPts val="0"/>
              </a:spcAft>
              <a:buSzPts val="1600"/>
              <a:buChar char="●"/>
              <a:defRPr sz="1600"/>
            </a:lvl4pPr>
            <a:lvl5pPr indent="-330200" lvl="4" marL="2286000" rtl="0" algn="l">
              <a:lnSpc>
                <a:spcPct val="115000"/>
              </a:lnSpc>
              <a:spcBef>
                <a:spcPts val="0"/>
              </a:spcBef>
              <a:spcAft>
                <a:spcPts val="0"/>
              </a:spcAft>
              <a:buSzPts val="1600"/>
              <a:buChar char="○"/>
              <a:defRPr sz="1600"/>
            </a:lvl5pPr>
            <a:lvl6pPr indent="-330200" lvl="5" marL="2743200" rtl="0" algn="l">
              <a:lnSpc>
                <a:spcPct val="115000"/>
              </a:lnSpc>
              <a:spcBef>
                <a:spcPts val="0"/>
              </a:spcBef>
              <a:spcAft>
                <a:spcPts val="0"/>
              </a:spcAft>
              <a:buSzPts val="1600"/>
              <a:buChar char="■"/>
              <a:defRPr sz="1600"/>
            </a:lvl6pPr>
            <a:lvl7pPr indent="-330200" lvl="6" marL="3200400" rtl="0" algn="l">
              <a:lnSpc>
                <a:spcPct val="115000"/>
              </a:lnSpc>
              <a:spcBef>
                <a:spcPts val="0"/>
              </a:spcBef>
              <a:spcAft>
                <a:spcPts val="0"/>
              </a:spcAft>
              <a:buSzPts val="1600"/>
              <a:buChar char="●"/>
              <a:defRPr sz="1600"/>
            </a:lvl7pPr>
            <a:lvl8pPr indent="-330200" lvl="7" marL="3657600" rtl="0" algn="l">
              <a:lnSpc>
                <a:spcPct val="115000"/>
              </a:lnSpc>
              <a:spcBef>
                <a:spcPts val="0"/>
              </a:spcBef>
              <a:spcAft>
                <a:spcPts val="0"/>
              </a:spcAft>
              <a:buSzPts val="1600"/>
              <a:buChar char="○"/>
              <a:defRPr sz="1600"/>
            </a:lvl8pPr>
            <a:lvl9pPr indent="-330200" lvl="8" marL="4114800" rtl="0" algn="l">
              <a:lnSpc>
                <a:spcPct val="115000"/>
              </a:lnSpc>
              <a:spcBef>
                <a:spcPts val="0"/>
              </a:spcBef>
              <a:spcAft>
                <a:spcPts val="0"/>
              </a:spcAft>
              <a:buSzPts val="1600"/>
              <a:buChar char="■"/>
              <a:defRPr sz="1600"/>
            </a:lvl9pPr>
          </a:lstStyle>
          <a:p/>
        </p:txBody>
      </p:sp>
      <p:sp>
        <p:nvSpPr>
          <p:cNvPr id="108" name="Google Shape;108;g265c00a3ceb_0_88"/>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09" name="Shape 109"/>
        <p:cNvGrpSpPr/>
        <p:nvPr/>
      </p:nvGrpSpPr>
      <p:grpSpPr>
        <a:xfrm>
          <a:off x="0" y="0"/>
          <a:ext cx="0" cy="0"/>
          <a:chOff x="0" y="0"/>
          <a:chExt cx="0" cy="0"/>
        </a:xfrm>
      </p:grpSpPr>
      <p:sp>
        <p:nvSpPr>
          <p:cNvPr id="110" name="Google Shape;110;g265c00a3ceb_0_92"/>
          <p:cNvSpPr txBox="1"/>
          <p:nvPr>
            <p:ph type="title"/>
          </p:nvPr>
        </p:nvSpPr>
        <p:spPr>
          <a:xfrm>
            <a:off x="653667" y="600200"/>
            <a:ext cx="8490300" cy="5454300"/>
          </a:xfrm>
          <a:prstGeom prst="rect">
            <a:avLst/>
          </a:prstGeom>
          <a:noFill/>
          <a:ln>
            <a:noFill/>
          </a:ln>
        </p:spPr>
        <p:txBody>
          <a:bodyPr anchorCtr="0" anchor="ctr" bIns="121900" lIns="121900" spcFirstLastPara="1" rIns="121900" wrap="square" tIns="121900">
            <a:normAutofit/>
          </a:bodyPr>
          <a:lstStyle>
            <a:lvl1pPr lvl="0" rtl="0" algn="l">
              <a:lnSpc>
                <a:spcPct val="100000"/>
              </a:lnSpc>
              <a:spcBef>
                <a:spcPts val="0"/>
              </a:spcBef>
              <a:spcAft>
                <a:spcPts val="0"/>
              </a:spcAft>
              <a:buSzPts val="6400"/>
              <a:buNone/>
              <a:defRPr sz="6400"/>
            </a:lvl1pPr>
            <a:lvl2pPr lvl="1" rtl="0" algn="l">
              <a:lnSpc>
                <a:spcPct val="100000"/>
              </a:lnSpc>
              <a:spcBef>
                <a:spcPts val="0"/>
              </a:spcBef>
              <a:spcAft>
                <a:spcPts val="0"/>
              </a:spcAft>
              <a:buSzPts val="6400"/>
              <a:buNone/>
              <a:defRPr sz="6400"/>
            </a:lvl2pPr>
            <a:lvl3pPr lvl="2" rtl="0" algn="l">
              <a:lnSpc>
                <a:spcPct val="100000"/>
              </a:lnSpc>
              <a:spcBef>
                <a:spcPts val="0"/>
              </a:spcBef>
              <a:spcAft>
                <a:spcPts val="0"/>
              </a:spcAft>
              <a:buSzPts val="6400"/>
              <a:buNone/>
              <a:defRPr sz="6400"/>
            </a:lvl3pPr>
            <a:lvl4pPr lvl="3" rtl="0" algn="l">
              <a:lnSpc>
                <a:spcPct val="100000"/>
              </a:lnSpc>
              <a:spcBef>
                <a:spcPts val="0"/>
              </a:spcBef>
              <a:spcAft>
                <a:spcPts val="0"/>
              </a:spcAft>
              <a:buSzPts val="6400"/>
              <a:buNone/>
              <a:defRPr sz="6400"/>
            </a:lvl4pPr>
            <a:lvl5pPr lvl="4" rtl="0" algn="l">
              <a:lnSpc>
                <a:spcPct val="100000"/>
              </a:lnSpc>
              <a:spcBef>
                <a:spcPts val="0"/>
              </a:spcBef>
              <a:spcAft>
                <a:spcPts val="0"/>
              </a:spcAft>
              <a:buSzPts val="6400"/>
              <a:buNone/>
              <a:defRPr sz="6400"/>
            </a:lvl5pPr>
            <a:lvl6pPr lvl="5" rtl="0" algn="l">
              <a:lnSpc>
                <a:spcPct val="100000"/>
              </a:lnSpc>
              <a:spcBef>
                <a:spcPts val="0"/>
              </a:spcBef>
              <a:spcAft>
                <a:spcPts val="0"/>
              </a:spcAft>
              <a:buSzPts val="6400"/>
              <a:buNone/>
              <a:defRPr sz="6400"/>
            </a:lvl6pPr>
            <a:lvl7pPr lvl="6" rtl="0" algn="l">
              <a:lnSpc>
                <a:spcPct val="100000"/>
              </a:lnSpc>
              <a:spcBef>
                <a:spcPts val="0"/>
              </a:spcBef>
              <a:spcAft>
                <a:spcPts val="0"/>
              </a:spcAft>
              <a:buSzPts val="6400"/>
              <a:buNone/>
              <a:defRPr sz="6400"/>
            </a:lvl7pPr>
            <a:lvl8pPr lvl="7" rtl="0" algn="l">
              <a:lnSpc>
                <a:spcPct val="100000"/>
              </a:lnSpc>
              <a:spcBef>
                <a:spcPts val="0"/>
              </a:spcBef>
              <a:spcAft>
                <a:spcPts val="0"/>
              </a:spcAft>
              <a:buSzPts val="6400"/>
              <a:buNone/>
              <a:defRPr sz="6400"/>
            </a:lvl8pPr>
            <a:lvl9pPr lvl="8" rtl="0" algn="l">
              <a:lnSpc>
                <a:spcPct val="100000"/>
              </a:lnSpc>
              <a:spcBef>
                <a:spcPts val="0"/>
              </a:spcBef>
              <a:spcAft>
                <a:spcPts val="0"/>
              </a:spcAft>
              <a:buSzPts val="6400"/>
              <a:buNone/>
              <a:defRPr sz="6400"/>
            </a:lvl9pPr>
          </a:lstStyle>
          <a:p/>
        </p:txBody>
      </p:sp>
      <p:sp>
        <p:nvSpPr>
          <p:cNvPr id="111" name="Google Shape;111;g265c00a3ceb_0_92"/>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12" name="Shape 112"/>
        <p:cNvGrpSpPr/>
        <p:nvPr/>
      </p:nvGrpSpPr>
      <p:grpSpPr>
        <a:xfrm>
          <a:off x="0" y="0"/>
          <a:ext cx="0" cy="0"/>
          <a:chOff x="0" y="0"/>
          <a:chExt cx="0" cy="0"/>
        </a:xfrm>
      </p:grpSpPr>
      <p:sp>
        <p:nvSpPr>
          <p:cNvPr id="113" name="Google Shape;113;g265c00a3ceb_0_95"/>
          <p:cNvSpPr/>
          <p:nvPr/>
        </p:nvSpPr>
        <p:spPr>
          <a:xfrm>
            <a:off x="6096000" y="-167"/>
            <a:ext cx="6096000" cy="6858000"/>
          </a:xfrm>
          <a:prstGeom prst="rect">
            <a:avLst/>
          </a:prstGeom>
          <a:solidFill>
            <a:schemeClr val="lt2"/>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114" name="Google Shape;114;g265c00a3ceb_0_95"/>
          <p:cNvSpPr txBox="1"/>
          <p:nvPr>
            <p:ph type="title"/>
          </p:nvPr>
        </p:nvSpPr>
        <p:spPr>
          <a:xfrm>
            <a:off x="354000" y="1644233"/>
            <a:ext cx="5393700" cy="1976400"/>
          </a:xfrm>
          <a:prstGeom prst="rect">
            <a:avLst/>
          </a:prstGeom>
          <a:noFill/>
          <a:ln>
            <a:noFill/>
          </a:ln>
        </p:spPr>
        <p:txBody>
          <a:bodyPr anchorCtr="0" anchor="b" bIns="121900" lIns="121900" spcFirstLastPara="1" rIns="121900" wrap="square" tIns="121900">
            <a:normAutofit/>
          </a:bodyPr>
          <a:lstStyle>
            <a:lvl1pPr lvl="0" rtl="0" algn="ctr">
              <a:lnSpc>
                <a:spcPct val="100000"/>
              </a:lnSpc>
              <a:spcBef>
                <a:spcPts val="0"/>
              </a:spcBef>
              <a:spcAft>
                <a:spcPts val="0"/>
              </a:spcAft>
              <a:buSzPts val="5600"/>
              <a:buNone/>
              <a:defRPr sz="5600"/>
            </a:lvl1pPr>
            <a:lvl2pPr lvl="1" rtl="0" algn="ctr">
              <a:lnSpc>
                <a:spcPct val="100000"/>
              </a:lnSpc>
              <a:spcBef>
                <a:spcPts val="0"/>
              </a:spcBef>
              <a:spcAft>
                <a:spcPts val="0"/>
              </a:spcAft>
              <a:buSzPts val="5600"/>
              <a:buNone/>
              <a:defRPr sz="5600"/>
            </a:lvl2pPr>
            <a:lvl3pPr lvl="2" rtl="0" algn="ctr">
              <a:lnSpc>
                <a:spcPct val="100000"/>
              </a:lnSpc>
              <a:spcBef>
                <a:spcPts val="0"/>
              </a:spcBef>
              <a:spcAft>
                <a:spcPts val="0"/>
              </a:spcAft>
              <a:buSzPts val="5600"/>
              <a:buNone/>
              <a:defRPr sz="5600"/>
            </a:lvl3pPr>
            <a:lvl4pPr lvl="3" rtl="0" algn="ctr">
              <a:lnSpc>
                <a:spcPct val="100000"/>
              </a:lnSpc>
              <a:spcBef>
                <a:spcPts val="0"/>
              </a:spcBef>
              <a:spcAft>
                <a:spcPts val="0"/>
              </a:spcAft>
              <a:buSzPts val="5600"/>
              <a:buNone/>
              <a:defRPr sz="5600"/>
            </a:lvl4pPr>
            <a:lvl5pPr lvl="4" rtl="0" algn="ctr">
              <a:lnSpc>
                <a:spcPct val="100000"/>
              </a:lnSpc>
              <a:spcBef>
                <a:spcPts val="0"/>
              </a:spcBef>
              <a:spcAft>
                <a:spcPts val="0"/>
              </a:spcAft>
              <a:buSzPts val="5600"/>
              <a:buNone/>
              <a:defRPr sz="5600"/>
            </a:lvl5pPr>
            <a:lvl6pPr lvl="5" rtl="0" algn="ctr">
              <a:lnSpc>
                <a:spcPct val="100000"/>
              </a:lnSpc>
              <a:spcBef>
                <a:spcPts val="0"/>
              </a:spcBef>
              <a:spcAft>
                <a:spcPts val="0"/>
              </a:spcAft>
              <a:buSzPts val="5600"/>
              <a:buNone/>
              <a:defRPr sz="5600"/>
            </a:lvl6pPr>
            <a:lvl7pPr lvl="6" rtl="0" algn="ctr">
              <a:lnSpc>
                <a:spcPct val="100000"/>
              </a:lnSpc>
              <a:spcBef>
                <a:spcPts val="0"/>
              </a:spcBef>
              <a:spcAft>
                <a:spcPts val="0"/>
              </a:spcAft>
              <a:buSzPts val="5600"/>
              <a:buNone/>
              <a:defRPr sz="5600"/>
            </a:lvl7pPr>
            <a:lvl8pPr lvl="7" rtl="0" algn="ctr">
              <a:lnSpc>
                <a:spcPct val="100000"/>
              </a:lnSpc>
              <a:spcBef>
                <a:spcPts val="0"/>
              </a:spcBef>
              <a:spcAft>
                <a:spcPts val="0"/>
              </a:spcAft>
              <a:buSzPts val="5600"/>
              <a:buNone/>
              <a:defRPr sz="5600"/>
            </a:lvl8pPr>
            <a:lvl9pPr lvl="8" rtl="0" algn="ctr">
              <a:lnSpc>
                <a:spcPct val="100000"/>
              </a:lnSpc>
              <a:spcBef>
                <a:spcPts val="0"/>
              </a:spcBef>
              <a:spcAft>
                <a:spcPts val="0"/>
              </a:spcAft>
              <a:buSzPts val="5600"/>
              <a:buNone/>
              <a:defRPr sz="5600"/>
            </a:lvl9pPr>
          </a:lstStyle>
          <a:p/>
        </p:txBody>
      </p:sp>
      <p:sp>
        <p:nvSpPr>
          <p:cNvPr id="115" name="Google Shape;115;g265c00a3ceb_0_95"/>
          <p:cNvSpPr txBox="1"/>
          <p:nvPr>
            <p:ph idx="1" type="subTitle"/>
          </p:nvPr>
        </p:nvSpPr>
        <p:spPr>
          <a:xfrm>
            <a:off x="354000" y="3737433"/>
            <a:ext cx="5393700" cy="1646700"/>
          </a:xfrm>
          <a:prstGeom prst="rect">
            <a:avLst/>
          </a:prstGeom>
          <a:noFill/>
          <a:ln>
            <a:noFill/>
          </a:ln>
        </p:spPr>
        <p:txBody>
          <a:bodyPr anchorCtr="0" anchor="t" bIns="121900" lIns="121900" spcFirstLastPara="1" rIns="121900" wrap="square" tIns="121900">
            <a:norm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16" name="Google Shape;116;g265c00a3ceb_0_95"/>
          <p:cNvSpPr txBox="1"/>
          <p:nvPr>
            <p:ph idx="2" type="body"/>
          </p:nvPr>
        </p:nvSpPr>
        <p:spPr>
          <a:xfrm>
            <a:off x="6586000" y="965433"/>
            <a:ext cx="5115900" cy="4926900"/>
          </a:xfrm>
          <a:prstGeom prst="rect">
            <a:avLst/>
          </a:prstGeom>
          <a:noFill/>
          <a:ln>
            <a:noFill/>
          </a:ln>
        </p:spPr>
        <p:txBody>
          <a:bodyPr anchorCtr="0" anchor="ctr" bIns="121900" lIns="121900" spcFirstLastPara="1" rIns="121900" wrap="square" tIns="121900">
            <a:normAutofit/>
          </a:bodyPr>
          <a:lstStyle>
            <a:lvl1pPr indent="-381000" lvl="0" marL="457200" rtl="0" algn="l">
              <a:lnSpc>
                <a:spcPct val="115000"/>
              </a:lnSpc>
              <a:spcBef>
                <a:spcPts val="0"/>
              </a:spcBef>
              <a:spcAft>
                <a:spcPts val="0"/>
              </a:spcAft>
              <a:buSzPts val="2400"/>
              <a:buChar char="●"/>
              <a:defRPr/>
            </a:lvl1pPr>
            <a:lvl2pPr indent="-349250" lvl="1" marL="914400" rtl="0" algn="l">
              <a:lnSpc>
                <a:spcPct val="115000"/>
              </a:lnSpc>
              <a:spcBef>
                <a:spcPts val="0"/>
              </a:spcBef>
              <a:spcAft>
                <a:spcPts val="0"/>
              </a:spcAft>
              <a:buSzPts val="1900"/>
              <a:buChar char="○"/>
              <a:defRPr/>
            </a:lvl2pPr>
            <a:lvl3pPr indent="-349250" lvl="2" marL="1371600" rtl="0" algn="l">
              <a:lnSpc>
                <a:spcPct val="115000"/>
              </a:lnSpc>
              <a:spcBef>
                <a:spcPts val="0"/>
              </a:spcBef>
              <a:spcAft>
                <a:spcPts val="0"/>
              </a:spcAft>
              <a:buSzPts val="1900"/>
              <a:buChar char="■"/>
              <a:defRPr/>
            </a:lvl3pPr>
            <a:lvl4pPr indent="-349250" lvl="3" marL="1828800" rtl="0" algn="l">
              <a:lnSpc>
                <a:spcPct val="115000"/>
              </a:lnSpc>
              <a:spcBef>
                <a:spcPts val="0"/>
              </a:spcBef>
              <a:spcAft>
                <a:spcPts val="0"/>
              </a:spcAft>
              <a:buSzPts val="1900"/>
              <a:buChar char="●"/>
              <a:defRPr/>
            </a:lvl4pPr>
            <a:lvl5pPr indent="-349250" lvl="4" marL="2286000" rtl="0" algn="l">
              <a:lnSpc>
                <a:spcPct val="115000"/>
              </a:lnSpc>
              <a:spcBef>
                <a:spcPts val="0"/>
              </a:spcBef>
              <a:spcAft>
                <a:spcPts val="0"/>
              </a:spcAft>
              <a:buSzPts val="1900"/>
              <a:buChar char="○"/>
              <a:defRPr/>
            </a:lvl5pPr>
            <a:lvl6pPr indent="-349250" lvl="5" marL="2743200" rtl="0" algn="l">
              <a:lnSpc>
                <a:spcPct val="115000"/>
              </a:lnSpc>
              <a:spcBef>
                <a:spcPts val="0"/>
              </a:spcBef>
              <a:spcAft>
                <a:spcPts val="0"/>
              </a:spcAft>
              <a:buSzPts val="1900"/>
              <a:buChar char="■"/>
              <a:defRPr/>
            </a:lvl6pPr>
            <a:lvl7pPr indent="-349250" lvl="6" marL="3200400" rtl="0" algn="l">
              <a:lnSpc>
                <a:spcPct val="115000"/>
              </a:lnSpc>
              <a:spcBef>
                <a:spcPts val="0"/>
              </a:spcBef>
              <a:spcAft>
                <a:spcPts val="0"/>
              </a:spcAft>
              <a:buSzPts val="1900"/>
              <a:buChar char="●"/>
              <a:defRPr/>
            </a:lvl7pPr>
            <a:lvl8pPr indent="-349250" lvl="7" marL="3657600" rtl="0" algn="l">
              <a:lnSpc>
                <a:spcPct val="115000"/>
              </a:lnSpc>
              <a:spcBef>
                <a:spcPts val="0"/>
              </a:spcBef>
              <a:spcAft>
                <a:spcPts val="0"/>
              </a:spcAft>
              <a:buSzPts val="1900"/>
              <a:buChar char="○"/>
              <a:defRPr/>
            </a:lvl8pPr>
            <a:lvl9pPr indent="-349250" lvl="8" marL="4114800" rtl="0" algn="l">
              <a:lnSpc>
                <a:spcPct val="115000"/>
              </a:lnSpc>
              <a:spcBef>
                <a:spcPts val="0"/>
              </a:spcBef>
              <a:spcAft>
                <a:spcPts val="0"/>
              </a:spcAft>
              <a:buSzPts val="1900"/>
              <a:buChar char="■"/>
              <a:defRPr/>
            </a:lvl9pPr>
          </a:lstStyle>
          <a:p/>
        </p:txBody>
      </p:sp>
      <p:sp>
        <p:nvSpPr>
          <p:cNvPr id="117" name="Google Shape;117;g265c00a3ceb_0_95"/>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18" name="Shape 118"/>
        <p:cNvGrpSpPr/>
        <p:nvPr/>
      </p:nvGrpSpPr>
      <p:grpSpPr>
        <a:xfrm>
          <a:off x="0" y="0"/>
          <a:ext cx="0" cy="0"/>
          <a:chOff x="0" y="0"/>
          <a:chExt cx="0" cy="0"/>
        </a:xfrm>
      </p:grpSpPr>
      <p:sp>
        <p:nvSpPr>
          <p:cNvPr id="119" name="Google Shape;119;g265c00a3ceb_0_101"/>
          <p:cNvSpPr txBox="1"/>
          <p:nvPr>
            <p:ph idx="1" type="body"/>
          </p:nvPr>
        </p:nvSpPr>
        <p:spPr>
          <a:xfrm>
            <a:off x="415600" y="5640767"/>
            <a:ext cx="7998300" cy="806700"/>
          </a:xfrm>
          <a:prstGeom prst="rect">
            <a:avLst/>
          </a:prstGeom>
          <a:noFill/>
          <a:ln>
            <a:noFill/>
          </a:ln>
        </p:spPr>
        <p:txBody>
          <a:bodyPr anchorCtr="0" anchor="ctr" bIns="121900" lIns="121900" spcFirstLastPara="1" rIns="121900" wrap="square" tIns="121900">
            <a:normAutofit/>
          </a:bodyPr>
          <a:lstStyle>
            <a:lvl1pPr indent="-228600" lvl="0" marL="457200" rtl="0" algn="l">
              <a:lnSpc>
                <a:spcPct val="100000"/>
              </a:lnSpc>
              <a:spcBef>
                <a:spcPts val="0"/>
              </a:spcBef>
              <a:spcAft>
                <a:spcPts val="0"/>
              </a:spcAft>
              <a:buSzPts val="2400"/>
              <a:buNone/>
              <a:defRPr/>
            </a:lvl1pPr>
          </a:lstStyle>
          <a:p/>
        </p:txBody>
      </p:sp>
      <p:sp>
        <p:nvSpPr>
          <p:cNvPr id="120" name="Google Shape;120;g265c00a3ceb_0_101"/>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21" name="Shape 121"/>
        <p:cNvGrpSpPr/>
        <p:nvPr/>
      </p:nvGrpSpPr>
      <p:grpSpPr>
        <a:xfrm>
          <a:off x="0" y="0"/>
          <a:ext cx="0" cy="0"/>
          <a:chOff x="0" y="0"/>
          <a:chExt cx="0" cy="0"/>
        </a:xfrm>
      </p:grpSpPr>
      <p:sp>
        <p:nvSpPr>
          <p:cNvPr id="122" name="Google Shape;122;g265c00a3ceb_0_104"/>
          <p:cNvSpPr txBox="1"/>
          <p:nvPr>
            <p:ph hasCustomPrompt="1" type="title"/>
          </p:nvPr>
        </p:nvSpPr>
        <p:spPr>
          <a:xfrm>
            <a:off x="415600" y="1474833"/>
            <a:ext cx="11360700" cy="2618100"/>
          </a:xfrm>
          <a:prstGeom prst="rect">
            <a:avLst/>
          </a:prstGeom>
          <a:noFill/>
          <a:ln>
            <a:noFill/>
          </a:ln>
        </p:spPr>
        <p:txBody>
          <a:bodyPr anchorCtr="0" anchor="b" bIns="121900" lIns="121900" spcFirstLastPara="1" rIns="121900" wrap="square" tIns="121900">
            <a:normAutofit/>
          </a:bodyPr>
          <a:lstStyle>
            <a:lvl1pPr lvl="0" rtl="0" algn="ctr">
              <a:lnSpc>
                <a:spcPct val="100000"/>
              </a:lnSpc>
              <a:spcBef>
                <a:spcPts val="0"/>
              </a:spcBef>
              <a:spcAft>
                <a:spcPts val="0"/>
              </a:spcAft>
              <a:buSzPts val="16000"/>
              <a:buNone/>
              <a:defRPr sz="16000"/>
            </a:lvl1pPr>
            <a:lvl2pPr lvl="1" rtl="0" algn="ctr">
              <a:lnSpc>
                <a:spcPct val="100000"/>
              </a:lnSpc>
              <a:spcBef>
                <a:spcPts val="0"/>
              </a:spcBef>
              <a:spcAft>
                <a:spcPts val="0"/>
              </a:spcAft>
              <a:buSzPts val="16000"/>
              <a:buNone/>
              <a:defRPr sz="16000"/>
            </a:lvl2pPr>
            <a:lvl3pPr lvl="2" rtl="0" algn="ctr">
              <a:lnSpc>
                <a:spcPct val="100000"/>
              </a:lnSpc>
              <a:spcBef>
                <a:spcPts val="0"/>
              </a:spcBef>
              <a:spcAft>
                <a:spcPts val="0"/>
              </a:spcAft>
              <a:buSzPts val="16000"/>
              <a:buNone/>
              <a:defRPr sz="16000"/>
            </a:lvl3pPr>
            <a:lvl4pPr lvl="3" rtl="0" algn="ctr">
              <a:lnSpc>
                <a:spcPct val="100000"/>
              </a:lnSpc>
              <a:spcBef>
                <a:spcPts val="0"/>
              </a:spcBef>
              <a:spcAft>
                <a:spcPts val="0"/>
              </a:spcAft>
              <a:buSzPts val="16000"/>
              <a:buNone/>
              <a:defRPr sz="16000"/>
            </a:lvl4pPr>
            <a:lvl5pPr lvl="4" rtl="0" algn="ctr">
              <a:lnSpc>
                <a:spcPct val="100000"/>
              </a:lnSpc>
              <a:spcBef>
                <a:spcPts val="0"/>
              </a:spcBef>
              <a:spcAft>
                <a:spcPts val="0"/>
              </a:spcAft>
              <a:buSzPts val="16000"/>
              <a:buNone/>
              <a:defRPr sz="16000"/>
            </a:lvl5pPr>
            <a:lvl6pPr lvl="5" rtl="0" algn="ctr">
              <a:lnSpc>
                <a:spcPct val="100000"/>
              </a:lnSpc>
              <a:spcBef>
                <a:spcPts val="0"/>
              </a:spcBef>
              <a:spcAft>
                <a:spcPts val="0"/>
              </a:spcAft>
              <a:buSzPts val="16000"/>
              <a:buNone/>
              <a:defRPr sz="16000"/>
            </a:lvl6pPr>
            <a:lvl7pPr lvl="6" rtl="0" algn="ctr">
              <a:lnSpc>
                <a:spcPct val="100000"/>
              </a:lnSpc>
              <a:spcBef>
                <a:spcPts val="0"/>
              </a:spcBef>
              <a:spcAft>
                <a:spcPts val="0"/>
              </a:spcAft>
              <a:buSzPts val="16000"/>
              <a:buNone/>
              <a:defRPr sz="16000"/>
            </a:lvl7pPr>
            <a:lvl8pPr lvl="7" rtl="0" algn="ctr">
              <a:lnSpc>
                <a:spcPct val="100000"/>
              </a:lnSpc>
              <a:spcBef>
                <a:spcPts val="0"/>
              </a:spcBef>
              <a:spcAft>
                <a:spcPts val="0"/>
              </a:spcAft>
              <a:buSzPts val="16000"/>
              <a:buNone/>
              <a:defRPr sz="16000"/>
            </a:lvl8pPr>
            <a:lvl9pPr lvl="8" rtl="0" algn="ctr">
              <a:lnSpc>
                <a:spcPct val="100000"/>
              </a:lnSpc>
              <a:spcBef>
                <a:spcPts val="0"/>
              </a:spcBef>
              <a:spcAft>
                <a:spcPts val="0"/>
              </a:spcAft>
              <a:buSzPts val="16000"/>
              <a:buNone/>
              <a:defRPr sz="16000"/>
            </a:lvl9pPr>
          </a:lstStyle>
          <a:p>
            <a:r>
              <a:t>xx%</a:t>
            </a:r>
          </a:p>
        </p:txBody>
      </p:sp>
      <p:sp>
        <p:nvSpPr>
          <p:cNvPr id="123" name="Google Shape;123;g265c00a3ceb_0_104"/>
          <p:cNvSpPr txBox="1"/>
          <p:nvPr>
            <p:ph idx="1" type="body"/>
          </p:nvPr>
        </p:nvSpPr>
        <p:spPr>
          <a:xfrm>
            <a:off x="415600" y="4202967"/>
            <a:ext cx="11360700" cy="1734300"/>
          </a:xfrm>
          <a:prstGeom prst="rect">
            <a:avLst/>
          </a:prstGeom>
          <a:noFill/>
          <a:ln>
            <a:noFill/>
          </a:ln>
        </p:spPr>
        <p:txBody>
          <a:bodyPr anchorCtr="0" anchor="t" bIns="121900" lIns="121900" spcFirstLastPara="1" rIns="121900" wrap="square" tIns="121900">
            <a:normAutofit/>
          </a:bodyPr>
          <a:lstStyle>
            <a:lvl1pPr indent="-381000" lvl="0" marL="457200" rtl="0" algn="ctr">
              <a:lnSpc>
                <a:spcPct val="115000"/>
              </a:lnSpc>
              <a:spcBef>
                <a:spcPts val="0"/>
              </a:spcBef>
              <a:spcAft>
                <a:spcPts val="0"/>
              </a:spcAft>
              <a:buSzPts val="2400"/>
              <a:buChar char="●"/>
              <a:defRPr/>
            </a:lvl1pPr>
            <a:lvl2pPr indent="-349250" lvl="1" marL="914400" rtl="0" algn="ctr">
              <a:lnSpc>
                <a:spcPct val="115000"/>
              </a:lnSpc>
              <a:spcBef>
                <a:spcPts val="0"/>
              </a:spcBef>
              <a:spcAft>
                <a:spcPts val="0"/>
              </a:spcAft>
              <a:buSzPts val="1900"/>
              <a:buChar char="○"/>
              <a:defRPr/>
            </a:lvl2pPr>
            <a:lvl3pPr indent="-349250" lvl="2" marL="1371600" rtl="0" algn="ctr">
              <a:lnSpc>
                <a:spcPct val="115000"/>
              </a:lnSpc>
              <a:spcBef>
                <a:spcPts val="0"/>
              </a:spcBef>
              <a:spcAft>
                <a:spcPts val="0"/>
              </a:spcAft>
              <a:buSzPts val="1900"/>
              <a:buChar char="■"/>
              <a:defRPr/>
            </a:lvl3pPr>
            <a:lvl4pPr indent="-349250" lvl="3" marL="1828800" rtl="0" algn="ctr">
              <a:lnSpc>
                <a:spcPct val="115000"/>
              </a:lnSpc>
              <a:spcBef>
                <a:spcPts val="0"/>
              </a:spcBef>
              <a:spcAft>
                <a:spcPts val="0"/>
              </a:spcAft>
              <a:buSzPts val="1900"/>
              <a:buChar char="●"/>
              <a:defRPr/>
            </a:lvl4pPr>
            <a:lvl5pPr indent="-349250" lvl="4" marL="2286000" rtl="0" algn="ctr">
              <a:lnSpc>
                <a:spcPct val="115000"/>
              </a:lnSpc>
              <a:spcBef>
                <a:spcPts val="0"/>
              </a:spcBef>
              <a:spcAft>
                <a:spcPts val="0"/>
              </a:spcAft>
              <a:buSzPts val="1900"/>
              <a:buChar char="○"/>
              <a:defRPr/>
            </a:lvl5pPr>
            <a:lvl6pPr indent="-349250" lvl="5" marL="2743200" rtl="0" algn="ctr">
              <a:lnSpc>
                <a:spcPct val="115000"/>
              </a:lnSpc>
              <a:spcBef>
                <a:spcPts val="0"/>
              </a:spcBef>
              <a:spcAft>
                <a:spcPts val="0"/>
              </a:spcAft>
              <a:buSzPts val="1900"/>
              <a:buChar char="■"/>
              <a:defRPr/>
            </a:lvl6pPr>
            <a:lvl7pPr indent="-349250" lvl="6" marL="3200400" rtl="0" algn="ctr">
              <a:lnSpc>
                <a:spcPct val="115000"/>
              </a:lnSpc>
              <a:spcBef>
                <a:spcPts val="0"/>
              </a:spcBef>
              <a:spcAft>
                <a:spcPts val="0"/>
              </a:spcAft>
              <a:buSzPts val="1900"/>
              <a:buChar char="●"/>
              <a:defRPr/>
            </a:lvl7pPr>
            <a:lvl8pPr indent="-349250" lvl="7" marL="3657600" rtl="0" algn="ctr">
              <a:lnSpc>
                <a:spcPct val="115000"/>
              </a:lnSpc>
              <a:spcBef>
                <a:spcPts val="0"/>
              </a:spcBef>
              <a:spcAft>
                <a:spcPts val="0"/>
              </a:spcAft>
              <a:buSzPts val="1900"/>
              <a:buChar char="○"/>
              <a:defRPr/>
            </a:lvl8pPr>
            <a:lvl9pPr indent="-349250" lvl="8" marL="4114800" rtl="0" algn="ctr">
              <a:lnSpc>
                <a:spcPct val="115000"/>
              </a:lnSpc>
              <a:spcBef>
                <a:spcPts val="0"/>
              </a:spcBef>
              <a:spcAft>
                <a:spcPts val="0"/>
              </a:spcAft>
              <a:buSzPts val="1900"/>
              <a:buChar char="■"/>
              <a:defRPr/>
            </a:lvl9pPr>
          </a:lstStyle>
          <a:p/>
        </p:txBody>
      </p:sp>
      <p:sp>
        <p:nvSpPr>
          <p:cNvPr id="124" name="Google Shape;124;g265c00a3ceb_0_104"/>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5" name="Shape 125"/>
        <p:cNvGrpSpPr/>
        <p:nvPr/>
      </p:nvGrpSpPr>
      <p:grpSpPr>
        <a:xfrm>
          <a:off x="0" y="0"/>
          <a:ext cx="0" cy="0"/>
          <a:chOff x="0" y="0"/>
          <a:chExt cx="0" cy="0"/>
        </a:xfrm>
      </p:grpSpPr>
      <p:sp>
        <p:nvSpPr>
          <p:cNvPr id="126" name="Google Shape;126;g265c00a3ceb_0_108"/>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3.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1.xml"/><Relationship Id="rId10" Type="http://schemas.openxmlformats.org/officeDocument/2006/relationships/slideLayout" Target="../slideLayouts/slideLayout20.xml"/><Relationship Id="rId13" Type="http://schemas.openxmlformats.org/officeDocument/2006/relationships/theme" Target="../theme/theme1.xml"/><Relationship Id="rId12" Type="http://schemas.openxmlformats.org/officeDocument/2006/relationships/slideLayout" Target="../slideLayouts/slideLayout22.xml"/><Relationship Id="rId1" Type="http://schemas.openxmlformats.org/officeDocument/2006/relationships/image" Target="../media/image1.jpg"/><Relationship Id="rId2" Type="http://schemas.openxmlformats.org/officeDocument/2006/relationships/slideLayout" Target="../slideLayouts/slideLayout12.xml"/><Relationship Id="rId3" Type="http://schemas.openxmlformats.org/officeDocument/2006/relationships/slideLayout" Target="../slideLayouts/slideLayout13.xml"/><Relationship Id="rId4" Type="http://schemas.openxmlformats.org/officeDocument/2006/relationships/slideLayout" Target="../slideLayouts/slideLayout14.xml"/><Relationship Id="rId9" Type="http://schemas.openxmlformats.org/officeDocument/2006/relationships/slideLayout" Target="../slideLayouts/slideLayout19.xml"/><Relationship Id="rId5" Type="http://schemas.openxmlformats.org/officeDocument/2006/relationships/slideLayout" Target="../slideLayouts/slideLayout15.xml"/><Relationship Id="rId6" Type="http://schemas.openxmlformats.org/officeDocument/2006/relationships/slideLayout" Target="../slideLayouts/slideLayout16.xml"/><Relationship Id="rId7" Type="http://schemas.openxmlformats.org/officeDocument/2006/relationships/slideLayout" Target="../slideLayouts/slideLayout17.xml"/><Relationship Id="rId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1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blipFill>
          <a:blip r:embed="rId1">
            <a:alphaModFix/>
          </a:blip>
          <a:stretch>
            <a:fillRect/>
          </a:stretch>
        </a:blipFill>
      </p:bgPr>
    </p:bg>
    <p:spTree>
      <p:nvGrpSpPr>
        <p:cNvPr id="80" name="Shape 80"/>
        <p:cNvGrpSpPr/>
        <p:nvPr/>
      </p:nvGrpSpPr>
      <p:grpSpPr>
        <a:xfrm>
          <a:off x="0" y="0"/>
          <a:ext cx="0" cy="0"/>
          <a:chOff x="0" y="0"/>
          <a:chExt cx="0" cy="0"/>
        </a:xfrm>
      </p:grpSpPr>
      <p:sp>
        <p:nvSpPr>
          <p:cNvPr id="81" name="Google Shape;81;g265c00a3ceb_0_63"/>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rmAutofit/>
          </a:bodyPr>
          <a:lstStyle>
            <a:lvl1pPr lvl="0"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9pPr>
          </a:lstStyle>
          <a:p/>
        </p:txBody>
      </p:sp>
      <p:sp>
        <p:nvSpPr>
          <p:cNvPr id="82" name="Google Shape;82;g265c00a3ceb_0_63"/>
          <p:cNvSpPr txBox="1"/>
          <p:nvPr>
            <p:ph idx="1" type="body"/>
          </p:nvPr>
        </p:nvSpPr>
        <p:spPr>
          <a:xfrm>
            <a:off x="415600" y="1536633"/>
            <a:ext cx="11360700" cy="4555200"/>
          </a:xfrm>
          <a:prstGeom prst="rect">
            <a:avLst/>
          </a:prstGeom>
          <a:noFill/>
          <a:ln>
            <a:noFill/>
          </a:ln>
        </p:spPr>
        <p:txBody>
          <a:bodyPr anchorCtr="0" anchor="t" bIns="121900" lIns="121900" spcFirstLastPara="1" rIns="121900" wrap="square" tIns="121900">
            <a:normAutofit/>
          </a:bodyPr>
          <a:lstStyle>
            <a:lvl1pPr indent="-381000" lvl="0" marL="457200" marR="0" rtl="0" algn="l">
              <a:lnSpc>
                <a:spcPct val="115000"/>
              </a:lnSpc>
              <a:spcBef>
                <a:spcPts val="0"/>
              </a:spcBef>
              <a:spcAft>
                <a:spcPts val="0"/>
              </a:spcAft>
              <a:buClr>
                <a:schemeClr val="dk2"/>
              </a:buClr>
              <a:buSzPts val="2400"/>
              <a:buFont typeface="Arial"/>
              <a:buChar char="●"/>
              <a:defRPr b="0" i="0" sz="2400" u="none" cap="none" strike="noStrike">
                <a:solidFill>
                  <a:schemeClr val="dk2"/>
                </a:solidFill>
                <a:latin typeface="Arial"/>
                <a:ea typeface="Arial"/>
                <a:cs typeface="Arial"/>
                <a:sym typeface="Arial"/>
              </a:defRPr>
            </a:lvl1pPr>
            <a:lvl2pPr indent="-349250" lvl="1" marL="9144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2pPr>
            <a:lvl3pPr indent="-349250" lvl="2" marL="13716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3pPr>
            <a:lvl4pPr indent="-349250" lvl="3" marL="18288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4pPr>
            <a:lvl5pPr indent="-349250" lvl="4" marL="22860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5pPr>
            <a:lvl6pPr indent="-349250" lvl="5" marL="27432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6pPr>
            <a:lvl7pPr indent="-349250" lvl="6" marL="32004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7pPr>
            <a:lvl8pPr indent="-349250" lvl="7" marL="36576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8pPr>
            <a:lvl9pPr indent="-349250" lvl="8" marL="41148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9pPr>
          </a:lstStyle>
          <a:p/>
        </p:txBody>
      </p:sp>
      <p:sp>
        <p:nvSpPr>
          <p:cNvPr id="83" name="Google Shape;83;g265c00a3ceb_0_63"/>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ES"/>
              <a:t>‹#›</a:t>
            </a:fld>
            <a:endParaRPr/>
          </a:p>
        </p:txBody>
      </p:sp>
    </p:spTree>
  </p:cSld>
  <p:clrMap accent1="accent1" accent2="accent2" accent3="accent3" accent4="accent4" accent5="accent5" accent6="accent6" bg1="lt1" bg2="dk2" tx1="dk1" tx2="lt2" folHlink="folHlink" hlink="hlink"/>
  <p:sldLayoutIdLst>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jp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7.jp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5.jpg"/><Relationship Id="rId4" Type="http://schemas.openxmlformats.org/officeDocument/2006/relationships/hyperlink" Target="https://es.khanacademy.org/" TargetMode="External"/><Relationship Id="rId5" Type="http://schemas.openxmlformats.org/officeDocument/2006/relationships/hyperlink" Target="https://mateslibres.com/" TargetMode="External"/><Relationship Id="rId6" Type="http://schemas.openxmlformats.org/officeDocument/2006/relationships/hyperlink" Target="https://www.cokitos.com/" TargetMode="External"/><Relationship Id="rId7" Type="http://schemas.openxmlformats.org/officeDocument/2006/relationships/hyperlink" Target="http://www.teachy.app" TargetMode="External"/><Relationship Id="rId8"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5.jp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5.jpg"/><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5.jpg"/><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5.jpg"/><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5.jpg"/><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 Id="rId3" Type="http://schemas.openxmlformats.org/officeDocument/2006/relationships/hyperlink" Target="https://forms.gle/g5wLPFsUXKjz6tfU6" TargetMode="External"/><Relationship Id="rId4" Type="http://schemas.openxmlformats.org/officeDocument/2006/relationships/image" Target="../media/image8.png"/><Relationship Id="rId5"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1"/>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6000"/>
              <a:buFont typeface="Calibri"/>
              <a:buNone/>
            </a:pPr>
            <a:r>
              <a:t/>
            </a:r>
            <a:endParaRPr/>
          </a:p>
        </p:txBody>
      </p:sp>
      <p:sp>
        <p:nvSpPr>
          <p:cNvPr id="132" name="Google Shape;132;p1"/>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2400"/>
              <a:buNone/>
            </a:pPr>
            <a:r>
              <a:t/>
            </a:r>
            <a:endParaRPr/>
          </a:p>
        </p:txBody>
      </p:sp>
      <p:pic>
        <p:nvPicPr>
          <p:cNvPr descr="Imagen que contiene Escala de tiempo&#10;&#10;Descripción generada automáticamente" id="133" name="Google Shape;133;p1"/>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id="134" name="Google Shape;134;p1"/>
          <p:cNvPicPr preferRelativeResize="0"/>
          <p:nvPr/>
        </p:nvPicPr>
        <p:blipFill>
          <a:blip r:embed="rId4">
            <a:alphaModFix/>
          </a:blip>
          <a:stretch>
            <a:fillRect/>
          </a:stretch>
        </p:blipFill>
        <p:spPr>
          <a:xfrm>
            <a:off x="11063600" y="5665762"/>
            <a:ext cx="975700" cy="10291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pic>
        <p:nvPicPr>
          <p:cNvPr id="139" name="Google Shape;139;p2"/>
          <p:cNvPicPr preferRelativeResize="0"/>
          <p:nvPr/>
        </p:nvPicPr>
        <p:blipFill rotWithShape="1">
          <a:blip r:embed="rId3">
            <a:alphaModFix/>
          </a:blip>
          <a:srcRect b="0" l="0" r="0" t="0"/>
          <a:stretch/>
        </p:blipFill>
        <p:spPr>
          <a:xfrm>
            <a:off x="1" y="0"/>
            <a:ext cx="12192000" cy="6858003"/>
          </a:xfrm>
          <a:prstGeom prst="rect">
            <a:avLst/>
          </a:prstGeom>
          <a:noFill/>
          <a:ln>
            <a:noFill/>
          </a:ln>
        </p:spPr>
      </p:pic>
      <p:pic>
        <p:nvPicPr>
          <p:cNvPr id="140" name="Google Shape;140;p2"/>
          <p:cNvPicPr preferRelativeResize="0"/>
          <p:nvPr/>
        </p:nvPicPr>
        <p:blipFill>
          <a:blip r:embed="rId4">
            <a:alphaModFix/>
          </a:blip>
          <a:stretch>
            <a:fillRect/>
          </a:stretch>
        </p:blipFill>
        <p:spPr>
          <a:xfrm>
            <a:off x="11081375" y="5221587"/>
            <a:ext cx="975700" cy="10291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g330e850082a_0_0"/>
          <p:cNvSpPr txBox="1"/>
          <p:nvPr/>
        </p:nvSpPr>
        <p:spPr>
          <a:xfrm>
            <a:off x="786350" y="1673375"/>
            <a:ext cx="10918500" cy="937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s-ES" sz="1700">
                <a:solidFill>
                  <a:srgbClr val="3259A4"/>
                </a:solidFill>
                <a:latin typeface="Poppins"/>
                <a:ea typeface="Poppins"/>
                <a:cs typeface="Poppins"/>
                <a:sym typeface="Poppins"/>
              </a:rPr>
              <a:t>Sesión 14: Multiplicacion 2 </a:t>
            </a:r>
            <a:r>
              <a:rPr b="1" lang="es-ES" sz="1700">
                <a:solidFill>
                  <a:srgbClr val="3259A4"/>
                </a:solidFill>
                <a:latin typeface="Poppins"/>
                <a:ea typeface="Poppins"/>
                <a:cs typeface="Poppins"/>
                <a:sym typeface="Poppins"/>
              </a:rPr>
              <a:t>dígitos</a:t>
            </a:r>
            <a:r>
              <a:rPr b="1" lang="es-ES" sz="1700">
                <a:solidFill>
                  <a:srgbClr val="3259A4"/>
                </a:solidFill>
                <a:latin typeface="Poppins"/>
                <a:ea typeface="Poppins"/>
                <a:cs typeface="Poppins"/>
                <a:sym typeface="Poppins"/>
              </a:rPr>
              <a:t> por 1 </a:t>
            </a:r>
            <a:r>
              <a:rPr b="1" lang="es-ES" sz="1700">
                <a:solidFill>
                  <a:srgbClr val="3259A4"/>
                </a:solidFill>
                <a:latin typeface="Poppins"/>
                <a:ea typeface="Poppins"/>
                <a:cs typeface="Poppins"/>
                <a:sym typeface="Poppins"/>
              </a:rPr>
              <a:t>dígito - Ejercicios</a:t>
            </a:r>
            <a:endParaRPr b="1" sz="1700">
              <a:solidFill>
                <a:srgbClr val="3259A4"/>
              </a:solidFill>
              <a:latin typeface="Poppins"/>
              <a:ea typeface="Poppins"/>
              <a:cs typeface="Poppins"/>
              <a:sym typeface="Poppins"/>
            </a:endParaRPr>
          </a:p>
          <a:p>
            <a:pPr indent="0" lvl="0" marL="0" rtl="0" algn="ctr">
              <a:spcBef>
                <a:spcPts val="0"/>
              </a:spcBef>
              <a:spcAft>
                <a:spcPts val="0"/>
              </a:spcAft>
              <a:buNone/>
            </a:pPr>
            <a:r>
              <a:t/>
            </a:r>
            <a:endParaRPr b="1" sz="1700">
              <a:solidFill>
                <a:srgbClr val="3259A4"/>
              </a:solidFill>
              <a:latin typeface="Poppins"/>
              <a:ea typeface="Poppins"/>
              <a:cs typeface="Poppins"/>
              <a:sym typeface="Poppins"/>
            </a:endParaRPr>
          </a:p>
          <a:p>
            <a:pPr indent="0" lvl="0" marL="0" rtl="0" algn="ctr">
              <a:spcBef>
                <a:spcPts val="0"/>
              </a:spcBef>
              <a:spcAft>
                <a:spcPts val="0"/>
              </a:spcAft>
              <a:buNone/>
            </a:pPr>
            <a:r>
              <a:rPr b="1" lang="es-ES" sz="1600">
                <a:solidFill>
                  <a:srgbClr val="3259A4"/>
                </a:solidFill>
                <a:latin typeface="Poppins"/>
                <a:ea typeface="Poppins"/>
                <a:cs typeface="Poppins"/>
                <a:sym typeface="Poppins"/>
              </a:rPr>
              <a:t>Propósito</a:t>
            </a:r>
            <a:r>
              <a:rPr b="1" lang="es-ES" sz="1600">
                <a:solidFill>
                  <a:schemeClr val="dk1"/>
                </a:solidFill>
                <a:latin typeface="Poppins"/>
                <a:ea typeface="Poppins"/>
                <a:cs typeface="Poppins"/>
                <a:sym typeface="Poppins"/>
              </a:rPr>
              <a:t>:</a:t>
            </a:r>
            <a:r>
              <a:rPr lang="es-ES" sz="1800">
                <a:solidFill>
                  <a:schemeClr val="dk1"/>
                </a:solidFill>
                <a:latin typeface="Poppins Light"/>
                <a:ea typeface="Poppins Light"/>
                <a:cs typeface="Poppins Light"/>
                <a:sym typeface="Poppins Light"/>
              </a:rPr>
              <a:t> </a:t>
            </a:r>
            <a:r>
              <a:rPr lang="es-ES" sz="1550">
                <a:solidFill>
                  <a:schemeClr val="dk1"/>
                </a:solidFill>
                <a:latin typeface="Poppins"/>
                <a:ea typeface="Poppins"/>
                <a:cs typeface="Poppins"/>
                <a:sym typeface="Poppins"/>
              </a:rPr>
              <a:t>Revisar y aplicar los conocimientos adquiridos sobre las multiplicaciones de 2 dígitos por 1 dígito por medio de distintos ejercicios.</a:t>
            </a:r>
            <a:endParaRPr sz="1550">
              <a:solidFill>
                <a:schemeClr val="dk1"/>
              </a:solidFill>
              <a:latin typeface="Poppins"/>
              <a:ea typeface="Poppins"/>
              <a:cs typeface="Poppins"/>
              <a:sym typeface="Poppins"/>
            </a:endParaRPr>
          </a:p>
          <a:p>
            <a:pPr indent="0" lvl="0" marL="0" rtl="0" algn="ctr">
              <a:spcBef>
                <a:spcPts val="0"/>
              </a:spcBef>
              <a:spcAft>
                <a:spcPts val="0"/>
              </a:spcAft>
              <a:buNone/>
            </a:pPr>
            <a:r>
              <a:t/>
            </a:r>
            <a:endParaRPr sz="1450">
              <a:solidFill>
                <a:schemeClr val="dk1"/>
              </a:solidFill>
              <a:latin typeface="Poppins"/>
              <a:ea typeface="Poppins"/>
              <a:cs typeface="Poppins"/>
              <a:sym typeface="Poppins"/>
            </a:endParaRPr>
          </a:p>
          <a:p>
            <a:pPr indent="0" lvl="0" marL="0" rtl="0" algn="ctr">
              <a:spcBef>
                <a:spcPts val="0"/>
              </a:spcBef>
              <a:spcAft>
                <a:spcPts val="0"/>
              </a:spcAft>
              <a:buNone/>
            </a:pPr>
            <a:r>
              <a:t/>
            </a:r>
            <a:endParaRPr sz="1600">
              <a:solidFill>
                <a:schemeClr val="dk1"/>
              </a:solidFill>
              <a:latin typeface="Poppins"/>
              <a:ea typeface="Poppins"/>
              <a:cs typeface="Poppins"/>
              <a:sym typeface="Poppins"/>
            </a:endParaRPr>
          </a:p>
          <a:p>
            <a:pPr indent="0" lvl="0" marL="0" rtl="0" algn="ctr">
              <a:spcBef>
                <a:spcPts val="0"/>
              </a:spcBef>
              <a:spcAft>
                <a:spcPts val="0"/>
              </a:spcAft>
              <a:buNone/>
            </a:pPr>
            <a:r>
              <a:t/>
            </a:r>
            <a:endParaRPr sz="1600">
              <a:solidFill>
                <a:schemeClr val="dk1"/>
              </a:solidFill>
              <a:latin typeface="Poppins Light"/>
              <a:ea typeface="Poppins Light"/>
              <a:cs typeface="Poppins Light"/>
              <a:sym typeface="Poppins Light"/>
            </a:endParaRPr>
          </a:p>
          <a:p>
            <a:pPr indent="0" lvl="0" marL="0" rtl="0" algn="ctr">
              <a:spcBef>
                <a:spcPts val="0"/>
              </a:spcBef>
              <a:spcAft>
                <a:spcPts val="0"/>
              </a:spcAft>
              <a:buNone/>
            </a:pPr>
            <a:r>
              <a:t/>
            </a:r>
            <a:endParaRPr sz="1600">
              <a:solidFill>
                <a:schemeClr val="dk1"/>
              </a:solidFill>
              <a:latin typeface="Poppins Light"/>
              <a:ea typeface="Poppins Light"/>
              <a:cs typeface="Poppins Light"/>
              <a:sym typeface="Poppins Light"/>
            </a:endParaRPr>
          </a:p>
        </p:txBody>
      </p:sp>
      <p:sp>
        <p:nvSpPr>
          <p:cNvPr id="146" name="Google Shape;146;g330e850082a_0_0"/>
          <p:cNvSpPr txBox="1"/>
          <p:nvPr/>
        </p:nvSpPr>
        <p:spPr>
          <a:xfrm>
            <a:off x="1148550" y="2902000"/>
            <a:ext cx="4698900" cy="3239100"/>
          </a:xfrm>
          <a:prstGeom prst="rect">
            <a:avLst/>
          </a:prstGeom>
          <a:noFill/>
          <a:ln cap="flat" cmpd="sng" w="28575">
            <a:solidFill>
              <a:srgbClr val="3259A4"/>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s-ES" sz="2500">
                <a:solidFill>
                  <a:schemeClr val="dk1"/>
                </a:solidFill>
                <a:latin typeface="Poppins"/>
                <a:ea typeface="Poppins"/>
                <a:cs typeface="Poppins"/>
                <a:sym typeface="Poppins"/>
              </a:rPr>
              <a:t>Objetivos de la Clase</a:t>
            </a:r>
            <a:endParaRPr sz="2500">
              <a:solidFill>
                <a:schemeClr val="dk1"/>
              </a:solidFill>
              <a:latin typeface="Poppins"/>
              <a:ea typeface="Poppins"/>
              <a:cs typeface="Poppins"/>
              <a:sym typeface="Poppins"/>
            </a:endParaRPr>
          </a:p>
          <a:p>
            <a:pPr indent="0" lvl="0" marL="0" rtl="0" algn="ctr">
              <a:spcBef>
                <a:spcPts val="0"/>
              </a:spcBef>
              <a:spcAft>
                <a:spcPts val="0"/>
              </a:spcAft>
              <a:buNone/>
            </a:pPr>
            <a:r>
              <a:t/>
            </a:r>
            <a:endParaRPr sz="2500">
              <a:solidFill>
                <a:schemeClr val="dk1"/>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rPr lang="es-ES" sz="1550">
                <a:solidFill>
                  <a:schemeClr val="dk1"/>
                </a:solidFill>
                <a:latin typeface="Poppins"/>
                <a:ea typeface="Poppins"/>
                <a:cs typeface="Poppins"/>
                <a:sym typeface="Poppins"/>
              </a:rPr>
              <a:t>Realizar ejercicios de multiplicaciones de 2 dígitos por 1 dígito sin y con reagrupación.</a:t>
            </a:r>
            <a:endParaRPr sz="1550">
              <a:solidFill>
                <a:schemeClr val="dk1"/>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t/>
            </a:r>
            <a:endParaRPr sz="75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2500">
              <a:solidFill>
                <a:schemeClr val="dk1"/>
              </a:solidFill>
              <a:latin typeface="Poppins"/>
              <a:ea typeface="Poppins"/>
              <a:cs typeface="Poppins"/>
              <a:sym typeface="Poppins"/>
            </a:endParaRPr>
          </a:p>
          <a:p>
            <a:pPr indent="0" lvl="0" marL="0" rtl="0" algn="ctr">
              <a:spcBef>
                <a:spcPts val="0"/>
              </a:spcBef>
              <a:spcAft>
                <a:spcPts val="0"/>
              </a:spcAft>
              <a:buNone/>
            </a:pPr>
            <a:r>
              <a:t/>
            </a:r>
            <a:endParaRPr sz="2800">
              <a:solidFill>
                <a:schemeClr val="dk1"/>
              </a:solidFill>
              <a:latin typeface="Poppins"/>
              <a:ea typeface="Poppins"/>
              <a:cs typeface="Poppins"/>
              <a:sym typeface="Poppins"/>
            </a:endParaRPr>
          </a:p>
        </p:txBody>
      </p:sp>
      <p:sp>
        <p:nvSpPr>
          <p:cNvPr id="147" name="Google Shape;147;g330e850082a_0_0"/>
          <p:cNvSpPr txBox="1"/>
          <p:nvPr/>
        </p:nvSpPr>
        <p:spPr>
          <a:xfrm>
            <a:off x="6346950" y="2900925"/>
            <a:ext cx="4698900" cy="3239100"/>
          </a:xfrm>
          <a:prstGeom prst="rect">
            <a:avLst/>
          </a:prstGeom>
          <a:noFill/>
          <a:ln cap="flat" cmpd="sng" w="28575">
            <a:solidFill>
              <a:srgbClr val="3259A4"/>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s-ES" sz="2500">
                <a:solidFill>
                  <a:schemeClr val="dk1"/>
                </a:solidFill>
                <a:latin typeface="Poppins"/>
                <a:ea typeface="Poppins"/>
                <a:cs typeface="Poppins"/>
                <a:sym typeface="Poppins"/>
              </a:rPr>
              <a:t>Conceptos Clave</a:t>
            </a:r>
            <a:endParaRPr sz="2500">
              <a:solidFill>
                <a:schemeClr val="dk1"/>
              </a:solidFill>
              <a:latin typeface="Poppins"/>
              <a:ea typeface="Poppins"/>
              <a:cs typeface="Poppins"/>
              <a:sym typeface="Poppins"/>
            </a:endParaRPr>
          </a:p>
          <a:p>
            <a:pPr indent="0" lvl="0" marL="0" rtl="0" algn="ctr">
              <a:spcBef>
                <a:spcPts val="0"/>
              </a:spcBef>
              <a:spcAft>
                <a:spcPts val="0"/>
              </a:spcAft>
              <a:buNone/>
            </a:pPr>
            <a:r>
              <a:t/>
            </a:r>
            <a:endParaRPr sz="2500">
              <a:solidFill>
                <a:schemeClr val="dk1"/>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rPr lang="es-ES" sz="1550">
                <a:solidFill>
                  <a:schemeClr val="dk1"/>
                </a:solidFill>
                <a:latin typeface="Poppins"/>
                <a:ea typeface="Poppins"/>
                <a:cs typeface="Poppins"/>
                <a:sym typeface="Poppins"/>
              </a:rPr>
              <a:t>1. Producto de dos dígitos por un dígito.</a:t>
            </a:r>
            <a:endParaRPr sz="1550">
              <a:solidFill>
                <a:schemeClr val="dk1"/>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rPr lang="es-ES" sz="1550">
                <a:solidFill>
                  <a:schemeClr val="dk1"/>
                </a:solidFill>
                <a:latin typeface="Poppins"/>
                <a:ea typeface="Poppins"/>
                <a:cs typeface="Poppins"/>
                <a:sym typeface="Poppins"/>
              </a:rPr>
              <a:t>2. Reagrupación en la multiplicación.</a:t>
            </a:r>
            <a:endParaRPr sz="1550">
              <a:solidFill>
                <a:schemeClr val="dk1"/>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2800">
              <a:solidFill>
                <a:schemeClr val="dk1"/>
              </a:solidFill>
              <a:latin typeface="Poppins"/>
              <a:ea typeface="Poppins"/>
              <a:cs typeface="Poppins"/>
              <a:sym typeface="Poppins"/>
            </a:endParaRPr>
          </a:p>
          <a:p>
            <a:pPr indent="0" lvl="0" marL="0" rtl="0" algn="just">
              <a:lnSpc>
                <a:spcPct val="150000"/>
              </a:lnSpc>
              <a:spcBef>
                <a:spcPts val="0"/>
              </a:spcBef>
              <a:spcAft>
                <a:spcPts val="0"/>
              </a:spcAft>
              <a:buNone/>
            </a:pPr>
            <a:r>
              <a:t/>
            </a:r>
            <a:endParaRPr sz="1800">
              <a:solidFill>
                <a:schemeClr val="dk1"/>
              </a:solidFill>
              <a:latin typeface="Poppins"/>
              <a:ea typeface="Poppins"/>
              <a:cs typeface="Poppins"/>
              <a:sym typeface="Poppins"/>
            </a:endParaRPr>
          </a:p>
          <a:p>
            <a:pPr indent="0" lvl="0" marL="0" rtl="0" algn="ctr">
              <a:spcBef>
                <a:spcPts val="0"/>
              </a:spcBef>
              <a:spcAft>
                <a:spcPts val="0"/>
              </a:spcAft>
              <a:buNone/>
            </a:pPr>
            <a:r>
              <a:t/>
            </a:r>
            <a:endParaRPr sz="2800">
              <a:solidFill>
                <a:schemeClr val="dk1"/>
              </a:solidFill>
              <a:latin typeface="Poppins"/>
              <a:ea typeface="Poppins"/>
              <a:cs typeface="Poppins"/>
              <a:sym typeface="Poppins"/>
            </a:endParaRPr>
          </a:p>
        </p:txBody>
      </p:sp>
      <p:sp>
        <p:nvSpPr>
          <p:cNvPr id="148" name="Google Shape;148;g330e850082a_0_0"/>
          <p:cNvSpPr txBox="1"/>
          <p:nvPr/>
        </p:nvSpPr>
        <p:spPr>
          <a:xfrm>
            <a:off x="197050" y="113775"/>
            <a:ext cx="4564200" cy="43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ES" sz="1800">
                <a:solidFill>
                  <a:schemeClr val="dk1"/>
                </a:solidFill>
                <a:latin typeface="Calibri"/>
                <a:ea typeface="Calibri"/>
                <a:cs typeface="Calibri"/>
                <a:sym typeface="Calibri"/>
              </a:rPr>
              <a:t>IMPORTANTE: Información sólo para tutor/a</a:t>
            </a:r>
            <a:endParaRPr sz="1800">
              <a:solidFill>
                <a:schemeClr val="dk1"/>
              </a:solidFill>
              <a:latin typeface="Calibri"/>
              <a:ea typeface="Calibri"/>
              <a:cs typeface="Calibri"/>
              <a:sym typeface="Calibri"/>
            </a:endParaRPr>
          </a:p>
        </p:txBody>
      </p:sp>
      <p:sp>
        <p:nvSpPr>
          <p:cNvPr id="149" name="Google Shape;149;g330e850082a_0_0"/>
          <p:cNvSpPr/>
          <p:nvPr/>
        </p:nvSpPr>
        <p:spPr>
          <a:xfrm>
            <a:off x="2538175" y="630575"/>
            <a:ext cx="7727100" cy="630300"/>
          </a:xfrm>
          <a:prstGeom prst="roundRect">
            <a:avLst>
              <a:gd fmla="val 16667" name="adj"/>
            </a:avLst>
          </a:prstGeom>
          <a:solidFill>
            <a:srgbClr val="3259A4"/>
          </a:solidFill>
          <a:ln cap="flat" cmpd="sng" w="9525">
            <a:solidFill>
              <a:srgbClr val="44546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50" name="Google Shape;150;g330e850082a_0_0"/>
          <p:cNvSpPr txBox="1"/>
          <p:nvPr/>
        </p:nvSpPr>
        <p:spPr>
          <a:xfrm>
            <a:off x="3518200" y="676623"/>
            <a:ext cx="5757900" cy="630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ES" sz="2800">
                <a:solidFill>
                  <a:srgbClr val="FFFFFF"/>
                </a:solidFill>
                <a:latin typeface="Poppins"/>
                <a:ea typeface="Poppins"/>
                <a:cs typeface="Poppins"/>
                <a:sym typeface="Poppins"/>
              </a:rPr>
              <a:t>PLANIFICACIÓN TUTORÍA</a:t>
            </a:r>
            <a:endParaRPr sz="2800">
              <a:solidFill>
                <a:srgbClr val="FFFFFF"/>
              </a:solidFill>
              <a:latin typeface="Poppins"/>
              <a:ea typeface="Poppins"/>
              <a:cs typeface="Poppins"/>
              <a:sym typeface="Poppins"/>
            </a:endParaRPr>
          </a:p>
        </p:txBody>
      </p:sp>
      <p:pic>
        <p:nvPicPr>
          <p:cNvPr id="151" name="Google Shape;151;g330e850082a_0_0"/>
          <p:cNvPicPr preferRelativeResize="0"/>
          <p:nvPr/>
        </p:nvPicPr>
        <p:blipFill>
          <a:blip r:embed="rId3">
            <a:alphaModFix/>
          </a:blip>
          <a:stretch>
            <a:fillRect/>
          </a:stretch>
        </p:blipFill>
        <p:spPr>
          <a:xfrm>
            <a:off x="10957000" y="277737"/>
            <a:ext cx="975700" cy="102917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g330e850082a_0_85"/>
          <p:cNvSpPr txBox="1"/>
          <p:nvPr/>
        </p:nvSpPr>
        <p:spPr>
          <a:xfrm>
            <a:off x="786350" y="1597175"/>
            <a:ext cx="10918500" cy="937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s-ES" sz="1600">
                <a:solidFill>
                  <a:srgbClr val="3259A4"/>
                </a:solidFill>
                <a:latin typeface="Poppins"/>
                <a:ea typeface="Poppins"/>
                <a:cs typeface="Poppins"/>
                <a:sym typeface="Poppins"/>
              </a:rPr>
              <a:t>Consejos para realizar la sesión</a:t>
            </a:r>
            <a:endParaRPr sz="1600">
              <a:solidFill>
                <a:schemeClr val="dk1"/>
              </a:solidFill>
              <a:latin typeface="Poppins Light"/>
              <a:ea typeface="Poppins Light"/>
              <a:cs typeface="Poppins Light"/>
              <a:sym typeface="Poppins Light"/>
            </a:endParaRPr>
          </a:p>
          <a:p>
            <a:pPr indent="0" lvl="0" marL="0" rtl="0" algn="ctr">
              <a:spcBef>
                <a:spcPts val="0"/>
              </a:spcBef>
              <a:spcAft>
                <a:spcPts val="0"/>
              </a:spcAft>
              <a:buNone/>
            </a:pPr>
            <a:r>
              <a:t/>
            </a:r>
            <a:endParaRPr sz="1600">
              <a:solidFill>
                <a:schemeClr val="dk1"/>
              </a:solidFill>
              <a:latin typeface="Poppins Light"/>
              <a:ea typeface="Poppins Light"/>
              <a:cs typeface="Poppins Light"/>
              <a:sym typeface="Poppins Light"/>
            </a:endParaRPr>
          </a:p>
        </p:txBody>
      </p:sp>
      <p:sp>
        <p:nvSpPr>
          <p:cNvPr id="157" name="Google Shape;157;g330e850082a_0_85"/>
          <p:cNvSpPr txBox="1"/>
          <p:nvPr/>
        </p:nvSpPr>
        <p:spPr>
          <a:xfrm>
            <a:off x="786350" y="2131575"/>
            <a:ext cx="10500000" cy="3903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Clr>
                <a:schemeClr val="dk1"/>
              </a:buClr>
              <a:buSzPts val="1100"/>
              <a:buFont typeface="Arial"/>
              <a:buNone/>
            </a:pPr>
            <a:r>
              <a:rPr lang="es-ES" sz="1650">
                <a:solidFill>
                  <a:schemeClr val="dk1"/>
                </a:solidFill>
                <a:latin typeface="Poppins"/>
                <a:ea typeface="Poppins"/>
                <a:cs typeface="Poppins"/>
                <a:sym typeface="Poppins"/>
              </a:rPr>
              <a:t>En esta sesión realizarás distintos problemas de multiplicaciones de 2 dígitos por 1 dígito. Por</a:t>
            </a:r>
            <a:endParaRPr sz="1650">
              <a:solidFill>
                <a:schemeClr val="dk1"/>
              </a:solidFill>
              <a:latin typeface="Poppins"/>
              <a:ea typeface="Poppins"/>
              <a:cs typeface="Poppins"/>
              <a:sym typeface="Poppins"/>
            </a:endParaRPr>
          </a:p>
          <a:p>
            <a:pPr indent="0" lvl="0" marL="0" rtl="0" algn="l">
              <a:lnSpc>
                <a:spcPct val="115000"/>
              </a:lnSpc>
              <a:spcBef>
                <a:spcPts val="0"/>
              </a:spcBef>
              <a:spcAft>
                <a:spcPts val="0"/>
              </a:spcAft>
              <a:buNone/>
            </a:pPr>
            <a:r>
              <a:rPr lang="es-ES" sz="1650">
                <a:solidFill>
                  <a:schemeClr val="dk1"/>
                </a:solidFill>
                <a:latin typeface="Poppins"/>
                <a:ea typeface="Poppins"/>
                <a:cs typeface="Poppins"/>
                <a:sym typeface="Poppins"/>
              </a:rPr>
              <a:t>eso, te recomendamos lo siguiente:</a:t>
            </a:r>
            <a:endParaRPr sz="1650">
              <a:solidFill>
                <a:schemeClr val="dk1"/>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t/>
            </a:r>
            <a:endParaRPr sz="1650">
              <a:solidFill>
                <a:schemeClr val="dk1"/>
              </a:solidFill>
              <a:latin typeface="Poppins"/>
              <a:ea typeface="Poppins"/>
              <a:cs typeface="Poppins"/>
              <a:sym typeface="Poppins"/>
            </a:endParaRPr>
          </a:p>
          <a:p>
            <a:pPr indent="0" lvl="0" marL="0" rtl="0" algn="l">
              <a:lnSpc>
                <a:spcPct val="115000"/>
              </a:lnSpc>
              <a:spcBef>
                <a:spcPts val="0"/>
              </a:spcBef>
              <a:spcAft>
                <a:spcPts val="0"/>
              </a:spcAft>
              <a:buNone/>
            </a:pPr>
            <a:r>
              <a:rPr lang="es-ES" sz="1650">
                <a:solidFill>
                  <a:schemeClr val="dk1"/>
                </a:solidFill>
                <a:latin typeface="Poppins"/>
                <a:ea typeface="Poppins"/>
                <a:cs typeface="Poppins"/>
                <a:sym typeface="Poppins"/>
              </a:rPr>
              <a:t>• </a:t>
            </a:r>
            <a:r>
              <a:rPr b="1" lang="es-ES" sz="1650">
                <a:solidFill>
                  <a:schemeClr val="dk1"/>
                </a:solidFill>
                <a:latin typeface="Poppins"/>
                <a:ea typeface="Poppins"/>
                <a:cs typeface="Poppins"/>
                <a:sym typeface="Poppins"/>
              </a:rPr>
              <a:t>Revisa con antelación la presentación</a:t>
            </a:r>
            <a:r>
              <a:rPr lang="es-ES" sz="1650">
                <a:solidFill>
                  <a:schemeClr val="dk1"/>
                </a:solidFill>
                <a:latin typeface="Poppins"/>
                <a:ea typeface="Poppins"/>
                <a:cs typeface="Poppins"/>
                <a:sym typeface="Poppins"/>
              </a:rPr>
              <a:t> para saber cómo enfrentar los problemas propuestos y así explicarlos de la mejor forma, anticipando posibles errores que tu estudiante pueda presentar.</a:t>
            </a:r>
            <a:endParaRPr sz="1650">
              <a:solidFill>
                <a:schemeClr val="dk1"/>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t/>
            </a:r>
            <a:endParaRPr sz="1650">
              <a:solidFill>
                <a:schemeClr val="dk1"/>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rPr lang="es-ES" sz="1650">
                <a:solidFill>
                  <a:schemeClr val="dk1"/>
                </a:solidFill>
                <a:latin typeface="Poppins"/>
                <a:ea typeface="Poppins"/>
                <a:cs typeface="Poppins"/>
                <a:sym typeface="Poppins"/>
              </a:rPr>
              <a:t>• </a:t>
            </a:r>
            <a:r>
              <a:rPr b="1" lang="es-ES" sz="1650">
                <a:solidFill>
                  <a:schemeClr val="dk1"/>
                </a:solidFill>
                <a:latin typeface="Poppins"/>
                <a:ea typeface="Poppins"/>
                <a:cs typeface="Poppins"/>
                <a:sym typeface="Poppins"/>
              </a:rPr>
              <a:t>Puedes volver a utilizar los recursos de internet </a:t>
            </a:r>
            <a:r>
              <a:rPr lang="es-ES" sz="1650">
                <a:solidFill>
                  <a:schemeClr val="dk1"/>
                </a:solidFill>
                <a:latin typeface="Poppins"/>
                <a:ea typeface="Poppins"/>
                <a:cs typeface="Poppins"/>
                <a:sym typeface="Poppins"/>
              </a:rPr>
              <a:t>que te sugerimos para las sesiones de las tablas de multiplicar en caso que tu estudiante presente ciertos problemas respecto a esos contenidos.</a:t>
            </a:r>
            <a:endParaRPr sz="1650">
              <a:solidFill>
                <a:schemeClr val="dk1"/>
              </a:solidFill>
              <a:latin typeface="Poppins"/>
              <a:ea typeface="Poppins"/>
              <a:cs typeface="Poppins"/>
              <a:sym typeface="Poppins"/>
            </a:endParaRPr>
          </a:p>
          <a:p>
            <a:pPr indent="0" lvl="0" marL="0" rtl="0" algn="l">
              <a:lnSpc>
                <a:spcPct val="115000"/>
              </a:lnSpc>
              <a:spcBef>
                <a:spcPts val="0"/>
              </a:spcBef>
              <a:spcAft>
                <a:spcPts val="0"/>
              </a:spcAft>
              <a:buNone/>
            </a:pPr>
            <a:r>
              <a:t/>
            </a:r>
            <a:endParaRPr>
              <a:solidFill>
                <a:schemeClr val="dk1"/>
              </a:solidFill>
              <a:latin typeface="Poppins"/>
              <a:ea typeface="Poppins"/>
              <a:cs typeface="Poppins"/>
              <a:sym typeface="Poppins"/>
            </a:endParaRPr>
          </a:p>
          <a:p>
            <a:pPr indent="0" lvl="0" marL="0" rtl="0" algn="l">
              <a:lnSpc>
                <a:spcPct val="115000"/>
              </a:lnSpc>
              <a:spcBef>
                <a:spcPts val="0"/>
              </a:spcBef>
              <a:spcAft>
                <a:spcPts val="0"/>
              </a:spcAft>
              <a:buNone/>
            </a:pPr>
            <a:r>
              <a:t/>
            </a:r>
            <a:endParaRPr sz="1500">
              <a:latin typeface="Poppins"/>
              <a:ea typeface="Poppins"/>
              <a:cs typeface="Poppins"/>
              <a:sym typeface="Poppins"/>
            </a:endParaRPr>
          </a:p>
          <a:p>
            <a:pPr indent="0" lvl="0" marL="0" rtl="0" algn="just">
              <a:lnSpc>
                <a:spcPct val="150000"/>
              </a:lnSpc>
              <a:spcBef>
                <a:spcPts val="0"/>
              </a:spcBef>
              <a:spcAft>
                <a:spcPts val="0"/>
              </a:spcAft>
              <a:buNone/>
            </a:pPr>
            <a:r>
              <a:t/>
            </a:r>
            <a:endParaRPr sz="1500">
              <a:latin typeface="Poppins"/>
              <a:ea typeface="Poppins"/>
              <a:cs typeface="Poppins"/>
              <a:sym typeface="Poppins"/>
            </a:endParaRPr>
          </a:p>
          <a:p>
            <a:pPr indent="0" lvl="0" marL="0" rtl="0" algn="just">
              <a:lnSpc>
                <a:spcPct val="150000"/>
              </a:lnSpc>
              <a:spcBef>
                <a:spcPts val="0"/>
              </a:spcBef>
              <a:spcAft>
                <a:spcPts val="0"/>
              </a:spcAft>
              <a:buNone/>
            </a:pPr>
            <a:r>
              <a:t/>
            </a:r>
            <a:endParaRPr sz="1500">
              <a:latin typeface="Poppins"/>
              <a:ea typeface="Poppins"/>
              <a:cs typeface="Poppins"/>
              <a:sym typeface="Poppins"/>
            </a:endParaRPr>
          </a:p>
        </p:txBody>
      </p:sp>
      <p:sp>
        <p:nvSpPr>
          <p:cNvPr id="158" name="Google Shape;158;g330e850082a_0_85"/>
          <p:cNvSpPr txBox="1"/>
          <p:nvPr/>
        </p:nvSpPr>
        <p:spPr>
          <a:xfrm>
            <a:off x="197050" y="113775"/>
            <a:ext cx="4564200" cy="43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ES" sz="1800">
                <a:solidFill>
                  <a:schemeClr val="dk1"/>
                </a:solidFill>
                <a:latin typeface="Calibri"/>
                <a:ea typeface="Calibri"/>
                <a:cs typeface="Calibri"/>
                <a:sym typeface="Calibri"/>
              </a:rPr>
              <a:t>IMPORTANTE: Información sólo para tutor/a</a:t>
            </a:r>
            <a:endParaRPr sz="1800">
              <a:solidFill>
                <a:schemeClr val="dk1"/>
              </a:solidFill>
              <a:latin typeface="Calibri"/>
              <a:ea typeface="Calibri"/>
              <a:cs typeface="Calibri"/>
              <a:sym typeface="Calibri"/>
            </a:endParaRPr>
          </a:p>
        </p:txBody>
      </p:sp>
      <p:sp>
        <p:nvSpPr>
          <p:cNvPr id="159" name="Google Shape;159;g330e850082a_0_85"/>
          <p:cNvSpPr/>
          <p:nvPr/>
        </p:nvSpPr>
        <p:spPr>
          <a:xfrm>
            <a:off x="2538175" y="630575"/>
            <a:ext cx="7727100" cy="630300"/>
          </a:xfrm>
          <a:prstGeom prst="roundRect">
            <a:avLst>
              <a:gd fmla="val 16667" name="adj"/>
            </a:avLst>
          </a:prstGeom>
          <a:solidFill>
            <a:srgbClr val="3259A4"/>
          </a:solidFill>
          <a:ln cap="flat" cmpd="sng" w="9525">
            <a:solidFill>
              <a:srgbClr val="44546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60" name="Google Shape;160;g330e850082a_0_85"/>
          <p:cNvSpPr txBox="1"/>
          <p:nvPr/>
        </p:nvSpPr>
        <p:spPr>
          <a:xfrm>
            <a:off x="3518200" y="676623"/>
            <a:ext cx="5757900" cy="630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ES" sz="2800">
                <a:solidFill>
                  <a:srgbClr val="FFFFFF"/>
                </a:solidFill>
                <a:latin typeface="Poppins"/>
                <a:ea typeface="Poppins"/>
                <a:cs typeface="Poppins"/>
                <a:sym typeface="Poppins"/>
              </a:rPr>
              <a:t>PLANIFICACIÓN TUTORÍA</a:t>
            </a:r>
            <a:endParaRPr sz="2800">
              <a:solidFill>
                <a:srgbClr val="FFFFFF"/>
              </a:solidFill>
              <a:latin typeface="Poppins"/>
              <a:ea typeface="Poppins"/>
              <a:cs typeface="Poppins"/>
              <a:sym typeface="Poppins"/>
            </a:endParaRPr>
          </a:p>
        </p:txBody>
      </p:sp>
      <p:pic>
        <p:nvPicPr>
          <p:cNvPr id="161" name="Google Shape;161;g330e850082a_0_85"/>
          <p:cNvPicPr preferRelativeResize="0"/>
          <p:nvPr/>
        </p:nvPicPr>
        <p:blipFill>
          <a:blip r:embed="rId3">
            <a:alphaModFix/>
          </a:blip>
          <a:stretch>
            <a:fillRect/>
          </a:stretch>
        </p:blipFill>
        <p:spPr>
          <a:xfrm>
            <a:off x="10957000" y="277737"/>
            <a:ext cx="975700" cy="10291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g330e850082a_0_169"/>
          <p:cNvSpPr txBox="1"/>
          <p:nvPr/>
        </p:nvSpPr>
        <p:spPr>
          <a:xfrm>
            <a:off x="786350" y="1597175"/>
            <a:ext cx="10918500" cy="937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s-ES" sz="1600">
                <a:solidFill>
                  <a:srgbClr val="3259A4"/>
                </a:solidFill>
                <a:latin typeface="Poppins"/>
                <a:ea typeface="Poppins"/>
                <a:cs typeface="Poppins"/>
                <a:sym typeface="Poppins"/>
              </a:rPr>
              <a:t>Consejos para realizar la sesión</a:t>
            </a:r>
            <a:endParaRPr sz="1600">
              <a:solidFill>
                <a:schemeClr val="dk1"/>
              </a:solidFill>
              <a:latin typeface="Poppins Light"/>
              <a:ea typeface="Poppins Light"/>
              <a:cs typeface="Poppins Light"/>
              <a:sym typeface="Poppins Light"/>
            </a:endParaRPr>
          </a:p>
          <a:p>
            <a:pPr indent="0" lvl="0" marL="0" rtl="0" algn="ctr">
              <a:spcBef>
                <a:spcPts val="0"/>
              </a:spcBef>
              <a:spcAft>
                <a:spcPts val="0"/>
              </a:spcAft>
              <a:buNone/>
            </a:pPr>
            <a:r>
              <a:t/>
            </a:r>
            <a:endParaRPr sz="1600">
              <a:solidFill>
                <a:schemeClr val="dk1"/>
              </a:solidFill>
              <a:latin typeface="Poppins Light"/>
              <a:ea typeface="Poppins Light"/>
              <a:cs typeface="Poppins Light"/>
              <a:sym typeface="Poppins Light"/>
            </a:endParaRPr>
          </a:p>
        </p:txBody>
      </p:sp>
      <p:sp>
        <p:nvSpPr>
          <p:cNvPr id="167" name="Google Shape;167;g330e850082a_0_169"/>
          <p:cNvSpPr txBox="1"/>
          <p:nvPr/>
        </p:nvSpPr>
        <p:spPr>
          <a:xfrm>
            <a:off x="786350" y="2283975"/>
            <a:ext cx="10500000" cy="2495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t/>
            </a:r>
            <a:endParaRPr sz="1600">
              <a:solidFill>
                <a:schemeClr val="dk1"/>
              </a:solidFill>
              <a:latin typeface="Poppins"/>
              <a:ea typeface="Poppins"/>
              <a:cs typeface="Poppins"/>
              <a:sym typeface="Poppins"/>
            </a:endParaRPr>
          </a:p>
          <a:p>
            <a:pPr indent="0" lvl="0" marL="0" rtl="0" algn="l">
              <a:lnSpc>
                <a:spcPct val="115000"/>
              </a:lnSpc>
              <a:spcBef>
                <a:spcPts val="0"/>
              </a:spcBef>
              <a:spcAft>
                <a:spcPts val="0"/>
              </a:spcAft>
              <a:buNone/>
            </a:pPr>
            <a:r>
              <a:rPr lang="es-ES" sz="1600">
                <a:solidFill>
                  <a:schemeClr val="dk1"/>
                </a:solidFill>
                <a:latin typeface="Poppins"/>
                <a:ea typeface="Poppins"/>
                <a:cs typeface="Poppins"/>
                <a:sym typeface="Poppins"/>
              </a:rPr>
              <a:t>• </a:t>
            </a:r>
            <a:r>
              <a:rPr b="1" lang="es-ES" sz="1600">
                <a:solidFill>
                  <a:schemeClr val="dk1"/>
                </a:solidFill>
                <a:latin typeface="Poppins"/>
                <a:ea typeface="Poppins"/>
                <a:cs typeface="Poppins"/>
                <a:sym typeface="Poppins"/>
              </a:rPr>
              <a:t>Tómate el tiempo necesario</a:t>
            </a:r>
            <a:r>
              <a:rPr lang="es-ES" sz="1600">
                <a:solidFill>
                  <a:schemeClr val="dk1"/>
                </a:solidFill>
                <a:latin typeface="Poppins"/>
                <a:ea typeface="Poppins"/>
                <a:cs typeface="Poppins"/>
                <a:sym typeface="Poppins"/>
              </a:rPr>
              <a:t> para realizar los problemas. No es prioritario realizar todos los ejercicios, sino que tu estudiante entienda de forma correcta.</a:t>
            </a:r>
            <a:endParaRPr sz="1600">
              <a:solidFill>
                <a:schemeClr val="dk1"/>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t/>
            </a:r>
            <a:endParaRPr sz="1600">
              <a:solidFill>
                <a:schemeClr val="dk1"/>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rPr lang="es-ES" sz="1600">
                <a:solidFill>
                  <a:schemeClr val="dk1"/>
                </a:solidFill>
                <a:latin typeface="Poppins"/>
                <a:ea typeface="Poppins"/>
                <a:cs typeface="Poppins"/>
                <a:sym typeface="Poppins"/>
              </a:rPr>
              <a:t>• Al terminar los ejercicios, </a:t>
            </a:r>
            <a:r>
              <a:rPr b="1" lang="es-ES" sz="1600">
                <a:solidFill>
                  <a:schemeClr val="dk1"/>
                </a:solidFill>
                <a:latin typeface="Poppins"/>
                <a:ea typeface="Poppins"/>
                <a:cs typeface="Poppins"/>
                <a:sym typeface="Poppins"/>
              </a:rPr>
              <a:t>pregúntale a tu estudiante si presenta mayor dificultad multiplicando con algún dígito en particular</a:t>
            </a:r>
            <a:r>
              <a:rPr lang="es-ES" sz="1600">
                <a:solidFill>
                  <a:schemeClr val="dk1"/>
                </a:solidFill>
                <a:latin typeface="Poppins"/>
                <a:ea typeface="Poppins"/>
                <a:cs typeface="Poppins"/>
                <a:sym typeface="Poppins"/>
              </a:rPr>
              <a:t>. Si es el caso, crea problemas que le ayuden a salir de su duda.</a:t>
            </a:r>
            <a:endParaRPr sz="1600">
              <a:solidFill>
                <a:schemeClr val="dk1"/>
              </a:solidFill>
              <a:latin typeface="Poppins"/>
              <a:ea typeface="Poppins"/>
              <a:cs typeface="Poppins"/>
              <a:sym typeface="Poppins"/>
            </a:endParaRPr>
          </a:p>
          <a:p>
            <a:pPr indent="0" lvl="0" marL="0" rtl="0" algn="l">
              <a:lnSpc>
                <a:spcPct val="115000"/>
              </a:lnSpc>
              <a:spcBef>
                <a:spcPts val="0"/>
              </a:spcBef>
              <a:spcAft>
                <a:spcPts val="0"/>
              </a:spcAft>
              <a:buNone/>
            </a:pPr>
            <a:r>
              <a:t/>
            </a:r>
            <a:endParaRPr>
              <a:solidFill>
                <a:schemeClr val="dk1"/>
              </a:solidFill>
              <a:latin typeface="Poppins"/>
              <a:ea typeface="Poppins"/>
              <a:cs typeface="Poppins"/>
              <a:sym typeface="Poppins"/>
            </a:endParaRPr>
          </a:p>
          <a:p>
            <a:pPr indent="0" lvl="0" marL="0" rtl="0" algn="l">
              <a:lnSpc>
                <a:spcPct val="115000"/>
              </a:lnSpc>
              <a:spcBef>
                <a:spcPts val="0"/>
              </a:spcBef>
              <a:spcAft>
                <a:spcPts val="0"/>
              </a:spcAft>
              <a:buNone/>
            </a:pPr>
            <a:r>
              <a:t/>
            </a:r>
            <a:endParaRPr>
              <a:solidFill>
                <a:schemeClr val="dk1"/>
              </a:solidFill>
              <a:latin typeface="Poppins"/>
              <a:ea typeface="Poppins"/>
              <a:cs typeface="Poppins"/>
              <a:sym typeface="Poppins"/>
            </a:endParaRPr>
          </a:p>
          <a:p>
            <a:pPr indent="0" lvl="0" marL="0" rtl="0" algn="l">
              <a:lnSpc>
                <a:spcPct val="115000"/>
              </a:lnSpc>
              <a:spcBef>
                <a:spcPts val="0"/>
              </a:spcBef>
              <a:spcAft>
                <a:spcPts val="0"/>
              </a:spcAft>
              <a:buNone/>
            </a:pPr>
            <a:r>
              <a:t/>
            </a:r>
            <a:endParaRPr sz="750">
              <a:solidFill>
                <a:schemeClr val="dk1"/>
              </a:solidFill>
            </a:endParaRPr>
          </a:p>
        </p:txBody>
      </p:sp>
      <p:sp>
        <p:nvSpPr>
          <p:cNvPr id="168" name="Google Shape;168;g330e850082a_0_169"/>
          <p:cNvSpPr txBox="1"/>
          <p:nvPr/>
        </p:nvSpPr>
        <p:spPr>
          <a:xfrm>
            <a:off x="197050" y="113775"/>
            <a:ext cx="4564200" cy="43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ES" sz="1800">
                <a:solidFill>
                  <a:schemeClr val="dk1"/>
                </a:solidFill>
                <a:latin typeface="Calibri"/>
                <a:ea typeface="Calibri"/>
                <a:cs typeface="Calibri"/>
                <a:sym typeface="Calibri"/>
              </a:rPr>
              <a:t>IMPORTANTE: Información sólo para tutor/a</a:t>
            </a:r>
            <a:endParaRPr sz="1800">
              <a:solidFill>
                <a:schemeClr val="dk1"/>
              </a:solidFill>
              <a:latin typeface="Calibri"/>
              <a:ea typeface="Calibri"/>
              <a:cs typeface="Calibri"/>
              <a:sym typeface="Calibri"/>
            </a:endParaRPr>
          </a:p>
        </p:txBody>
      </p:sp>
      <p:sp>
        <p:nvSpPr>
          <p:cNvPr id="169" name="Google Shape;169;g330e850082a_0_169"/>
          <p:cNvSpPr/>
          <p:nvPr/>
        </p:nvSpPr>
        <p:spPr>
          <a:xfrm>
            <a:off x="2538175" y="630575"/>
            <a:ext cx="7727100" cy="630300"/>
          </a:xfrm>
          <a:prstGeom prst="roundRect">
            <a:avLst>
              <a:gd fmla="val 16667" name="adj"/>
            </a:avLst>
          </a:prstGeom>
          <a:solidFill>
            <a:srgbClr val="3259A4"/>
          </a:solidFill>
          <a:ln cap="flat" cmpd="sng" w="9525">
            <a:solidFill>
              <a:srgbClr val="44546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70" name="Google Shape;170;g330e850082a_0_169"/>
          <p:cNvSpPr txBox="1"/>
          <p:nvPr/>
        </p:nvSpPr>
        <p:spPr>
          <a:xfrm>
            <a:off x="3518200" y="676623"/>
            <a:ext cx="5757900" cy="630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ES" sz="2800">
                <a:solidFill>
                  <a:srgbClr val="FFFFFF"/>
                </a:solidFill>
                <a:latin typeface="Poppins"/>
                <a:ea typeface="Poppins"/>
                <a:cs typeface="Poppins"/>
                <a:sym typeface="Poppins"/>
              </a:rPr>
              <a:t>PLANIFICACIÓN TUTORÍA</a:t>
            </a:r>
            <a:endParaRPr sz="2800">
              <a:solidFill>
                <a:srgbClr val="FFFFFF"/>
              </a:solidFill>
              <a:latin typeface="Poppins"/>
              <a:ea typeface="Poppins"/>
              <a:cs typeface="Poppins"/>
              <a:sym typeface="Poppins"/>
            </a:endParaRPr>
          </a:p>
        </p:txBody>
      </p:sp>
      <p:pic>
        <p:nvPicPr>
          <p:cNvPr id="171" name="Google Shape;171;g330e850082a_0_169"/>
          <p:cNvPicPr preferRelativeResize="0"/>
          <p:nvPr/>
        </p:nvPicPr>
        <p:blipFill>
          <a:blip r:embed="rId3">
            <a:alphaModFix/>
          </a:blip>
          <a:stretch>
            <a:fillRect/>
          </a:stretch>
        </p:blipFill>
        <p:spPr>
          <a:xfrm>
            <a:off x="10957000" y="277737"/>
            <a:ext cx="975700" cy="10291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g330e850082a_0_253"/>
          <p:cNvSpPr txBox="1"/>
          <p:nvPr/>
        </p:nvSpPr>
        <p:spPr>
          <a:xfrm>
            <a:off x="197050" y="113775"/>
            <a:ext cx="4564200" cy="43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ES" sz="1800">
                <a:solidFill>
                  <a:schemeClr val="dk1"/>
                </a:solidFill>
                <a:latin typeface="Calibri"/>
                <a:ea typeface="Calibri"/>
                <a:cs typeface="Calibri"/>
                <a:sym typeface="Calibri"/>
              </a:rPr>
              <a:t>IMPORTANTE: Información sólo para tutor/a</a:t>
            </a:r>
            <a:endParaRPr sz="1800">
              <a:solidFill>
                <a:schemeClr val="dk1"/>
              </a:solidFill>
              <a:latin typeface="Calibri"/>
              <a:ea typeface="Calibri"/>
              <a:cs typeface="Calibri"/>
              <a:sym typeface="Calibri"/>
            </a:endParaRPr>
          </a:p>
        </p:txBody>
      </p:sp>
      <p:sp>
        <p:nvSpPr>
          <p:cNvPr id="177" name="Google Shape;177;g330e850082a_0_253"/>
          <p:cNvSpPr txBox="1"/>
          <p:nvPr/>
        </p:nvSpPr>
        <p:spPr>
          <a:xfrm>
            <a:off x="380275" y="1624950"/>
            <a:ext cx="11268600" cy="2071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ES" sz="2000">
                <a:solidFill>
                  <a:srgbClr val="3259A4"/>
                </a:solidFill>
                <a:latin typeface="Poppins"/>
                <a:ea typeface="Poppins"/>
                <a:cs typeface="Poppins"/>
                <a:sym typeface="Poppins"/>
              </a:rPr>
              <a:t>Para Complementar</a:t>
            </a:r>
            <a:endParaRPr b="1" sz="2000">
              <a:solidFill>
                <a:srgbClr val="3259A4"/>
              </a:solidFill>
              <a:latin typeface="Poppins"/>
              <a:ea typeface="Poppins"/>
              <a:cs typeface="Poppins"/>
              <a:sym typeface="Poppins"/>
            </a:endParaRPr>
          </a:p>
          <a:p>
            <a:pPr indent="0" lvl="0" marL="0" rtl="0" algn="l">
              <a:spcBef>
                <a:spcPts val="0"/>
              </a:spcBef>
              <a:spcAft>
                <a:spcPts val="0"/>
              </a:spcAft>
              <a:buNone/>
            </a:pPr>
            <a:r>
              <a:t/>
            </a:r>
            <a:endParaRPr b="1" sz="3000">
              <a:solidFill>
                <a:srgbClr val="3259A4"/>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rPr lang="es-ES" sz="1750">
                <a:solidFill>
                  <a:schemeClr val="dk1"/>
                </a:solidFill>
                <a:latin typeface="Poppins"/>
                <a:ea typeface="Poppins"/>
                <a:cs typeface="Poppins"/>
                <a:sym typeface="Poppins"/>
              </a:rPr>
              <a:t>Pídele a tu estudiante que identifique todas las dificultades que ha presentado hasta el momento. Revisa lo que haya señalado para que no le queden dudas sobre lo que ha aprendido.</a:t>
            </a:r>
            <a:endParaRPr sz="1750">
              <a:solidFill>
                <a:schemeClr val="dk1"/>
              </a:solidFill>
              <a:latin typeface="Poppins"/>
              <a:ea typeface="Poppins"/>
              <a:cs typeface="Poppins"/>
              <a:sym typeface="Poppins"/>
            </a:endParaRPr>
          </a:p>
          <a:p>
            <a:pPr indent="0" lvl="0" marL="0" rtl="0" algn="l">
              <a:lnSpc>
                <a:spcPct val="115000"/>
              </a:lnSpc>
              <a:spcBef>
                <a:spcPts val="0"/>
              </a:spcBef>
              <a:spcAft>
                <a:spcPts val="0"/>
              </a:spcAft>
              <a:buNone/>
            </a:pPr>
            <a:r>
              <a:t/>
            </a:r>
            <a:endParaRPr b="1">
              <a:solidFill>
                <a:srgbClr val="3259A4"/>
              </a:solidFill>
              <a:latin typeface="Poppins"/>
              <a:ea typeface="Poppins"/>
              <a:cs typeface="Poppins"/>
              <a:sym typeface="Poppins"/>
            </a:endParaRPr>
          </a:p>
          <a:p>
            <a:pPr indent="0" lvl="0" marL="0" rtl="0" algn="l">
              <a:lnSpc>
                <a:spcPct val="115000"/>
              </a:lnSpc>
              <a:spcBef>
                <a:spcPts val="0"/>
              </a:spcBef>
              <a:spcAft>
                <a:spcPts val="0"/>
              </a:spcAft>
              <a:buNone/>
            </a:pPr>
            <a:r>
              <a:t/>
            </a:r>
            <a:endParaRPr b="1" sz="2000">
              <a:solidFill>
                <a:srgbClr val="3259A4"/>
              </a:solidFill>
              <a:latin typeface="Poppins"/>
              <a:ea typeface="Poppins"/>
              <a:cs typeface="Poppins"/>
              <a:sym typeface="Poppins"/>
            </a:endParaRPr>
          </a:p>
          <a:p>
            <a:pPr indent="0" lvl="0" marL="0" rtl="0" algn="just">
              <a:lnSpc>
                <a:spcPct val="150000"/>
              </a:lnSpc>
              <a:spcBef>
                <a:spcPts val="0"/>
              </a:spcBef>
              <a:spcAft>
                <a:spcPts val="0"/>
              </a:spcAft>
              <a:buNone/>
            </a:pPr>
            <a:r>
              <a:t/>
            </a:r>
            <a:endParaRPr sz="1800">
              <a:solidFill>
                <a:schemeClr val="dk1"/>
              </a:solidFill>
              <a:latin typeface="Poppins"/>
              <a:ea typeface="Poppins"/>
              <a:cs typeface="Poppins"/>
              <a:sym typeface="Poppins"/>
            </a:endParaRPr>
          </a:p>
          <a:p>
            <a:pPr indent="0" lvl="0" marL="0" rtl="0" algn="l">
              <a:spcBef>
                <a:spcPts val="0"/>
              </a:spcBef>
              <a:spcAft>
                <a:spcPts val="0"/>
              </a:spcAft>
              <a:buNone/>
            </a:pPr>
            <a:r>
              <a:t/>
            </a:r>
            <a:endParaRPr sz="2800">
              <a:solidFill>
                <a:schemeClr val="dk1"/>
              </a:solidFill>
              <a:latin typeface="Poppins"/>
              <a:ea typeface="Poppins"/>
              <a:cs typeface="Poppins"/>
              <a:sym typeface="Poppins"/>
            </a:endParaRPr>
          </a:p>
        </p:txBody>
      </p:sp>
      <p:sp>
        <p:nvSpPr>
          <p:cNvPr id="178" name="Google Shape;178;g330e850082a_0_253"/>
          <p:cNvSpPr txBox="1"/>
          <p:nvPr/>
        </p:nvSpPr>
        <p:spPr>
          <a:xfrm>
            <a:off x="197050" y="3626300"/>
            <a:ext cx="11268600" cy="2071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ES" sz="2000">
                <a:solidFill>
                  <a:srgbClr val="3259A4"/>
                </a:solidFill>
                <a:latin typeface="Poppins"/>
                <a:ea typeface="Poppins"/>
                <a:cs typeface="Poppins"/>
                <a:sym typeface="Poppins"/>
              </a:rPr>
              <a:t>Preguntas de Cierre</a:t>
            </a:r>
            <a:endParaRPr b="1" sz="2000">
              <a:solidFill>
                <a:srgbClr val="3259A4"/>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t/>
            </a:r>
            <a:endParaRPr b="1" sz="2200">
              <a:solidFill>
                <a:srgbClr val="3259A4"/>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rPr lang="es-ES" sz="1750">
                <a:solidFill>
                  <a:schemeClr val="dk1"/>
                </a:solidFill>
                <a:latin typeface="Poppins"/>
                <a:ea typeface="Poppins"/>
                <a:cs typeface="Poppins"/>
                <a:sym typeface="Poppins"/>
              </a:rPr>
              <a:t>1. ¿Qué ha sido lo más difícil a la hora de realizar este tipo de multiplicaciones?</a:t>
            </a:r>
            <a:endParaRPr sz="1750">
              <a:solidFill>
                <a:schemeClr val="dk1"/>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t/>
            </a:r>
            <a:endParaRPr sz="1750">
              <a:solidFill>
                <a:schemeClr val="dk1"/>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rPr lang="es-ES" sz="1750">
                <a:solidFill>
                  <a:schemeClr val="dk1"/>
                </a:solidFill>
                <a:latin typeface="Poppins"/>
                <a:ea typeface="Poppins"/>
                <a:cs typeface="Poppins"/>
                <a:sym typeface="Poppins"/>
              </a:rPr>
              <a:t>2. ¿Ves alguna similitud entre sumar y multiplicar?</a:t>
            </a:r>
            <a:endParaRPr sz="1750">
              <a:solidFill>
                <a:schemeClr val="dk1"/>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t/>
            </a:r>
            <a:endParaRPr b="1" sz="1600">
              <a:solidFill>
                <a:srgbClr val="3259A4"/>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b="1" sz="2000">
              <a:solidFill>
                <a:srgbClr val="3259A4"/>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b="1" sz="2000">
              <a:solidFill>
                <a:srgbClr val="3259A4"/>
              </a:solidFill>
              <a:latin typeface="Poppins"/>
              <a:ea typeface="Poppins"/>
              <a:cs typeface="Poppins"/>
              <a:sym typeface="Poppins"/>
            </a:endParaRPr>
          </a:p>
          <a:p>
            <a:pPr indent="0" lvl="0" marL="0" rtl="0" algn="just">
              <a:lnSpc>
                <a:spcPct val="150000"/>
              </a:lnSpc>
              <a:spcBef>
                <a:spcPts val="0"/>
              </a:spcBef>
              <a:spcAft>
                <a:spcPts val="0"/>
              </a:spcAft>
              <a:buNone/>
            </a:pPr>
            <a:r>
              <a:t/>
            </a:r>
            <a:endParaRPr sz="1800">
              <a:solidFill>
                <a:schemeClr val="dk1"/>
              </a:solidFill>
              <a:latin typeface="Poppins"/>
              <a:ea typeface="Poppins"/>
              <a:cs typeface="Poppins"/>
              <a:sym typeface="Poppins"/>
            </a:endParaRPr>
          </a:p>
          <a:p>
            <a:pPr indent="0" lvl="0" marL="0" rtl="0" algn="l">
              <a:spcBef>
                <a:spcPts val="0"/>
              </a:spcBef>
              <a:spcAft>
                <a:spcPts val="0"/>
              </a:spcAft>
              <a:buNone/>
            </a:pPr>
            <a:r>
              <a:t/>
            </a:r>
            <a:endParaRPr sz="2800">
              <a:solidFill>
                <a:schemeClr val="dk1"/>
              </a:solidFill>
              <a:latin typeface="Poppins"/>
              <a:ea typeface="Poppins"/>
              <a:cs typeface="Poppins"/>
              <a:sym typeface="Poppins"/>
            </a:endParaRPr>
          </a:p>
        </p:txBody>
      </p:sp>
      <p:sp>
        <p:nvSpPr>
          <p:cNvPr id="179" name="Google Shape;179;g330e850082a_0_253"/>
          <p:cNvSpPr/>
          <p:nvPr/>
        </p:nvSpPr>
        <p:spPr>
          <a:xfrm>
            <a:off x="2538175" y="630575"/>
            <a:ext cx="7727100" cy="630300"/>
          </a:xfrm>
          <a:prstGeom prst="roundRect">
            <a:avLst>
              <a:gd fmla="val 16667" name="adj"/>
            </a:avLst>
          </a:prstGeom>
          <a:solidFill>
            <a:srgbClr val="3259A4"/>
          </a:solidFill>
          <a:ln cap="flat" cmpd="sng" w="9525">
            <a:solidFill>
              <a:srgbClr val="44546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80" name="Google Shape;180;g330e850082a_0_253"/>
          <p:cNvSpPr txBox="1"/>
          <p:nvPr/>
        </p:nvSpPr>
        <p:spPr>
          <a:xfrm>
            <a:off x="3518200" y="676623"/>
            <a:ext cx="5757900" cy="630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ES" sz="2800">
                <a:solidFill>
                  <a:srgbClr val="FFFFFF"/>
                </a:solidFill>
                <a:latin typeface="Poppins"/>
                <a:ea typeface="Poppins"/>
                <a:cs typeface="Poppins"/>
                <a:sym typeface="Poppins"/>
              </a:rPr>
              <a:t>PLANIFICACIÓN TUTORÍA</a:t>
            </a:r>
            <a:endParaRPr sz="2800">
              <a:solidFill>
                <a:srgbClr val="FFFFFF"/>
              </a:solidFill>
              <a:latin typeface="Poppins"/>
              <a:ea typeface="Poppins"/>
              <a:cs typeface="Poppins"/>
              <a:sym typeface="Poppins"/>
            </a:endParaRPr>
          </a:p>
        </p:txBody>
      </p:sp>
      <p:pic>
        <p:nvPicPr>
          <p:cNvPr id="181" name="Google Shape;181;g330e850082a_0_253"/>
          <p:cNvPicPr preferRelativeResize="0"/>
          <p:nvPr/>
        </p:nvPicPr>
        <p:blipFill>
          <a:blip r:embed="rId3">
            <a:alphaModFix/>
          </a:blip>
          <a:stretch>
            <a:fillRect/>
          </a:stretch>
        </p:blipFill>
        <p:spPr>
          <a:xfrm>
            <a:off x="10957000" y="277737"/>
            <a:ext cx="975700" cy="10291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g331a1f01ad5_0_0"/>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t/>
            </a:r>
            <a:endParaRPr/>
          </a:p>
        </p:txBody>
      </p:sp>
      <p:sp>
        <p:nvSpPr>
          <p:cNvPr id="187" name="Google Shape;187;g331a1f01ad5_0_0"/>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t/>
            </a:r>
            <a:endParaRPr/>
          </a:p>
        </p:txBody>
      </p:sp>
      <p:pic>
        <p:nvPicPr>
          <p:cNvPr descr="Forma&#10;&#10;Descripción generada automáticamente con confianza media" id="188" name="Google Shape;188;g331a1f01ad5_0_0"/>
          <p:cNvPicPr preferRelativeResize="0"/>
          <p:nvPr>
            <p:ph idx="1" type="body"/>
          </p:nvPr>
        </p:nvPicPr>
        <p:blipFill rotWithShape="1">
          <a:blip r:embed="rId3">
            <a:alphaModFix/>
          </a:blip>
          <a:srcRect b="0" l="0" r="0" t="0"/>
          <a:stretch/>
        </p:blipFill>
        <p:spPr>
          <a:xfrm>
            <a:off x="-150" y="0"/>
            <a:ext cx="12192000" cy="6966600"/>
          </a:xfrm>
          <a:prstGeom prst="rect">
            <a:avLst/>
          </a:prstGeom>
          <a:noFill/>
          <a:ln>
            <a:noFill/>
          </a:ln>
        </p:spPr>
      </p:pic>
      <p:sp>
        <p:nvSpPr>
          <p:cNvPr id="189" name="Google Shape;189;g331a1f01ad5_0_0"/>
          <p:cNvSpPr txBox="1"/>
          <p:nvPr/>
        </p:nvSpPr>
        <p:spPr>
          <a:xfrm>
            <a:off x="1308900" y="528175"/>
            <a:ext cx="9574200" cy="677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s-ES" sz="3200">
                <a:solidFill>
                  <a:schemeClr val="lt1"/>
                </a:solidFill>
                <a:highlight>
                  <a:srgbClr val="009287"/>
                </a:highlight>
                <a:latin typeface="Patrick Hand"/>
                <a:ea typeface="Patrick Hand"/>
                <a:cs typeface="Patrick Hand"/>
                <a:sym typeface="Patrick Hand"/>
              </a:rPr>
              <a:t> Algunas recomendaciones </a:t>
            </a:r>
            <a:endParaRPr/>
          </a:p>
        </p:txBody>
      </p:sp>
      <p:sp>
        <p:nvSpPr>
          <p:cNvPr id="190" name="Google Shape;190;g331a1f01ad5_0_0"/>
          <p:cNvSpPr txBox="1"/>
          <p:nvPr/>
        </p:nvSpPr>
        <p:spPr>
          <a:xfrm>
            <a:off x="1025025" y="1205275"/>
            <a:ext cx="10515600" cy="4001700"/>
          </a:xfrm>
          <a:prstGeom prst="rect">
            <a:avLst/>
          </a:prstGeom>
          <a:noFill/>
          <a:ln>
            <a:noFill/>
          </a:ln>
        </p:spPr>
        <p:txBody>
          <a:bodyPr anchorCtr="0" anchor="t" bIns="91425" lIns="91425" spcFirstLastPara="1" rIns="91425" wrap="square" tIns="91425">
            <a:spAutoFit/>
          </a:bodyPr>
          <a:lstStyle/>
          <a:p>
            <a:pPr indent="-311150" lvl="0" marL="457200" rtl="0" algn="just">
              <a:spcBef>
                <a:spcPts val="0"/>
              </a:spcBef>
              <a:spcAft>
                <a:spcPts val="0"/>
              </a:spcAft>
              <a:buClr>
                <a:schemeClr val="dk1"/>
              </a:buClr>
              <a:buSzPts val="1300"/>
              <a:buFont typeface="Poppins"/>
              <a:buChar char="●"/>
            </a:pPr>
            <a:r>
              <a:rPr lang="es-ES" sz="1300">
                <a:solidFill>
                  <a:schemeClr val="dk1"/>
                </a:solidFill>
                <a:latin typeface="Poppins"/>
                <a:ea typeface="Poppins"/>
                <a:cs typeface="Poppins"/>
                <a:sym typeface="Poppins"/>
              </a:rPr>
              <a:t>Antes de comenzar recuerda revisar el Planificador de Tutorías que se encuentra en las diapositivas previas. Este planificador te permite organizar el contenido de esta ruta para guiar el desarrollo de cada sesión. </a:t>
            </a:r>
            <a:endParaRPr sz="1300">
              <a:solidFill>
                <a:schemeClr val="dk1"/>
              </a:solidFill>
              <a:latin typeface="Poppins"/>
              <a:ea typeface="Poppins"/>
              <a:cs typeface="Poppins"/>
              <a:sym typeface="Poppins"/>
            </a:endParaRPr>
          </a:p>
          <a:p>
            <a:pPr indent="0" lvl="0" marL="457200" rtl="0" algn="just">
              <a:spcBef>
                <a:spcPts val="0"/>
              </a:spcBef>
              <a:spcAft>
                <a:spcPts val="0"/>
              </a:spcAft>
              <a:buNone/>
            </a:pPr>
            <a:r>
              <a:t/>
            </a:r>
            <a:endParaRPr sz="1300">
              <a:solidFill>
                <a:schemeClr val="dk1"/>
              </a:solidFill>
              <a:latin typeface="Poppins"/>
              <a:ea typeface="Poppins"/>
              <a:cs typeface="Poppins"/>
              <a:sym typeface="Poppins"/>
            </a:endParaRPr>
          </a:p>
          <a:p>
            <a:pPr indent="-311150" lvl="0" marL="457200" rtl="0" algn="just">
              <a:spcBef>
                <a:spcPts val="0"/>
              </a:spcBef>
              <a:spcAft>
                <a:spcPts val="0"/>
              </a:spcAft>
              <a:buClr>
                <a:schemeClr val="dk1"/>
              </a:buClr>
              <a:buSzPts val="1300"/>
              <a:buFont typeface="Poppins"/>
              <a:buChar char="●"/>
            </a:pPr>
            <a:r>
              <a:rPr lang="es-ES" sz="1300">
                <a:solidFill>
                  <a:schemeClr val="dk1"/>
                </a:solidFill>
                <a:latin typeface="Poppins"/>
                <a:ea typeface="Poppins"/>
                <a:cs typeface="Poppins"/>
                <a:sym typeface="Poppins"/>
              </a:rPr>
              <a:t>Ejercicios: Si quieres obtener más ejercicios para practicar con tu alumno te recomendamos las siguientes páginas web:  </a:t>
            </a:r>
            <a:endParaRPr sz="1300">
              <a:solidFill>
                <a:schemeClr val="dk1"/>
              </a:solidFill>
              <a:latin typeface="Poppins"/>
              <a:ea typeface="Poppins"/>
              <a:cs typeface="Poppins"/>
              <a:sym typeface="Poppins"/>
            </a:endParaRPr>
          </a:p>
          <a:p>
            <a:pPr indent="0" lvl="0" marL="457200" rtl="0" algn="just">
              <a:spcBef>
                <a:spcPts val="0"/>
              </a:spcBef>
              <a:spcAft>
                <a:spcPts val="0"/>
              </a:spcAft>
              <a:buNone/>
            </a:pPr>
            <a:r>
              <a:t/>
            </a:r>
            <a:endParaRPr sz="1300">
              <a:solidFill>
                <a:schemeClr val="dk1"/>
              </a:solidFill>
              <a:latin typeface="Poppins"/>
              <a:ea typeface="Poppins"/>
              <a:cs typeface="Poppins"/>
              <a:sym typeface="Poppins"/>
            </a:endParaRPr>
          </a:p>
          <a:p>
            <a:pPr indent="-311150" lvl="0" marL="457200" rtl="0" algn="just">
              <a:spcBef>
                <a:spcPts val="0"/>
              </a:spcBef>
              <a:spcAft>
                <a:spcPts val="0"/>
              </a:spcAft>
              <a:buClr>
                <a:schemeClr val="dk1"/>
              </a:buClr>
              <a:buSzPts val="1300"/>
              <a:buFont typeface="Poppins"/>
              <a:buChar char="-"/>
            </a:pPr>
            <a:r>
              <a:rPr lang="es-ES" sz="1300">
                <a:solidFill>
                  <a:schemeClr val="dk1"/>
                </a:solidFill>
                <a:latin typeface="Poppins"/>
                <a:ea typeface="Poppins"/>
                <a:cs typeface="Poppins"/>
                <a:sym typeface="Poppins"/>
              </a:rPr>
              <a:t>Khan Academy : </a:t>
            </a:r>
            <a:r>
              <a:rPr lang="es-ES" sz="1300" u="sng">
                <a:solidFill>
                  <a:srgbClr val="0097A7"/>
                </a:solidFill>
                <a:latin typeface="Poppins"/>
                <a:ea typeface="Poppins"/>
                <a:cs typeface="Poppins"/>
                <a:sym typeface="Poppins"/>
                <a:hlinkClick r:id="rId4">
                  <a:extLst>
                    <a:ext uri="{A12FA001-AC4F-418D-AE19-62706E023703}">
                      <ahyp:hlinkClr val="tx"/>
                    </a:ext>
                  </a:extLst>
                </a:hlinkClick>
              </a:rPr>
              <a:t>https://es.khanacademy.org/</a:t>
            </a:r>
            <a:r>
              <a:rPr lang="es-ES" sz="1300">
                <a:solidFill>
                  <a:schemeClr val="dk1"/>
                </a:solidFill>
                <a:latin typeface="Poppins"/>
                <a:ea typeface="Poppins"/>
                <a:cs typeface="Poppins"/>
                <a:sym typeface="Poppins"/>
              </a:rPr>
              <a:t> : Pagina gratuita. Es una página fácil de manejar y de buscar. Contiene numerosos ejercicios, videos y evaluaciones.  </a:t>
            </a:r>
            <a:endParaRPr sz="1300">
              <a:solidFill>
                <a:schemeClr val="dk1"/>
              </a:solidFill>
              <a:latin typeface="Poppins"/>
              <a:ea typeface="Poppins"/>
              <a:cs typeface="Poppins"/>
              <a:sym typeface="Poppins"/>
            </a:endParaRPr>
          </a:p>
          <a:p>
            <a:pPr indent="0" lvl="0" marL="457200" rtl="0" algn="just">
              <a:spcBef>
                <a:spcPts val="0"/>
              </a:spcBef>
              <a:spcAft>
                <a:spcPts val="0"/>
              </a:spcAft>
              <a:buNone/>
            </a:pPr>
            <a:r>
              <a:t/>
            </a:r>
            <a:endParaRPr sz="1300">
              <a:solidFill>
                <a:schemeClr val="dk1"/>
              </a:solidFill>
              <a:latin typeface="Poppins"/>
              <a:ea typeface="Poppins"/>
              <a:cs typeface="Poppins"/>
              <a:sym typeface="Poppins"/>
            </a:endParaRPr>
          </a:p>
          <a:p>
            <a:pPr indent="-311150" lvl="0" marL="457200" rtl="0" algn="just">
              <a:lnSpc>
                <a:spcPct val="115000"/>
              </a:lnSpc>
              <a:spcBef>
                <a:spcPts val="0"/>
              </a:spcBef>
              <a:spcAft>
                <a:spcPts val="0"/>
              </a:spcAft>
              <a:buClr>
                <a:schemeClr val="dk1"/>
              </a:buClr>
              <a:buSzPts val="1300"/>
              <a:buChar char="-"/>
            </a:pPr>
            <a:r>
              <a:rPr lang="es-ES" sz="1300">
                <a:solidFill>
                  <a:schemeClr val="dk1"/>
                </a:solidFill>
                <a:latin typeface="Poppins"/>
                <a:ea typeface="Poppins"/>
                <a:cs typeface="Poppins"/>
                <a:sym typeface="Poppins"/>
              </a:rPr>
              <a:t>Matematicas libre: </a:t>
            </a:r>
            <a:r>
              <a:rPr lang="es-ES" sz="1300" u="sng">
                <a:solidFill>
                  <a:srgbClr val="0097A7"/>
                </a:solidFill>
                <a:latin typeface="Poppins"/>
                <a:ea typeface="Poppins"/>
                <a:cs typeface="Poppins"/>
                <a:sym typeface="Poppins"/>
                <a:hlinkClick r:id="rId5">
                  <a:extLst>
                    <a:ext uri="{A12FA001-AC4F-418D-AE19-62706E023703}">
                      <ahyp:hlinkClr val="tx"/>
                    </a:ext>
                  </a:extLst>
                </a:hlinkClick>
              </a:rPr>
              <a:t>https://mateslibres.com/</a:t>
            </a:r>
            <a:r>
              <a:rPr lang="es-ES" sz="1300">
                <a:solidFill>
                  <a:schemeClr val="dk1"/>
                </a:solidFill>
                <a:latin typeface="Poppins"/>
                <a:ea typeface="Poppins"/>
                <a:cs typeface="Poppins"/>
                <a:sym typeface="Poppins"/>
              </a:rPr>
              <a:t> : Pagina gratuita , con ejercicios variados. </a:t>
            </a:r>
            <a:endParaRPr sz="1300">
              <a:solidFill>
                <a:schemeClr val="dk1"/>
              </a:solidFill>
              <a:latin typeface="Poppins"/>
              <a:ea typeface="Poppins"/>
              <a:cs typeface="Poppins"/>
              <a:sym typeface="Poppins"/>
            </a:endParaRPr>
          </a:p>
          <a:p>
            <a:pPr indent="-311150" lvl="0" marL="457200" rtl="0" algn="just">
              <a:lnSpc>
                <a:spcPct val="115000"/>
              </a:lnSpc>
              <a:spcBef>
                <a:spcPts val="0"/>
              </a:spcBef>
              <a:spcAft>
                <a:spcPts val="0"/>
              </a:spcAft>
              <a:buClr>
                <a:schemeClr val="dk1"/>
              </a:buClr>
              <a:buSzPts val="1300"/>
              <a:buChar char="-"/>
            </a:pPr>
            <a:r>
              <a:rPr lang="es-ES" sz="1300">
                <a:solidFill>
                  <a:schemeClr val="dk1"/>
                </a:solidFill>
                <a:latin typeface="Poppins"/>
                <a:ea typeface="Poppins"/>
                <a:cs typeface="Poppins"/>
                <a:sym typeface="Poppins"/>
              </a:rPr>
              <a:t>Cokitos:  </a:t>
            </a:r>
            <a:r>
              <a:rPr lang="es-ES" sz="1300" u="sng">
                <a:solidFill>
                  <a:srgbClr val="0097A7"/>
                </a:solidFill>
                <a:latin typeface="Poppins"/>
                <a:ea typeface="Poppins"/>
                <a:cs typeface="Poppins"/>
                <a:sym typeface="Poppins"/>
                <a:hlinkClick r:id="rId6">
                  <a:extLst>
                    <a:ext uri="{A12FA001-AC4F-418D-AE19-62706E023703}">
                      <ahyp:hlinkClr val="tx"/>
                    </a:ext>
                  </a:extLst>
                </a:hlinkClick>
              </a:rPr>
              <a:t>https://www.cokitos.com/</a:t>
            </a:r>
            <a:r>
              <a:rPr lang="es-ES" sz="1300">
                <a:solidFill>
                  <a:schemeClr val="dk1"/>
                </a:solidFill>
                <a:latin typeface="Poppins"/>
                <a:ea typeface="Poppins"/>
                <a:cs typeface="Poppins"/>
                <a:sym typeface="Poppins"/>
              </a:rPr>
              <a:t> : Página con juegos educativos. Orientación a diversos contenidos, pero muy útil en matemáticas. No requiere inscribirse. Abundante publicidad.  </a:t>
            </a:r>
            <a:endParaRPr sz="1300">
              <a:solidFill>
                <a:schemeClr val="dk1"/>
              </a:solidFill>
              <a:latin typeface="Poppins"/>
              <a:ea typeface="Poppins"/>
              <a:cs typeface="Poppins"/>
              <a:sym typeface="Poppins"/>
            </a:endParaRPr>
          </a:p>
          <a:p>
            <a:pPr indent="-311150" lvl="0" marL="457200" rtl="0" algn="just">
              <a:lnSpc>
                <a:spcPct val="115000"/>
              </a:lnSpc>
              <a:spcBef>
                <a:spcPts val="0"/>
              </a:spcBef>
              <a:spcAft>
                <a:spcPts val="0"/>
              </a:spcAft>
              <a:buClr>
                <a:schemeClr val="dk1"/>
              </a:buClr>
              <a:buSzPts val="1300"/>
              <a:buFont typeface="Poppins"/>
              <a:buChar char="-"/>
            </a:pPr>
            <a:r>
              <a:rPr lang="es-ES" sz="1300">
                <a:solidFill>
                  <a:schemeClr val="dk1"/>
                </a:solidFill>
                <a:latin typeface="Poppins"/>
                <a:ea typeface="Poppins"/>
                <a:cs typeface="Poppins"/>
                <a:sym typeface="Poppins"/>
              </a:rPr>
              <a:t>Teachy: </a:t>
            </a:r>
            <a:r>
              <a:rPr lang="es-ES" sz="1300" u="sng">
                <a:solidFill>
                  <a:srgbClr val="0097A7"/>
                </a:solidFill>
                <a:latin typeface="Poppins"/>
                <a:ea typeface="Poppins"/>
                <a:cs typeface="Poppins"/>
                <a:sym typeface="Poppins"/>
                <a:hlinkClick r:id="rId7">
                  <a:extLst>
                    <a:ext uri="{A12FA001-AC4F-418D-AE19-62706E023703}">
                      <ahyp:hlinkClr val="tx"/>
                    </a:ext>
                  </a:extLst>
                </a:hlinkClick>
              </a:rPr>
              <a:t>www.Teachy.app</a:t>
            </a:r>
            <a:r>
              <a:rPr lang="es-ES" sz="1300">
                <a:solidFill>
                  <a:schemeClr val="dk1"/>
                </a:solidFill>
                <a:latin typeface="Poppins"/>
                <a:ea typeface="Poppins"/>
                <a:cs typeface="Poppins"/>
                <a:sym typeface="Poppins"/>
              </a:rPr>
              <a:t> : Pagina de inteligencia artificial, muy buena para crear ejercicios y juegos. Requiere inscribirse. En la opción herramientas de IA encontrarás variado contenido para crear y utilizar en tu sesión. </a:t>
            </a:r>
            <a:endParaRPr sz="1300">
              <a:solidFill>
                <a:schemeClr val="dk1"/>
              </a:solidFill>
              <a:latin typeface="Poppins"/>
              <a:ea typeface="Poppins"/>
              <a:cs typeface="Poppins"/>
              <a:sym typeface="Poppins"/>
            </a:endParaRPr>
          </a:p>
          <a:p>
            <a:pPr indent="0" lvl="0" marL="457200" rtl="0" algn="just">
              <a:lnSpc>
                <a:spcPct val="115000"/>
              </a:lnSpc>
              <a:spcBef>
                <a:spcPts val="800"/>
              </a:spcBef>
              <a:spcAft>
                <a:spcPts val="0"/>
              </a:spcAft>
              <a:buNone/>
            </a:pPr>
            <a:r>
              <a:t/>
            </a:r>
            <a:endParaRPr sz="1300">
              <a:solidFill>
                <a:schemeClr val="dk1"/>
              </a:solidFill>
              <a:latin typeface="Poppins"/>
              <a:ea typeface="Poppins"/>
              <a:cs typeface="Poppins"/>
              <a:sym typeface="Poppins"/>
            </a:endParaRPr>
          </a:p>
          <a:p>
            <a:pPr indent="0" lvl="0" marL="457200" rtl="0" algn="just">
              <a:lnSpc>
                <a:spcPct val="115000"/>
              </a:lnSpc>
              <a:spcBef>
                <a:spcPts val="800"/>
              </a:spcBef>
              <a:spcAft>
                <a:spcPts val="800"/>
              </a:spcAft>
              <a:buNone/>
            </a:pPr>
            <a:r>
              <a:rPr b="1" lang="es-ES" sz="1300">
                <a:solidFill>
                  <a:schemeClr val="dk1"/>
                </a:solidFill>
                <a:latin typeface="Poppins"/>
                <a:ea typeface="Poppins"/>
                <a:cs typeface="Poppins"/>
                <a:sym typeface="Poppins"/>
              </a:rPr>
              <a:t>Importante: </a:t>
            </a:r>
            <a:r>
              <a:rPr lang="es-ES" sz="1300">
                <a:solidFill>
                  <a:schemeClr val="dk1"/>
                </a:solidFill>
                <a:latin typeface="Poppins"/>
                <a:ea typeface="Poppins"/>
                <a:cs typeface="Poppins"/>
                <a:sym typeface="Poppins"/>
              </a:rPr>
              <a:t>Te recomendamos  mirar estas páginas antes de la tutoría, para que puedas buscar y familiarizarte con la página web.</a:t>
            </a:r>
            <a:endParaRPr/>
          </a:p>
        </p:txBody>
      </p:sp>
      <p:pic>
        <p:nvPicPr>
          <p:cNvPr id="191" name="Google Shape;191;g331a1f01ad5_0_0"/>
          <p:cNvPicPr preferRelativeResize="0"/>
          <p:nvPr/>
        </p:nvPicPr>
        <p:blipFill>
          <a:blip r:embed="rId8">
            <a:alphaModFix/>
          </a:blip>
          <a:stretch>
            <a:fillRect/>
          </a:stretch>
        </p:blipFill>
        <p:spPr>
          <a:xfrm>
            <a:off x="10974775" y="5287987"/>
            <a:ext cx="975700" cy="10291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g237f15b63d7_0_118"/>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descr="Forma&#10;&#10;Descripción generada automáticamente con confianza media" id="197" name="Google Shape;197;g237f15b63d7_0_118"/>
          <p:cNvPicPr preferRelativeResize="0"/>
          <p:nvPr>
            <p:ph idx="1" type="body"/>
          </p:nvPr>
        </p:nvPicPr>
        <p:blipFill rotWithShape="1">
          <a:blip r:embed="rId3">
            <a:alphaModFix/>
          </a:blip>
          <a:srcRect b="0" l="0" r="0" t="0"/>
          <a:stretch/>
        </p:blipFill>
        <p:spPr>
          <a:xfrm>
            <a:off x="0" y="0"/>
            <a:ext cx="12192000" cy="6858000"/>
          </a:xfrm>
          <a:prstGeom prst="rect">
            <a:avLst/>
          </a:prstGeom>
          <a:noFill/>
          <a:ln>
            <a:noFill/>
          </a:ln>
        </p:spPr>
      </p:pic>
      <p:sp>
        <p:nvSpPr>
          <p:cNvPr id="198" name="Google Shape;198;g237f15b63d7_0_118"/>
          <p:cNvSpPr txBox="1"/>
          <p:nvPr/>
        </p:nvSpPr>
        <p:spPr>
          <a:xfrm>
            <a:off x="1032163" y="314614"/>
            <a:ext cx="9847200" cy="585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Arial"/>
              <a:ea typeface="Arial"/>
              <a:cs typeface="Arial"/>
              <a:sym typeface="Arial"/>
            </a:endParaRPr>
          </a:p>
        </p:txBody>
      </p:sp>
      <p:sp>
        <p:nvSpPr>
          <p:cNvPr id="199" name="Google Shape;199;g237f15b63d7_0_118"/>
          <p:cNvSpPr txBox="1"/>
          <p:nvPr/>
        </p:nvSpPr>
        <p:spPr>
          <a:xfrm>
            <a:off x="12125" y="423925"/>
            <a:ext cx="12192000" cy="1200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4000"/>
              <a:buFont typeface="Arial"/>
              <a:buNone/>
            </a:pPr>
            <a:r>
              <a:rPr b="0" i="0" lang="es-ES" sz="4200" u="none" cap="none" strike="noStrike">
                <a:solidFill>
                  <a:schemeClr val="dk1"/>
                </a:solidFill>
                <a:latin typeface="Patrick Hand"/>
                <a:ea typeface="Patrick Hand"/>
                <a:cs typeface="Patrick Hand"/>
                <a:sym typeface="Patrick Hand"/>
              </a:rPr>
              <a:t>Recordemos:</a:t>
            </a:r>
            <a:r>
              <a:rPr b="1" i="0" lang="es-ES" sz="2900" u="none" cap="none" strike="noStrike">
                <a:solidFill>
                  <a:schemeClr val="dk1"/>
                </a:solidFill>
                <a:latin typeface="Patrick Hand"/>
                <a:ea typeface="Patrick Hand"/>
                <a:cs typeface="Patrick Hand"/>
                <a:sym typeface="Patrick Hand"/>
              </a:rPr>
              <a:t>Multiplicación con reagrupar</a:t>
            </a:r>
            <a:endParaRPr b="1" i="1" sz="30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3000"/>
              <a:buFont typeface="Arial"/>
              <a:buNone/>
            </a:pPr>
            <a:r>
              <a:rPr b="0" i="0" lang="es-ES" sz="3000" u="sng" cap="none" strike="noStrike">
                <a:solidFill>
                  <a:schemeClr val="dk1"/>
                </a:solidFill>
                <a:latin typeface="Patrick Hand"/>
                <a:ea typeface="Patrick Hand"/>
                <a:cs typeface="Patrick Hand"/>
                <a:sym typeface="Patrick Hand"/>
              </a:rPr>
              <a:t>Ejemplo</a:t>
            </a:r>
            <a:r>
              <a:rPr b="1" i="0" lang="es-ES" sz="3000" u="none" cap="none" strike="noStrike">
                <a:solidFill>
                  <a:schemeClr val="dk1"/>
                </a:solidFill>
                <a:latin typeface="Patrick Hand"/>
                <a:ea typeface="Patrick Hand"/>
                <a:cs typeface="Patrick Hand"/>
                <a:sym typeface="Patrick Hand"/>
              </a:rPr>
              <a:t>: </a:t>
            </a:r>
            <a:endParaRPr b="0" i="0" sz="4000" u="none" cap="none" strike="noStrike">
              <a:solidFill>
                <a:schemeClr val="dk1"/>
              </a:solidFill>
              <a:latin typeface="Patrick Hand"/>
              <a:ea typeface="Patrick Hand"/>
              <a:cs typeface="Patrick Hand"/>
              <a:sym typeface="Patrick Hand"/>
            </a:endParaRPr>
          </a:p>
        </p:txBody>
      </p:sp>
      <p:sp>
        <p:nvSpPr>
          <p:cNvPr id="200" name="Google Shape;200;g237f15b63d7_0_118"/>
          <p:cNvSpPr txBox="1"/>
          <p:nvPr/>
        </p:nvSpPr>
        <p:spPr>
          <a:xfrm>
            <a:off x="517500" y="2436338"/>
            <a:ext cx="2100600" cy="12837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3600"/>
              <a:buFont typeface="Arial"/>
              <a:buNone/>
            </a:pPr>
            <a:r>
              <a:rPr b="0" i="0" lang="es-ES" sz="3600" u="none" cap="none" strike="noStrike">
                <a:solidFill>
                  <a:schemeClr val="dk1"/>
                </a:solidFill>
                <a:latin typeface="Patrick Hand"/>
                <a:ea typeface="Patrick Hand"/>
                <a:cs typeface="Patrick Hand"/>
                <a:sym typeface="Patrick Hand"/>
              </a:rPr>
              <a:t>34 x  6 = </a:t>
            </a:r>
            <a:endParaRPr b="0" i="0" sz="3600" u="none" cap="none" strike="noStrike">
              <a:solidFill>
                <a:schemeClr val="dk1"/>
              </a:solidFill>
              <a:latin typeface="Patrick Hand"/>
              <a:ea typeface="Patrick Hand"/>
              <a:cs typeface="Patrick Hand"/>
              <a:sym typeface="Patrick Hand"/>
            </a:endParaRPr>
          </a:p>
          <a:p>
            <a:pPr indent="0" lvl="0" marL="0" marR="0" rtl="0" algn="l">
              <a:lnSpc>
                <a:spcPct val="115000"/>
              </a:lnSpc>
              <a:spcBef>
                <a:spcPts val="0"/>
              </a:spcBef>
              <a:spcAft>
                <a:spcPts val="0"/>
              </a:spcAft>
              <a:buClr>
                <a:srgbClr val="000000"/>
              </a:buClr>
              <a:buSzPts val="3600"/>
              <a:buFont typeface="Arial"/>
              <a:buNone/>
            </a:pPr>
            <a:r>
              <a:t/>
            </a:r>
            <a:endParaRPr b="0" i="0" sz="3600" u="none" cap="none" strike="noStrike">
              <a:solidFill>
                <a:schemeClr val="dk1"/>
              </a:solidFill>
              <a:latin typeface="Patrick Hand"/>
              <a:ea typeface="Patrick Hand"/>
              <a:cs typeface="Patrick Hand"/>
              <a:sym typeface="Patrick Hand"/>
            </a:endParaRPr>
          </a:p>
        </p:txBody>
      </p:sp>
      <p:sp>
        <p:nvSpPr>
          <p:cNvPr id="201" name="Google Shape;201;g237f15b63d7_0_118"/>
          <p:cNvSpPr txBox="1"/>
          <p:nvPr/>
        </p:nvSpPr>
        <p:spPr>
          <a:xfrm>
            <a:off x="327400" y="1830763"/>
            <a:ext cx="3000000" cy="600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700"/>
              <a:buFont typeface="Arial"/>
              <a:buNone/>
            </a:pPr>
            <a:r>
              <a:rPr b="0" i="0" lang="es-ES" sz="2700" u="none" cap="none" strike="noStrike">
                <a:solidFill>
                  <a:srgbClr val="040C28"/>
                </a:solidFill>
                <a:latin typeface="Patrick Hand"/>
                <a:ea typeface="Patrick Hand"/>
                <a:cs typeface="Patrick Hand"/>
                <a:sym typeface="Patrick Hand"/>
              </a:rPr>
              <a:t>    D  U</a:t>
            </a:r>
            <a:endParaRPr b="0" i="0" sz="1200" u="none" cap="none" strike="noStrike">
              <a:solidFill>
                <a:srgbClr val="000000"/>
              </a:solidFill>
              <a:latin typeface="Arial"/>
              <a:ea typeface="Arial"/>
              <a:cs typeface="Arial"/>
              <a:sym typeface="Arial"/>
            </a:endParaRPr>
          </a:p>
        </p:txBody>
      </p:sp>
      <p:sp>
        <p:nvSpPr>
          <p:cNvPr id="202" name="Google Shape;202;g237f15b63d7_0_118"/>
          <p:cNvSpPr txBox="1"/>
          <p:nvPr/>
        </p:nvSpPr>
        <p:spPr>
          <a:xfrm>
            <a:off x="1446375" y="3881225"/>
            <a:ext cx="4280100" cy="1613700"/>
          </a:xfrm>
          <a:prstGeom prst="rect">
            <a:avLst/>
          </a:prstGeom>
          <a:noFill/>
          <a:ln>
            <a:noFill/>
          </a:ln>
        </p:spPr>
        <p:txBody>
          <a:bodyPr anchorCtr="0" anchor="t" bIns="91425" lIns="91425" spcFirstLastPara="1" rIns="91425" wrap="square" tIns="91425">
            <a:noAutofit/>
          </a:bodyPr>
          <a:lstStyle/>
          <a:p>
            <a:pPr indent="-387350" lvl="0" marL="457200" marR="0" rtl="0" algn="l">
              <a:lnSpc>
                <a:spcPct val="100000"/>
              </a:lnSpc>
              <a:spcBef>
                <a:spcPts val="0"/>
              </a:spcBef>
              <a:spcAft>
                <a:spcPts val="0"/>
              </a:spcAft>
              <a:buClr>
                <a:srgbClr val="000000"/>
              </a:buClr>
              <a:buSzPts val="2500"/>
              <a:buFont typeface="Patrick Hand"/>
              <a:buAutoNum type="arabicPeriod"/>
            </a:pPr>
            <a:r>
              <a:rPr b="0" i="0" lang="es-ES" sz="2500" u="none" cap="none" strike="noStrike">
                <a:solidFill>
                  <a:srgbClr val="000000"/>
                </a:solidFill>
                <a:latin typeface="Patrick Hand"/>
                <a:ea typeface="Patrick Hand"/>
                <a:cs typeface="Patrick Hand"/>
                <a:sym typeface="Patrick Hand"/>
              </a:rPr>
              <a:t>Multiplico 6 x 4 U = 24U</a:t>
            </a:r>
            <a:endParaRPr b="0" i="0" sz="2500" u="none" cap="none" strike="noStrike">
              <a:solidFill>
                <a:srgbClr val="000000"/>
              </a:solidFill>
              <a:latin typeface="Patrick Hand"/>
              <a:ea typeface="Patrick Hand"/>
              <a:cs typeface="Patrick Hand"/>
              <a:sym typeface="Patrick Hand"/>
            </a:endParaRPr>
          </a:p>
          <a:p>
            <a:pPr indent="-387350" lvl="0" marL="457200" marR="0" rtl="0" algn="l">
              <a:lnSpc>
                <a:spcPct val="100000"/>
              </a:lnSpc>
              <a:spcBef>
                <a:spcPts val="0"/>
              </a:spcBef>
              <a:spcAft>
                <a:spcPts val="0"/>
              </a:spcAft>
              <a:buClr>
                <a:srgbClr val="000000"/>
              </a:buClr>
              <a:buSzPts val="2500"/>
              <a:buFont typeface="Patrick Hand"/>
              <a:buChar char="-"/>
            </a:pPr>
            <a:r>
              <a:rPr b="0" i="0" lang="es-ES" sz="2500" u="none" cap="none" strike="noStrike">
                <a:solidFill>
                  <a:srgbClr val="000000"/>
                </a:solidFill>
                <a:latin typeface="Patrick Hand"/>
                <a:ea typeface="Patrick Hand"/>
                <a:cs typeface="Patrick Hand"/>
                <a:sym typeface="Patrick Hand"/>
              </a:rPr>
              <a:t>Tengo que reagrupar las 24U</a:t>
            </a:r>
            <a:endParaRPr b="0" i="0" sz="2500" u="none" cap="none" strike="noStrike">
              <a:solidFill>
                <a:srgbClr val="000000"/>
              </a:solidFill>
              <a:latin typeface="Patrick Hand"/>
              <a:ea typeface="Patrick Hand"/>
              <a:cs typeface="Patrick Hand"/>
              <a:sym typeface="Patrick Hand"/>
            </a:endParaRPr>
          </a:p>
          <a:p>
            <a:pPr indent="-387350" lvl="0" marL="457200" marR="0" rtl="0" algn="l">
              <a:lnSpc>
                <a:spcPct val="100000"/>
              </a:lnSpc>
              <a:spcBef>
                <a:spcPts val="0"/>
              </a:spcBef>
              <a:spcAft>
                <a:spcPts val="0"/>
              </a:spcAft>
              <a:buClr>
                <a:srgbClr val="000000"/>
              </a:buClr>
              <a:buSzPts val="2500"/>
              <a:buFont typeface="Patrick Hand"/>
              <a:buChar char="-"/>
            </a:pPr>
            <a:r>
              <a:rPr b="0" i="0" lang="es-ES" sz="2500" u="none" cap="none" strike="noStrike">
                <a:solidFill>
                  <a:srgbClr val="000000"/>
                </a:solidFill>
                <a:latin typeface="Patrick Hand"/>
                <a:ea typeface="Patrick Hand"/>
                <a:cs typeface="Patrick Hand"/>
                <a:sym typeface="Patrick Hand"/>
              </a:rPr>
              <a:t>Me quedan 2 D y 4 U.</a:t>
            </a:r>
            <a:endParaRPr b="0" i="0" sz="2500" u="none" cap="none" strike="noStrike">
              <a:solidFill>
                <a:srgbClr val="000000"/>
              </a:solidFill>
              <a:latin typeface="Patrick Hand"/>
              <a:ea typeface="Patrick Hand"/>
              <a:cs typeface="Patrick Hand"/>
              <a:sym typeface="Patrick Hand"/>
            </a:endParaRPr>
          </a:p>
          <a:p>
            <a:pPr indent="-387350" lvl="0" marL="457200" marR="0" rtl="0" algn="l">
              <a:lnSpc>
                <a:spcPct val="100000"/>
              </a:lnSpc>
              <a:spcBef>
                <a:spcPts val="0"/>
              </a:spcBef>
              <a:spcAft>
                <a:spcPts val="0"/>
              </a:spcAft>
              <a:buClr>
                <a:srgbClr val="000000"/>
              </a:buClr>
              <a:buSzPts val="2500"/>
              <a:buFont typeface="Patrick Hand"/>
              <a:buChar char="-"/>
            </a:pPr>
            <a:r>
              <a:rPr b="0" i="0" lang="es-ES" sz="2500" u="none" cap="none" strike="noStrike">
                <a:solidFill>
                  <a:srgbClr val="000000"/>
                </a:solidFill>
                <a:latin typeface="Patrick Hand"/>
                <a:ea typeface="Patrick Hand"/>
                <a:cs typeface="Patrick Hand"/>
                <a:sym typeface="Patrick Hand"/>
              </a:rPr>
              <a:t>Escribo el 4 bajo las unidades y el 2 sobre las decenas. </a:t>
            </a:r>
            <a:endParaRPr b="0" i="0" sz="2500" u="none" cap="none" strike="noStrike">
              <a:solidFill>
                <a:srgbClr val="000000"/>
              </a:solidFill>
              <a:latin typeface="Patrick Hand"/>
              <a:ea typeface="Patrick Hand"/>
              <a:cs typeface="Patrick Hand"/>
              <a:sym typeface="Patrick Hand"/>
            </a:endParaRPr>
          </a:p>
        </p:txBody>
      </p:sp>
      <p:sp>
        <p:nvSpPr>
          <p:cNvPr id="203" name="Google Shape;203;g237f15b63d7_0_118"/>
          <p:cNvSpPr txBox="1"/>
          <p:nvPr/>
        </p:nvSpPr>
        <p:spPr>
          <a:xfrm>
            <a:off x="3390063" y="2470038"/>
            <a:ext cx="2100600" cy="12837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3600"/>
              <a:buFont typeface="Arial"/>
              <a:buNone/>
            </a:pPr>
            <a:r>
              <a:rPr b="0" i="0" lang="es-ES" sz="3600" u="none" cap="none" strike="noStrike">
                <a:solidFill>
                  <a:schemeClr val="dk1"/>
                </a:solidFill>
                <a:latin typeface="Patrick Hand"/>
                <a:ea typeface="Patrick Hand"/>
                <a:cs typeface="Patrick Hand"/>
                <a:sym typeface="Patrick Hand"/>
              </a:rPr>
              <a:t>3 4 x  6 =</a:t>
            </a:r>
            <a:endParaRPr b="0" i="0" sz="3600" u="none" cap="none" strike="noStrike">
              <a:solidFill>
                <a:schemeClr val="dk1"/>
              </a:solidFill>
              <a:latin typeface="Patrick Hand"/>
              <a:ea typeface="Patrick Hand"/>
              <a:cs typeface="Patrick Hand"/>
              <a:sym typeface="Patrick Hand"/>
            </a:endParaRPr>
          </a:p>
          <a:p>
            <a:pPr indent="0" lvl="0" marL="0" marR="0" rtl="0" algn="l">
              <a:lnSpc>
                <a:spcPct val="115000"/>
              </a:lnSpc>
              <a:spcBef>
                <a:spcPts val="0"/>
              </a:spcBef>
              <a:spcAft>
                <a:spcPts val="0"/>
              </a:spcAft>
              <a:buClr>
                <a:srgbClr val="000000"/>
              </a:buClr>
              <a:buSzPts val="3600"/>
              <a:buFont typeface="Arial"/>
              <a:buNone/>
            </a:pPr>
            <a:r>
              <a:rPr b="0" i="0" lang="es-ES" sz="3600" u="none" cap="none" strike="noStrike">
                <a:solidFill>
                  <a:schemeClr val="dk1"/>
                </a:solidFill>
                <a:latin typeface="Patrick Hand"/>
                <a:ea typeface="Patrick Hand"/>
                <a:cs typeface="Patrick Hand"/>
                <a:sym typeface="Patrick Hand"/>
              </a:rPr>
              <a:t>    4  </a:t>
            </a:r>
            <a:endParaRPr b="0" i="0" sz="3600" u="none" cap="none" strike="noStrike">
              <a:solidFill>
                <a:schemeClr val="dk1"/>
              </a:solidFill>
              <a:latin typeface="Patrick Hand"/>
              <a:ea typeface="Patrick Hand"/>
              <a:cs typeface="Patrick Hand"/>
              <a:sym typeface="Patrick Hand"/>
            </a:endParaRPr>
          </a:p>
        </p:txBody>
      </p:sp>
      <p:sp>
        <p:nvSpPr>
          <p:cNvPr id="204" name="Google Shape;204;g237f15b63d7_0_118"/>
          <p:cNvSpPr txBox="1"/>
          <p:nvPr/>
        </p:nvSpPr>
        <p:spPr>
          <a:xfrm>
            <a:off x="3230488" y="1830763"/>
            <a:ext cx="3000000" cy="600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700"/>
              <a:buFont typeface="Arial"/>
              <a:buNone/>
            </a:pPr>
            <a:r>
              <a:rPr b="0" i="0" lang="es-ES" sz="2700" u="none" cap="none" strike="noStrike">
                <a:solidFill>
                  <a:srgbClr val="040C28"/>
                </a:solidFill>
                <a:latin typeface="Patrick Hand"/>
                <a:ea typeface="Patrick Hand"/>
                <a:cs typeface="Patrick Hand"/>
                <a:sym typeface="Patrick Hand"/>
              </a:rPr>
              <a:t>    D  U</a:t>
            </a:r>
            <a:endParaRPr b="0" i="0" sz="1200" u="none" cap="none" strike="noStrike">
              <a:solidFill>
                <a:srgbClr val="000000"/>
              </a:solidFill>
              <a:latin typeface="Arial"/>
              <a:ea typeface="Arial"/>
              <a:cs typeface="Arial"/>
              <a:sym typeface="Arial"/>
            </a:endParaRPr>
          </a:p>
        </p:txBody>
      </p:sp>
      <p:sp>
        <p:nvSpPr>
          <p:cNvPr id="205" name="Google Shape;205;g237f15b63d7_0_118"/>
          <p:cNvSpPr txBox="1"/>
          <p:nvPr/>
        </p:nvSpPr>
        <p:spPr>
          <a:xfrm>
            <a:off x="9423225" y="2541400"/>
            <a:ext cx="2710200" cy="12837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3600"/>
              <a:buFont typeface="Arial"/>
              <a:buNone/>
            </a:pPr>
            <a:r>
              <a:rPr b="0" i="0" lang="es-ES" sz="3600" u="none" cap="none" strike="noStrike">
                <a:solidFill>
                  <a:schemeClr val="dk1"/>
                </a:solidFill>
                <a:latin typeface="Patrick Hand"/>
                <a:ea typeface="Patrick Hand"/>
                <a:cs typeface="Patrick Hand"/>
                <a:sym typeface="Patrick Hand"/>
              </a:rPr>
              <a:t>3 4  x  6 = 204</a:t>
            </a:r>
            <a:endParaRPr b="0" i="0" sz="3600" u="none" cap="none" strike="noStrike">
              <a:solidFill>
                <a:schemeClr val="dk1"/>
              </a:solidFill>
              <a:latin typeface="Patrick Hand"/>
              <a:ea typeface="Patrick Hand"/>
              <a:cs typeface="Patrick Hand"/>
              <a:sym typeface="Patrick Hand"/>
            </a:endParaRPr>
          </a:p>
          <a:p>
            <a:pPr indent="0" lvl="0" marL="0" marR="0" rtl="0" algn="l">
              <a:lnSpc>
                <a:spcPct val="115000"/>
              </a:lnSpc>
              <a:spcBef>
                <a:spcPts val="0"/>
              </a:spcBef>
              <a:spcAft>
                <a:spcPts val="0"/>
              </a:spcAft>
              <a:buClr>
                <a:srgbClr val="000000"/>
              </a:buClr>
              <a:buSzPts val="3600"/>
              <a:buFont typeface="Arial"/>
              <a:buNone/>
            </a:pPr>
            <a:r>
              <a:t/>
            </a:r>
            <a:endParaRPr b="0" i="0" sz="3600" u="none" cap="none" strike="noStrike">
              <a:solidFill>
                <a:schemeClr val="dk1"/>
              </a:solidFill>
              <a:latin typeface="Patrick Hand"/>
              <a:ea typeface="Patrick Hand"/>
              <a:cs typeface="Patrick Hand"/>
              <a:sym typeface="Patrick Hand"/>
            </a:endParaRPr>
          </a:p>
        </p:txBody>
      </p:sp>
      <p:sp>
        <p:nvSpPr>
          <p:cNvPr id="206" name="Google Shape;206;g237f15b63d7_0_118"/>
          <p:cNvSpPr txBox="1"/>
          <p:nvPr/>
        </p:nvSpPr>
        <p:spPr>
          <a:xfrm>
            <a:off x="9131300" y="1864900"/>
            <a:ext cx="3000000" cy="600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700"/>
              <a:buFont typeface="Arial"/>
              <a:buNone/>
            </a:pPr>
            <a:r>
              <a:rPr b="0" i="0" lang="es-ES" sz="2700" u="none" cap="none" strike="noStrike">
                <a:solidFill>
                  <a:srgbClr val="040C28"/>
                </a:solidFill>
                <a:latin typeface="Patrick Hand"/>
                <a:ea typeface="Patrick Hand"/>
                <a:cs typeface="Patrick Hand"/>
                <a:sym typeface="Patrick Hand"/>
              </a:rPr>
              <a:t>    D  U</a:t>
            </a:r>
            <a:endParaRPr b="0" i="0" sz="1200" u="none" cap="none" strike="noStrike">
              <a:solidFill>
                <a:srgbClr val="000000"/>
              </a:solidFill>
              <a:latin typeface="Arial"/>
              <a:ea typeface="Arial"/>
              <a:cs typeface="Arial"/>
              <a:sym typeface="Arial"/>
            </a:endParaRPr>
          </a:p>
        </p:txBody>
      </p:sp>
      <p:sp>
        <p:nvSpPr>
          <p:cNvPr id="207" name="Google Shape;207;g237f15b63d7_0_118"/>
          <p:cNvSpPr txBox="1"/>
          <p:nvPr/>
        </p:nvSpPr>
        <p:spPr>
          <a:xfrm>
            <a:off x="6131300" y="2424300"/>
            <a:ext cx="2728800" cy="19209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3600"/>
              <a:buFont typeface="Arial"/>
              <a:buNone/>
            </a:pPr>
            <a:r>
              <a:rPr b="0" i="0" lang="es-ES" sz="3600" u="none" cap="none" strike="noStrike">
                <a:solidFill>
                  <a:schemeClr val="dk1"/>
                </a:solidFill>
                <a:latin typeface="Patrick Hand"/>
                <a:ea typeface="Patrick Hand"/>
                <a:cs typeface="Patrick Hand"/>
                <a:sym typeface="Patrick Hand"/>
              </a:rPr>
              <a:t>    3 4  x  6 =</a:t>
            </a:r>
            <a:endParaRPr b="0" i="0" sz="3600" u="none" cap="none" strike="noStrike">
              <a:solidFill>
                <a:schemeClr val="dk1"/>
              </a:solidFill>
              <a:latin typeface="Patrick Hand"/>
              <a:ea typeface="Patrick Hand"/>
              <a:cs typeface="Patrick Hand"/>
              <a:sym typeface="Patrick Hand"/>
            </a:endParaRPr>
          </a:p>
          <a:p>
            <a:pPr indent="0" lvl="0" marL="0" marR="0" rtl="0" algn="l">
              <a:lnSpc>
                <a:spcPct val="115000"/>
              </a:lnSpc>
              <a:spcBef>
                <a:spcPts val="0"/>
              </a:spcBef>
              <a:spcAft>
                <a:spcPts val="0"/>
              </a:spcAft>
              <a:buClr>
                <a:srgbClr val="000000"/>
              </a:buClr>
              <a:buSzPts val="3600"/>
              <a:buFont typeface="Arial"/>
              <a:buNone/>
            </a:pPr>
            <a:r>
              <a:rPr b="0" i="0" lang="es-ES" sz="3600" u="none" cap="none" strike="noStrike">
                <a:solidFill>
                  <a:schemeClr val="dk1"/>
                </a:solidFill>
                <a:latin typeface="Patrick Hand"/>
                <a:ea typeface="Patrick Hand"/>
                <a:cs typeface="Patrick Hand"/>
                <a:sym typeface="Patrick Hand"/>
              </a:rPr>
              <a:t> 2 0 4</a:t>
            </a:r>
            <a:endParaRPr b="0" i="0" sz="3600" u="none" cap="none" strike="noStrike">
              <a:solidFill>
                <a:schemeClr val="dk1"/>
              </a:solidFill>
              <a:latin typeface="Patrick Hand"/>
              <a:ea typeface="Patrick Hand"/>
              <a:cs typeface="Patrick Hand"/>
              <a:sym typeface="Patrick Hand"/>
            </a:endParaRPr>
          </a:p>
          <a:p>
            <a:pPr indent="0" lvl="0" marL="0" marR="0" rtl="0" algn="l">
              <a:lnSpc>
                <a:spcPct val="115000"/>
              </a:lnSpc>
              <a:spcBef>
                <a:spcPts val="0"/>
              </a:spcBef>
              <a:spcAft>
                <a:spcPts val="0"/>
              </a:spcAft>
              <a:buClr>
                <a:srgbClr val="000000"/>
              </a:buClr>
              <a:buSzPts val="3600"/>
              <a:buFont typeface="Arial"/>
              <a:buNone/>
            </a:pPr>
            <a:r>
              <a:t/>
            </a:r>
            <a:endParaRPr b="0" i="0" sz="3600" u="none" cap="none" strike="noStrike">
              <a:solidFill>
                <a:schemeClr val="dk1"/>
              </a:solidFill>
              <a:latin typeface="Patrick Hand"/>
              <a:ea typeface="Patrick Hand"/>
              <a:cs typeface="Patrick Hand"/>
              <a:sym typeface="Patrick Hand"/>
            </a:endParaRPr>
          </a:p>
        </p:txBody>
      </p:sp>
      <p:sp>
        <p:nvSpPr>
          <p:cNvPr id="208" name="Google Shape;208;g237f15b63d7_0_118"/>
          <p:cNvSpPr txBox="1"/>
          <p:nvPr/>
        </p:nvSpPr>
        <p:spPr>
          <a:xfrm>
            <a:off x="6230500" y="1864888"/>
            <a:ext cx="3000000" cy="600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700"/>
              <a:buFont typeface="Arial"/>
              <a:buNone/>
            </a:pPr>
            <a:r>
              <a:rPr b="0" i="0" lang="es-ES" sz="2700" u="none" cap="none" strike="noStrike">
                <a:solidFill>
                  <a:srgbClr val="040C28"/>
                </a:solidFill>
                <a:latin typeface="Patrick Hand"/>
                <a:ea typeface="Patrick Hand"/>
                <a:cs typeface="Patrick Hand"/>
                <a:sym typeface="Patrick Hand"/>
              </a:rPr>
              <a:t>    D  U</a:t>
            </a:r>
            <a:endParaRPr b="0" i="0" sz="1200" u="none" cap="none" strike="noStrike">
              <a:solidFill>
                <a:srgbClr val="000000"/>
              </a:solidFill>
              <a:latin typeface="Arial"/>
              <a:ea typeface="Arial"/>
              <a:cs typeface="Arial"/>
              <a:sym typeface="Arial"/>
            </a:endParaRPr>
          </a:p>
        </p:txBody>
      </p:sp>
      <p:sp>
        <p:nvSpPr>
          <p:cNvPr id="209" name="Google Shape;209;g237f15b63d7_0_118"/>
          <p:cNvSpPr txBox="1"/>
          <p:nvPr/>
        </p:nvSpPr>
        <p:spPr>
          <a:xfrm>
            <a:off x="5649850" y="3892525"/>
            <a:ext cx="3615000" cy="2493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0" i="0" lang="es-ES" sz="2500" u="none" cap="none" strike="noStrike">
                <a:solidFill>
                  <a:schemeClr val="dk1"/>
                </a:solidFill>
                <a:latin typeface="Patrick Hand"/>
                <a:ea typeface="Patrick Hand"/>
                <a:cs typeface="Patrick Hand"/>
                <a:sym typeface="Patrick Hand"/>
              </a:rPr>
              <a:t>2.   Multiplico 6 x 3D = 18 D</a:t>
            </a:r>
            <a:endParaRPr b="0" i="0" sz="2500" u="none" cap="none" strike="noStrike">
              <a:solidFill>
                <a:schemeClr val="dk1"/>
              </a:solidFill>
              <a:latin typeface="Patrick Hand"/>
              <a:ea typeface="Patrick Hand"/>
              <a:cs typeface="Patrick Hand"/>
              <a:sym typeface="Patrick Hand"/>
            </a:endParaRPr>
          </a:p>
          <a:p>
            <a:pPr indent="-387350" lvl="0" marL="457200" marR="0" rtl="0" algn="l">
              <a:lnSpc>
                <a:spcPct val="100000"/>
              </a:lnSpc>
              <a:spcBef>
                <a:spcPts val="0"/>
              </a:spcBef>
              <a:spcAft>
                <a:spcPts val="0"/>
              </a:spcAft>
              <a:buClr>
                <a:schemeClr val="dk1"/>
              </a:buClr>
              <a:buSzPts val="2500"/>
              <a:buFont typeface="Patrick Hand"/>
              <a:buChar char="-"/>
            </a:pPr>
            <a:r>
              <a:rPr b="0" i="0" lang="es-ES" sz="2500" u="none" cap="none" strike="noStrike">
                <a:solidFill>
                  <a:schemeClr val="dk1"/>
                </a:solidFill>
                <a:latin typeface="Patrick Hand"/>
                <a:ea typeface="Patrick Hand"/>
                <a:cs typeface="Patrick Hand"/>
                <a:sym typeface="Patrick Hand"/>
              </a:rPr>
              <a:t>Le tengo que sumar las 2D que tengo de reserva</a:t>
            </a:r>
            <a:endParaRPr b="0" i="0" sz="2500" u="none" cap="none" strike="noStrike">
              <a:solidFill>
                <a:schemeClr val="dk1"/>
              </a:solidFill>
              <a:latin typeface="Patrick Hand"/>
              <a:ea typeface="Patrick Hand"/>
              <a:cs typeface="Patrick Hand"/>
              <a:sym typeface="Patrick Hand"/>
            </a:endParaRPr>
          </a:p>
          <a:p>
            <a:pPr indent="-387350" lvl="0" marL="457200" marR="0" rtl="0" algn="l">
              <a:lnSpc>
                <a:spcPct val="100000"/>
              </a:lnSpc>
              <a:spcBef>
                <a:spcPts val="0"/>
              </a:spcBef>
              <a:spcAft>
                <a:spcPts val="0"/>
              </a:spcAft>
              <a:buClr>
                <a:schemeClr val="dk1"/>
              </a:buClr>
              <a:buSzPts val="2500"/>
              <a:buFont typeface="Patrick Hand"/>
              <a:buChar char="-"/>
            </a:pPr>
            <a:r>
              <a:rPr b="0" i="0" lang="es-ES" sz="2500" u="none" cap="none" strike="noStrike">
                <a:solidFill>
                  <a:schemeClr val="dk1"/>
                </a:solidFill>
                <a:latin typeface="Patrick Hand"/>
                <a:ea typeface="Patrick Hand"/>
                <a:cs typeface="Patrick Hand"/>
                <a:sym typeface="Patrick Hand"/>
              </a:rPr>
              <a:t>18D + 2D = 20D </a:t>
            </a:r>
            <a:endParaRPr b="0" i="0" sz="2500" u="none" cap="none" strike="noStrike">
              <a:solidFill>
                <a:schemeClr val="dk1"/>
              </a:solidFill>
              <a:latin typeface="Patrick Hand"/>
              <a:ea typeface="Patrick Hand"/>
              <a:cs typeface="Patrick Hand"/>
              <a:sym typeface="Patrick Hand"/>
            </a:endParaRPr>
          </a:p>
          <a:p>
            <a:pPr indent="-387350" lvl="0" marL="457200" marR="0" rtl="0" algn="l">
              <a:lnSpc>
                <a:spcPct val="100000"/>
              </a:lnSpc>
              <a:spcBef>
                <a:spcPts val="0"/>
              </a:spcBef>
              <a:spcAft>
                <a:spcPts val="0"/>
              </a:spcAft>
              <a:buClr>
                <a:schemeClr val="dk1"/>
              </a:buClr>
              <a:buSzPts val="2500"/>
              <a:buFont typeface="Patrick Hand"/>
              <a:buChar char="-"/>
            </a:pPr>
            <a:r>
              <a:rPr b="0" i="0" lang="es-ES" sz="2500" u="none" cap="none" strike="noStrike">
                <a:solidFill>
                  <a:schemeClr val="dk1"/>
                </a:solidFill>
                <a:latin typeface="Patrick Hand"/>
                <a:ea typeface="Patrick Hand"/>
                <a:cs typeface="Patrick Hand"/>
                <a:sym typeface="Patrick Hand"/>
              </a:rPr>
              <a:t>Escribo el 20.</a:t>
            </a:r>
            <a:endParaRPr b="0" i="0" sz="25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1400"/>
              <a:buFont typeface="Arial"/>
              <a:buNone/>
            </a:pPr>
            <a:r>
              <a:t/>
            </a:r>
            <a:endParaRPr b="0" i="0" sz="2500" u="none" cap="none" strike="noStrike">
              <a:solidFill>
                <a:srgbClr val="000000"/>
              </a:solidFill>
              <a:latin typeface="Arial"/>
              <a:ea typeface="Arial"/>
              <a:cs typeface="Arial"/>
              <a:sym typeface="Arial"/>
            </a:endParaRPr>
          </a:p>
        </p:txBody>
      </p:sp>
      <p:sp>
        <p:nvSpPr>
          <p:cNvPr id="210" name="Google Shape;210;g237f15b63d7_0_118"/>
          <p:cNvSpPr txBox="1"/>
          <p:nvPr/>
        </p:nvSpPr>
        <p:spPr>
          <a:xfrm>
            <a:off x="9264900" y="3901300"/>
            <a:ext cx="3000000" cy="1339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0" i="0" lang="es-ES" sz="2500" u="none" cap="none" strike="noStrike">
                <a:solidFill>
                  <a:schemeClr val="dk1"/>
                </a:solidFill>
                <a:latin typeface="Patrick Hand"/>
                <a:ea typeface="Patrick Hand"/>
                <a:cs typeface="Patrick Hand"/>
                <a:sym typeface="Patrick Hand"/>
              </a:rPr>
              <a:t>3.   Escribo el resultado</a:t>
            </a:r>
            <a:endParaRPr b="0" i="0" sz="2500" u="none" cap="none" strike="noStrike">
              <a:solidFill>
                <a:schemeClr val="dk1"/>
              </a:solidFill>
              <a:latin typeface="Patrick Hand"/>
              <a:ea typeface="Patrick Hand"/>
              <a:cs typeface="Patrick Hand"/>
              <a:sym typeface="Patrick Hand"/>
            </a:endParaRPr>
          </a:p>
          <a:p>
            <a:pPr indent="-387350" lvl="0" marL="457200" marR="0" rtl="0" algn="l">
              <a:lnSpc>
                <a:spcPct val="100000"/>
              </a:lnSpc>
              <a:spcBef>
                <a:spcPts val="0"/>
              </a:spcBef>
              <a:spcAft>
                <a:spcPts val="0"/>
              </a:spcAft>
              <a:buClr>
                <a:schemeClr val="dk1"/>
              </a:buClr>
              <a:buSzPts val="2500"/>
              <a:buFont typeface="Patrick Hand"/>
              <a:buChar char="-"/>
            </a:pPr>
            <a:r>
              <a:rPr b="0" i="0" lang="es-ES" sz="2500" u="none" cap="none" strike="noStrike">
                <a:solidFill>
                  <a:schemeClr val="dk1"/>
                </a:solidFill>
                <a:latin typeface="Patrick Hand"/>
                <a:ea typeface="Patrick Hand"/>
                <a:cs typeface="Patrick Hand"/>
                <a:sym typeface="Patrick Hand"/>
              </a:rPr>
              <a:t>204</a:t>
            </a:r>
            <a:endParaRPr b="0" i="0" sz="25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1400"/>
              <a:buFont typeface="Arial"/>
              <a:buNone/>
            </a:pPr>
            <a:r>
              <a:t/>
            </a:r>
            <a:endParaRPr b="0" i="0" sz="2500" u="none" cap="none" strike="noStrike">
              <a:solidFill>
                <a:srgbClr val="000000"/>
              </a:solidFill>
              <a:latin typeface="Arial"/>
              <a:ea typeface="Arial"/>
              <a:cs typeface="Arial"/>
              <a:sym typeface="Arial"/>
            </a:endParaRPr>
          </a:p>
        </p:txBody>
      </p:sp>
      <p:cxnSp>
        <p:nvCxnSpPr>
          <p:cNvPr id="211" name="Google Shape;211;g237f15b63d7_0_118"/>
          <p:cNvCxnSpPr/>
          <p:nvPr/>
        </p:nvCxnSpPr>
        <p:spPr>
          <a:xfrm>
            <a:off x="2522500" y="2764175"/>
            <a:ext cx="804900" cy="0"/>
          </a:xfrm>
          <a:prstGeom prst="straightConnector1">
            <a:avLst/>
          </a:prstGeom>
          <a:noFill/>
          <a:ln cap="flat" cmpd="sng" w="28575">
            <a:solidFill>
              <a:srgbClr val="009287"/>
            </a:solidFill>
            <a:prstDash val="solid"/>
            <a:round/>
            <a:headEnd len="sm" w="sm" type="none"/>
            <a:tailEnd len="med" w="med" type="triangle"/>
          </a:ln>
        </p:spPr>
      </p:cxnSp>
      <p:cxnSp>
        <p:nvCxnSpPr>
          <p:cNvPr id="212" name="Google Shape;212;g237f15b63d7_0_118"/>
          <p:cNvCxnSpPr/>
          <p:nvPr/>
        </p:nvCxnSpPr>
        <p:spPr>
          <a:xfrm>
            <a:off x="5553325" y="2786025"/>
            <a:ext cx="804900" cy="0"/>
          </a:xfrm>
          <a:prstGeom prst="straightConnector1">
            <a:avLst/>
          </a:prstGeom>
          <a:noFill/>
          <a:ln cap="flat" cmpd="sng" w="28575">
            <a:solidFill>
              <a:srgbClr val="009287"/>
            </a:solidFill>
            <a:prstDash val="solid"/>
            <a:round/>
            <a:headEnd len="sm" w="sm" type="none"/>
            <a:tailEnd len="med" w="med" type="triangle"/>
          </a:ln>
        </p:spPr>
      </p:cxnSp>
      <p:cxnSp>
        <p:nvCxnSpPr>
          <p:cNvPr id="213" name="Google Shape;213;g237f15b63d7_0_118"/>
          <p:cNvCxnSpPr/>
          <p:nvPr/>
        </p:nvCxnSpPr>
        <p:spPr>
          <a:xfrm>
            <a:off x="8456850" y="2791675"/>
            <a:ext cx="804900" cy="0"/>
          </a:xfrm>
          <a:prstGeom prst="straightConnector1">
            <a:avLst/>
          </a:prstGeom>
          <a:noFill/>
          <a:ln cap="flat" cmpd="sng" w="28575">
            <a:solidFill>
              <a:srgbClr val="009287"/>
            </a:solidFill>
            <a:prstDash val="solid"/>
            <a:round/>
            <a:headEnd len="sm" w="sm" type="none"/>
            <a:tailEnd len="med" w="med" type="triangle"/>
          </a:ln>
        </p:spPr>
      </p:cxnSp>
      <p:sp>
        <p:nvSpPr>
          <p:cNvPr id="214" name="Google Shape;214;g237f15b63d7_0_118"/>
          <p:cNvSpPr txBox="1"/>
          <p:nvPr/>
        </p:nvSpPr>
        <p:spPr>
          <a:xfrm>
            <a:off x="3451800" y="2083675"/>
            <a:ext cx="3000000" cy="7080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3400"/>
              <a:buFont typeface="Arial"/>
              <a:buNone/>
            </a:pPr>
            <a:r>
              <a:rPr b="0" i="0" lang="es-ES" sz="3400" u="none" cap="none" strike="noStrike">
                <a:solidFill>
                  <a:srgbClr val="FF0000"/>
                </a:solidFill>
                <a:latin typeface="Patrick Hand"/>
                <a:ea typeface="Patrick Hand"/>
                <a:cs typeface="Patrick Hand"/>
                <a:sym typeface="Patrick Hand"/>
              </a:rPr>
              <a:t>2</a:t>
            </a:r>
            <a:endParaRPr b="0" i="0" sz="1200" u="none" cap="none" strike="noStrike">
              <a:solidFill>
                <a:srgbClr val="FF0000"/>
              </a:solidFill>
              <a:latin typeface="Arial"/>
              <a:ea typeface="Arial"/>
              <a:cs typeface="Arial"/>
              <a:sym typeface="Arial"/>
            </a:endParaRPr>
          </a:p>
        </p:txBody>
      </p:sp>
      <p:pic>
        <p:nvPicPr>
          <p:cNvPr id="215" name="Google Shape;215;g237f15b63d7_0_118"/>
          <p:cNvPicPr preferRelativeResize="0"/>
          <p:nvPr/>
        </p:nvPicPr>
        <p:blipFill>
          <a:blip r:embed="rId4">
            <a:alphaModFix/>
          </a:blip>
          <a:stretch>
            <a:fillRect/>
          </a:stretch>
        </p:blipFill>
        <p:spPr>
          <a:xfrm>
            <a:off x="10974775" y="5287987"/>
            <a:ext cx="975700" cy="10291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pic>
        <p:nvPicPr>
          <p:cNvPr descr="Forma&#10;&#10;Descripción generada automáticamente con confianza media" id="220" name="Google Shape;220;g25c91d2129a_0_5"/>
          <p:cNvPicPr preferRelativeResize="0"/>
          <p:nvPr>
            <p:ph idx="1" type="body"/>
          </p:nvPr>
        </p:nvPicPr>
        <p:blipFill rotWithShape="1">
          <a:blip r:embed="rId3">
            <a:alphaModFix/>
          </a:blip>
          <a:srcRect b="0" l="0" r="0" t="0"/>
          <a:stretch/>
        </p:blipFill>
        <p:spPr>
          <a:xfrm>
            <a:off x="0" y="0"/>
            <a:ext cx="12192000" cy="6858000"/>
          </a:xfrm>
          <a:prstGeom prst="rect">
            <a:avLst/>
          </a:prstGeom>
          <a:noFill/>
          <a:ln>
            <a:noFill/>
          </a:ln>
        </p:spPr>
      </p:pic>
      <p:sp>
        <p:nvSpPr>
          <p:cNvPr id="221" name="Google Shape;221;g25c91d2129a_0_5"/>
          <p:cNvSpPr txBox="1"/>
          <p:nvPr/>
        </p:nvSpPr>
        <p:spPr>
          <a:xfrm>
            <a:off x="235250" y="212600"/>
            <a:ext cx="14275800" cy="1354500"/>
          </a:xfrm>
          <a:prstGeom prst="rect">
            <a:avLst/>
          </a:prstGeom>
          <a:noFill/>
          <a:ln>
            <a:noFill/>
          </a:ln>
        </p:spPr>
        <p:txBody>
          <a:bodyPr anchorCtr="0" anchor="t" bIns="91425" lIns="91425" spcFirstLastPara="1" rIns="91425" wrap="square" tIns="91425">
            <a:spAutoFit/>
          </a:bodyPr>
          <a:lstStyle/>
          <a:p>
            <a:pPr indent="0" lvl="0" marL="457200" marR="0" rtl="0" algn="l">
              <a:lnSpc>
                <a:spcPct val="100000"/>
              </a:lnSpc>
              <a:spcBef>
                <a:spcPts val="0"/>
              </a:spcBef>
              <a:spcAft>
                <a:spcPts val="0"/>
              </a:spcAft>
              <a:buClr>
                <a:srgbClr val="000000"/>
              </a:buClr>
              <a:buSzPts val="3300"/>
              <a:buFont typeface="Arial"/>
              <a:buNone/>
            </a:pPr>
            <a:r>
              <a:rPr b="1" i="0" lang="es-ES" sz="3300" u="none" cap="none" strike="noStrike">
                <a:solidFill>
                  <a:srgbClr val="040C28"/>
                </a:solidFill>
                <a:latin typeface="Patrick Hand"/>
                <a:ea typeface="Patrick Hand"/>
                <a:cs typeface="Patrick Hand"/>
                <a:sym typeface="Patrick Hand"/>
              </a:rPr>
              <a:t>Ejercicio</a:t>
            </a:r>
            <a:r>
              <a:rPr b="0" i="0" lang="es-ES" sz="2900" u="none" cap="none" strike="noStrike">
                <a:solidFill>
                  <a:srgbClr val="040C28"/>
                </a:solidFill>
                <a:latin typeface="Patrick Hand"/>
                <a:ea typeface="Patrick Hand"/>
                <a:cs typeface="Patrick Hand"/>
                <a:sym typeface="Patrick Hand"/>
              </a:rPr>
              <a:t>: </a:t>
            </a:r>
            <a:endParaRPr b="0" i="0" sz="2900" u="none" cap="none" strike="noStrike">
              <a:solidFill>
                <a:srgbClr val="040C28"/>
              </a:solidFill>
              <a:latin typeface="Patrick Hand"/>
              <a:ea typeface="Patrick Hand"/>
              <a:cs typeface="Patrick Hand"/>
              <a:sym typeface="Patrick Hand"/>
            </a:endParaRPr>
          </a:p>
          <a:p>
            <a:pPr indent="-412750" lvl="0" marL="457200" marR="0" rtl="0" algn="l">
              <a:lnSpc>
                <a:spcPct val="100000"/>
              </a:lnSpc>
              <a:spcBef>
                <a:spcPts val="0"/>
              </a:spcBef>
              <a:spcAft>
                <a:spcPts val="0"/>
              </a:spcAft>
              <a:buClr>
                <a:srgbClr val="040C28"/>
              </a:buClr>
              <a:buSzPts val="2900"/>
              <a:buFont typeface="Patrick Hand"/>
              <a:buChar char="-"/>
            </a:pPr>
            <a:r>
              <a:rPr b="0" i="0" lang="es-ES" sz="2900" u="none" cap="none" strike="noStrike">
                <a:solidFill>
                  <a:srgbClr val="040C28"/>
                </a:solidFill>
                <a:latin typeface="Patrick Hand"/>
                <a:ea typeface="Patrick Hand"/>
                <a:cs typeface="Patrick Hand"/>
                <a:sym typeface="Patrick Hand"/>
              </a:rPr>
              <a:t>Abre tu cuaderno y resuelve los siguientes ejercicios utilizando el algoritmo. </a:t>
            </a:r>
            <a:endParaRPr b="0" i="0" sz="2900" u="none" cap="none" strike="noStrike">
              <a:solidFill>
                <a:srgbClr val="040C28"/>
              </a:solidFill>
              <a:latin typeface="Patrick Hand"/>
              <a:ea typeface="Patrick Hand"/>
              <a:cs typeface="Patrick Hand"/>
              <a:sym typeface="Patrick Hand"/>
            </a:endParaRPr>
          </a:p>
          <a:p>
            <a:pPr indent="0" lvl="0" marL="91440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2" name="Google Shape;222;g25c91d2129a_0_5"/>
          <p:cNvSpPr txBox="1"/>
          <p:nvPr/>
        </p:nvSpPr>
        <p:spPr>
          <a:xfrm>
            <a:off x="235250" y="1957400"/>
            <a:ext cx="3993900" cy="723300"/>
          </a:xfrm>
          <a:prstGeom prst="rect">
            <a:avLst/>
          </a:prstGeom>
          <a:noFill/>
          <a:ln>
            <a:noFill/>
          </a:ln>
        </p:spPr>
        <p:txBody>
          <a:bodyPr anchorCtr="0" anchor="t" bIns="91425" lIns="91425" spcFirstLastPara="1" rIns="91425" wrap="square" tIns="91425">
            <a:spAutoFit/>
          </a:bodyPr>
          <a:lstStyle/>
          <a:p>
            <a:pPr indent="-450850" lvl="0" marL="457200" marR="0" rtl="0" algn="l">
              <a:lnSpc>
                <a:spcPct val="100000"/>
              </a:lnSpc>
              <a:spcBef>
                <a:spcPts val="0"/>
              </a:spcBef>
              <a:spcAft>
                <a:spcPts val="0"/>
              </a:spcAft>
              <a:buClr>
                <a:srgbClr val="040C28"/>
              </a:buClr>
              <a:buSzPts val="3500"/>
              <a:buFont typeface="Patrick Hand"/>
              <a:buChar char="●"/>
            </a:pPr>
            <a:r>
              <a:rPr b="0" i="0" lang="es-ES" sz="3500" u="none" cap="none" strike="noStrike">
                <a:solidFill>
                  <a:srgbClr val="040C28"/>
                </a:solidFill>
                <a:latin typeface="Patrick Hand"/>
                <a:ea typeface="Patrick Hand"/>
                <a:cs typeface="Patrick Hand"/>
                <a:sym typeface="Patrick Hand"/>
              </a:rPr>
              <a:t>3 7   x    5 =</a:t>
            </a:r>
            <a:endParaRPr b="0" i="0" sz="3500" u="none" cap="none" strike="noStrike">
              <a:solidFill>
                <a:srgbClr val="040C28"/>
              </a:solidFill>
              <a:latin typeface="Patrick Hand"/>
              <a:ea typeface="Patrick Hand"/>
              <a:cs typeface="Patrick Hand"/>
              <a:sym typeface="Patrick Hand"/>
            </a:endParaRPr>
          </a:p>
        </p:txBody>
      </p:sp>
      <p:sp>
        <p:nvSpPr>
          <p:cNvPr id="223" name="Google Shape;223;g25c91d2129a_0_5"/>
          <p:cNvSpPr txBox="1"/>
          <p:nvPr/>
        </p:nvSpPr>
        <p:spPr>
          <a:xfrm>
            <a:off x="2999650" y="1957400"/>
            <a:ext cx="809700" cy="723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500"/>
              <a:buFont typeface="Arial"/>
              <a:buNone/>
            </a:pPr>
            <a:r>
              <a:rPr b="0" i="0" lang="es-ES" sz="3500" u="none" cap="none" strike="noStrike">
                <a:solidFill>
                  <a:srgbClr val="040C28"/>
                </a:solidFill>
                <a:latin typeface="Patrick Hand"/>
                <a:ea typeface="Patrick Hand"/>
                <a:cs typeface="Patrick Hand"/>
                <a:sym typeface="Patrick Hand"/>
              </a:rPr>
              <a:t>185</a:t>
            </a:r>
            <a:endParaRPr b="0" i="0" sz="1400" u="none" cap="none" strike="noStrike">
              <a:solidFill>
                <a:srgbClr val="000000"/>
              </a:solidFill>
              <a:latin typeface="Arial"/>
              <a:ea typeface="Arial"/>
              <a:cs typeface="Arial"/>
              <a:sym typeface="Arial"/>
            </a:endParaRPr>
          </a:p>
        </p:txBody>
      </p:sp>
      <p:sp>
        <p:nvSpPr>
          <p:cNvPr id="224" name="Google Shape;224;g25c91d2129a_0_5"/>
          <p:cNvSpPr txBox="1"/>
          <p:nvPr/>
        </p:nvSpPr>
        <p:spPr>
          <a:xfrm>
            <a:off x="2999650" y="4061500"/>
            <a:ext cx="809700" cy="723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500"/>
              <a:buFont typeface="Arial"/>
              <a:buNone/>
            </a:pPr>
            <a:r>
              <a:rPr b="0" i="0" lang="es-ES" sz="3500" u="none" cap="none" strike="noStrike">
                <a:solidFill>
                  <a:srgbClr val="040C28"/>
                </a:solidFill>
                <a:latin typeface="Patrick Hand"/>
                <a:ea typeface="Patrick Hand"/>
                <a:cs typeface="Patrick Hand"/>
                <a:sym typeface="Patrick Hand"/>
              </a:rPr>
              <a:t>300</a:t>
            </a:r>
            <a:endParaRPr b="0" i="0" sz="1400" u="none" cap="none" strike="noStrike">
              <a:solidFill>
                <a:srgbClr val="000000"/>
              </a:solidFill>
              <a:latin typeface="Arial"/>
              <a:ea typeface="Arial"/>
              <a:cs typeface="Arial"/>
              <a:sym typeface="Arial"/>
            </a:endParaRPr>
          </a:p>
        </p:txBody>
      </p:sp>
      <p:sp>
        <p:nvSpPr>
          <p:cNvPr id="225" name="Google Shape;225;g25c91d2129a_0_5"/>
          <p:cNvSpPr txBox="1"/>
          <p:nvPr/>
        </p:nvSpPr>
        <p:spPr>
          <a:xfrm>
            <a:off x="9413450" y="1818763"/>
            <a:ext cx="809700" cy="723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500"/>
              <a:buFont typeface="Arial"/>
              <a:buNone/>
            </a:pPr>
            <a:r>
              <a:rPr b="0" i="0" lang="es-ES" sz="3500" u="none" cap="none" strike="noStrike">
                <a:solidFill>
                  <a:srgbClr val="040C28"/>
                </a:solidFill>
                <a:latin typeface="Patrick Hand"/>
                <a:ea typeface="Patrick Hand"/>
                <a:cs typeface="Patrick Hand"/>
                <a:sym typeface="Patrick Hand"/>
              </a:rPr>
              <a:t>176</a:t>
            </a:r>
            <a:endParaRPr b="0" i="0" sz="1400" u="none" cap="none" strike="noStrike">
              <a:solidFill>
                <a:srgbClr val="000000"/>
              </a:solidFill>
              <a:latin typeface="Arial"/>
              <a:ea typeface="Arial"/>
              <a:cs typeface="Arial"/>
              <a:sym typeface="Arial"/>
            </a:endParaRPr>
          </a:p>
        </p:txBody>
      </p:sp>
      <p:sp>
        <p:nvSpPr>
          <p:cNvPr id="226" name="Google Shape;226;g25c91d2129a_0_5"/>
          <p:cNvSpPr txBox="1"/>
          <p:nvPr/>
        </p:nvSpPr>
        <p:spPr>
          <a:xfrm>
            <a:off x="9503375" y="4061500"/>
            <a:ext cx="809700" cy="723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500"/>
              <a:buFont typeface="Arial"/>
              <a:buNone/>
            </a:pPr>
            <a:r>
              <a:rPr b="0" i="0" lang="es-ES" sz="3500" u="none" cap="none" strike="noStrike">
                <a:solidFill>
                  <a:srgbClr val="040C28"/>
                </a:solidFill>
                <a:latin typeface="Patrick Hand"/>
                <a:ea typeface="Patrick Hand"/>
                <a:cs typeface="Patrick Hand"/>
                <a:sym typeface="Patrick Hand"/>
              </a:rPr>
              <a:t>117</a:t>
            </a:r>
            <a:endParaRPr b="0" i="0" sz="1400" u="none" cap="none" strike="noStrike">
              <a:solidFill>
                <a:srgbClr val="000000"/>
              </a:solidFill>
              <a:latin typeface="Arial"/>
              <a:ea typeface="Arial"/>
              <a:cs typeface="Arial"/>
              <a:sym typeface="Arial"/>
            </a:endParaRPr>
          </a:p>
        </p:txBody>
      </p:sp>
      <p:sp>
        <p:nvSpPr>
          <p:cNvPr id="227" name="Google Shape;227;g25c91d2129a_0_5"/>
          <p:cNvSpPr txBox="1"/>
          <p:nvPr/>
        </p:nvSpPr>
        <p:spPr>
          <a:xfrm>
            <a:off x="425950" y="2561475"/>
            <a:ext cx="3383400" cy="723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500"/>
              <a:buFont typeface="Arial"/>
              <a:buNone/>
            </a:pPr>
            <a:r>
              <a:rPr b="0" i="0" lang="es-ES" sz="3500" u="none" cap="none" strike="noStrike">
                <a:solidFill>
                  <a:srgbClr val="040C28"/>
                </a:solidFill>
                <a:latin typeface="Patrick Hand"/>
                <a:ea typeface="Patrick Hand"/>
                <a:cs typeface="Patrick Hand"/>
                <a:sym typeface="Patrick Hand"/>
              </a:rPr>
              <a:t>1 8 </a:t>
            </a:r>
            <a:endParaRPr b="0" i="0" sz="1400" u="none" cap="none" strike="noStrike">
              <a:solidFill>
                <a:srgbClr val="000000"/>
              </a:solidFill>
              <a:latin typeface="Arial"/>
              <a:ea typeface="Arial"/>
              <a:cs typeface="Arial"/>
              <a:sym typeface="Arial"/>
            </a:endParaRPr>
          </a:p>
        </p:txBody>
      </p:sp>
      <p:sp>
        <p:nvSpPr>
          <p:cNvPr id="228" name="Google Shape;228;g25c91d2129a_0_5"/>
          <p:cNvSpPr txBox="1"/>
          <p:nvPr/>
        </p:nvSpPr>
        <p:spPr>
          <a:xfrm>
            <a:off x="732200" y="1567100"/>
            <a:ext cx="30000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0" i="0" lang="es-ES" sz="2800" u="none" cap="none" strike="noStrike">
                <a:solidFill>
                  <a:srgbClr val="FF0000"/>
                </a:solidFill>
                <a:latin typeface="Patrick Hand"/>
                <a:ea typeface="Patrick Hand"/>
                <a:cs typeface="Patrick Hand"/>
                <a:sym typeface="Patrick Hand"/>
              </a:rPr>
              <a:t>3 </a:t>
            </a:r>
            <a:endParaRPr b="0" i="0" sz="700" u="none" cap="none" strike="noStrike">
              <a:solidFill>
                <a:srgbClr val="FF0000"/>
              </a:solidFill>
              <a:latin typeface="Arial"/>
              <a:ea typeface="Arial"/>
              <a:cs typeface="Arial"/>
              <a:sym typeface="Arial"/>
            </a:endParaRPr>
          </a:p>
        </p:txBody>
      </p:sp>
      <p:sp>
        <p:nvSpPr>
          <p:cNvPr id="229" name="Google Shape;229;g25c91d2129a_0_5"/>
          <p:cNvSpPr txBox="1"/>
          <p:nvPr/>
        </p:nvSpPr>
        <p:spPr>
          <a:xfrm>
            <a:off x="425950" y="4621950"/>
            <a:ext cx="3383400" cy="723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500"/>
              <a:buFont typeface="Arial"/>
              <a:buNone/>
            </a:pPr>
            <a:r>
              <a:rPr b="0" i="0" lang="es-ES" sz="3500" u="none" cap="none" strike="noStrike">
                <a:solidFill>
                  <a:srgbClr val="040C28"/>
                </a:solidFill>
                <a:latin typeface="Patrick Hand"/>
                <a:ea typeface="Patrick Hand"/>
                <a:cs typeface="Patrick Hand"/>
                <a:sym typeface="Patrick Hand"/>
              </a:rPr>
              <a:t>3 0 </a:t>
            </a:r>
            <a:endParaRPr b="0" i="0" sz="1400" u="none" cap="none" strike="noStrike">
              <a:solidFill>
                <a:srgbClr val="000000"/>
              </a:solidFill>
              <a:latin typeface="Arial"/>
              <a:ea typeface="Arial"/>
              <a:cs typeface="Arial"/>
              <a:sym typeface="Arial"/>
            </a:endParaRPr>
          </a:p>
        </p:txBody>
      </p:sp>
      <p:sp>
        <p:nvSpPr>
          <p:cNvPr id="230" name="Google Shape;230;g25c91d2129a_0_5"/>
          <p:cNvSpPr txBox="1"/>
          <p:nvPr/>
        </p:nvSpPr>
        <p:spPr>
          <a:xfrm>
            <a:off x="6666775" y="2328175"/>
            <a:ext cx="3383400" cy="723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500"/>
              <a:buFont typeface="Arial"/>
              <a:buNone/>
            </a:pPr>
            <a:r>
              <a:rPr b="0" i="0" lang="es-ES" sz="3500" u="none" cap="none" strike="noStrike">
                <a:solidFill>
                  <a:srgbClr val="040C28"/>
                </a:solidFill>
                <a:latin typeface="Patrick Hand"/>
                <a:ea typeface="Patrick Hand"/>
                <a:cs typeface="Patrick Hand"/>
                <a:sym typeface="Patrick Hand"/>
              </a:rPr>
              <a:t>1 7 </a:t>
            </a:r>
            <a:endParaRPr b="0" i="0" sz="1400" u="none" cap="none" strike="noStrike">
              <a:solidFill>
                <a:srgbClr val="000000"/>
              </a:solidFill>
              <a:latin typeface="Arial"/>
              <a:ea typeface="Arial"/>
              <a:cs typeface="Arial"/>
              <a:sym typeface="Arial"/>
            </a:endParaRPr>
          </a:p>
        </p:txBody>
      </p:sp>
      <p:sp>
        <p:nvSpPr>
          <p:cNvPr id="231" name="Google Shape;231;g25c91d2129a_0_5"/>
          <p:cNvSpPr txBox="1"/>
          <p:nvPr/>
        </p:nvSpPr>
        <p:spPr>
          <a:xfrm>
            <a:off x="6943550" y="1456013"/>
            <a:ext cx="30000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0" i="0" lang="es-ES" sz="2800" u="none" cap="none" strike="noStrike">
                <a:solidFill>
                  <a:srgbClr val="FF0000"/>
                </a:solidFill>
                <a:latin typeface="Patrick Hand"/>
                <a:ea typeface="Patrick Hand"/>
                <a:cs typeface="Patrick Hand"/>
                <a:sym typeface="Patrick Hand"/>
              </a:rPr>
              <a:t>1 </a:t>
            </a:r>
            <a:endParaRPr b="0" i="0" sz="700" u="none" cap="none" strike="noStrike">
              <a:solidFill>
                <a:srgbClr val="FF0000"/>
              </a:solidFill>
              <a:latin typeface="Arial"/>
              <a:ea typeface="Arial"/>
              <a:cs typeface="Arial"/>
              <a:sym typeface="Arial"/>
            </a:endParaRPr>
          </a:p>
        </p:txBody>
      </p:sp>
      <p:sp>
        <p:nvSpPr>
          <p:cNvPr id="232" name="Google Shape;232;g25c91d2129a_0_5"/>
          <p:cNvSpPr txBox="1"/>
          <p:nvPr/>
        </p:nvSpPr>
        <p:spPr>
          <a:xfrm>
            <a:off x="6943550" y="3680313"/>
            <a:ext cx="30000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0" i="0" lang="es-ES" sz="2800" u="none" cap="none" strike="noStrike">
                <a:solidFill>
                  <a:srgbClr val="FF0000"/>
                </a:solidFill>
                <a:latin typeface="Patrick Hand"/>
                <a:ea typeface="Patrick Hand"/>
                <a:cs typeface="Patrick Hand"/>
                <a:sym typeface="Patrick Hand"/>
              </a:rPr>
              <a:t>2</a:t>
            </a:r>
            <a:endParaRPr b="0" i="0" sz="700" u="none" cap="none" strike="noStrike">
              <a:solidFill>
                <a:srgbClr val="FF0000"/>
              </a:solidFill>
              <a:latin typeface="Arial"/>
              <a:ea typeface="Arial"/>
              <a:cs typeface="Arial"/>
              <a:sym typeface="Arial"/>
            </a:endParaRPr>
          </a:p>
        </p:txBody>
      </p:sp>
      <p:sp>
        <p:nvSpPr>
          <p:cNvPr id="233" name="Google Shape;233;g25c91d2129a_0_5"/>
          <p:cNvSpPr txBox="1"/>
          <p:nvPr/>
        </p:nvSpPr>
        <p:spPr>
          <a:xfrm>
            <a:off x="6717950" y="4621950"/>
            <a:ext cx="1310400" cy="723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500"/>
              <a:buFont typeface="Arial"/>
              <a:buNone/>
            </a:pPr>
            <a:r>
              <a:rPr b="0" i="0" lang="es-ES" sz="3500" u="none" cap="none" strike="noStrike">
                <a:solidFill>
                  <a:srgbClr val="040C28"/>
                </a:solidFill>
                <a:latin typeface="Patrick Hand"/>
                <a:ea typeface="Patrick Hand"/>
                <a:cs typeface="Patrick Hand"/>
                <a:sym typeface="Patrick Hand"/>
              </a:rPr>
              <a:t>1 1 </a:t>
            </a:r>
            <a:endParaRPr b="0" i="0" sz="1400" u="none" cap="none" strike="noStrike">
              <a:solidFill>
                <a:srgbClr val="000000"/>
              </a:solidFill>
              <a:latin typeface="Arial"/>
              <a:ea typeface="Arial"/>
              <a:cs typeface="Arial"/>
              <a:sym typeface="Arial"/>
            </a:endParaRPr>
          </a:p>
        </p:txBody>
      </p:sp>
      <p:sp>
        <p:nvSpPr>
          <p:cNvPr id="234" name="Google Shape;234;g25c91d2129a_0_5"/>
          <p:cNvSpPr txBox="1"/>
          <p:nvPr/>
        </p:nvSpPr>
        <p:spPr>
          <a:xfrm>
            <a:off x="6503375" y="1818775"/>
            <a:ext cx="3000000" cy="939000"/>
          </a:xfrm>
          <a:prstGeom prst="rect">
            <a:avLst/>
          </a:prstGeom>
          <a:noFill/>
          <a:ln>
            <a:noFill/>
          </a:ln>
        </p:spPr>
        <p:txBody>
          <a:bodyPr anchorCtr="0" anchor="t" bIns="91425" lIns="91425" spcFirstLastPara="1" rIns="91425" wrap="square" tIns="91425">
            <a:spAutoFit/>
          </a:bodyPr>
          <a:lstStyle/>
          <a:p>
            <a:pPr indent="-450850" lvl="0" marL="457200" marR="0" rtl="0" algn="l">
              <a:lnSpc>
                <a:spcPct val="100000"/>
              </a:lnSpc>
              <a:spcBef>
                <a:spcPts val="0"/>
              </a:spcBef>
              <a:spcAft>
                <a:spcPts val="0"/>
              </a:spcAft>
              <a:buClr>
                <a:srgbClr val="040C28"/>
              </a:buClr>
              <a:buSzPts val="3500"/>
              <a:buFont typeface="Patrick Hand"/>
              <a:buChar char="●"/>
            </a:pPr>
            <a:r>
              <a:rPr b="0" i="0" lang="es-ES" sz="3500" u="none" cap="none" strike="noStrike">
                <a:solidFill>
                  <a:srgbClr val="040C28"/>
                </a:solidFill>
                <a:latin typeface="Patrick Hand"/>
                <a:ea typeface="Patrick Hand"/>
                <a:cs typeface="Patrick Hand"/>
                <a:sym typeface="Patrick Hand"/>
              </a:rPr>
              <a:t>2 2    x    8  =</a:t>
            </a:r>
            <a:endParaRPr b="0" i="0" sz="3500" u="none" cap="none" strike="noStrike">
              <a:solidFill>
                <a:srgbClr val="040C28"/>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5" name="Google Shape;235;g25c91d2129a_0_5"/>
          <p:cNvSpPr txBox="1"/>
          <p:nvPr/>
        </p:nvSpPr>
        <p:spPr>
          <a:xfrm>
            <a:off x="235250" y="4061500"/>
            <a:ext cx="3000000" cy="723300"/>
          </a:xfrm>
          <a:prstGeom prst="rect">
            <a:avLst/>
          </a:prstGeom>
          <a:noFill/>
          <a:ln>
            <a:noFill/>
          </a:ln>
        </p:spPr>
        <p:txBody>
          <a:bodyPr anchorCtr="0" anchor="t" bIns="91425" lIns="91425" spcFirstLastPara="1" rIns="91425" wrap="square" tIns="91425">
            <a:spAutoFit/>
          </a:bodyPr>
          <a:lstStyle/>
          <a:p>
            <a:pPr indent="-450850" lvl="0" marL="457200" marR="0" rtl="0" algn="l">
              <a:lnSpc>
                <a:spcPct val="100000"/>
              </a:lnSpc>
              <a:spcBef>
                <a:spcPts val="0"/>
              </a:spcBef>
              <a:spcAft>
                <a:spcPts val="0"/>
              </a:spcAft>
              <a:buClr>
                <a:srgbClr val="040C28"/>
              </a:buClr>
              <a:buSzPts val="3500"/>
              <a:buFont typeface="Patrick Hand"/>
              <a:buChar char="●"/>
            </a:pPr>
            <a:r>
              <a:rPr b="0" i="0" lang="es-ES" sz="3500" u="none" cap="none" strike="noStrike">
                <a:solidFill>
                  <a:srgbClr val="040C28"/>
                </a:solidFill>
                <a:latin typeface="Patrick Hand"/>
                <a:ea typeface="Patrick Hand"/>
                <a:cs typeface="Patrick Hand"/>
                <a:sym typeface="Patrick Hand"/>
              </a:rPr>
              <a:t>6 0   x    5  =</a:t>
            </a:r>
            <a:endParaRPr b="0" i="0" sz="1400" u="none" cap="none" strike="noStrike">
              <a:solidFill>
                <a:srgbClr val="000000"/>
              </a:solidFill>
              <a:latin typeface="Arial"/>
              <a:ea typeface="Arial"/>
              <a:cs typeface="Arial"/>
              <a:sym typeface="Arial"/>
            </a:endParaRPr>
          </a:p>
        </p:txBody>
      </p:sp>
      <p:sp>
        <p:nvSpPr>
          <p:cNvPr id="236" name="Google Shape;236;g25c91d2129a_0_5"/>
          <p:cNvSpPr txBox="1"/>
          <p:nvPr/>
        </p:nvSpPr>
        <p:spPr>
          <a:xfrm>
            <a:off x="6503375" y="4061488"/>
            <a:ext cx="3000000" cy="723300"/>
          </a:xfrm>
          <a:prstGeom prst="rect">
            <a:avLst/>
          </a:prstGeom>
          <a:noFill/>
          <a:ln>
            <a:noFill/>
          </a:ln>
        </p:spPr>
        <p:txBody>
          <a:bodyPr anchorCtr="0" anchor="t" bIns="91425" lIns="91425" spcFirstLastPara="1" rIns="91425" wrap="square" tIns="91425">
            <a:spAutoFit/>
          </a:bodyPr>
          <a:lstStyle/>
          <a:p>
            <a:pPr indent="-450850" lvl="0" marL="457200" marR="0" rtl="0" algn="l">
              <a:lnSpc>
                <a:spcPct val="100000"/>
              </a:lnSpc>
              <a:spcBef>
                <a:spcPts val="0"/>
              </a:spcBef>
              <a:spcAft>
                <a:spcPts val="0"/>
              </a:spcAft>
              <a:buClr>
                <a:srgbClr val="040C28"/>
              </a:buClr>
              <a:buSzPts val="3500"/>
              <a:buFont typeface="Patrick Hand"/>
              <a:buChar char="●"/>
            </a:pPr>
            <a:r>
              <a:rPr b="0" i="0" lang="es-ES" sz="3500" u="none" cap="none" strike="noStrike">
                <a:solidFill>
                  <a:srgbClr val="040C28"/>
                </a:solidFill>
                <a:latin typeface="Patrick Hand"/>
                <a:ea typeface="Patrick Hand"/>
                <a:cs typeface="Patrick Hand"/>
                <a:sym typeface="Patrick Hand"/>
              </a:rPr>
              <a:t>3 9    x    3   =</a:t>
            </a:r>
            <a:endParaRPr b="0" i="0" sz="1400" u="none" cap="none" strike="noStrike">
              <a:solidFill>
                <a:srgbClr val="000000"/>
              </a:solidFill>
              <a:latin typeface="Arial"/>
              <a:ea typeface="Arial"/>
              <a:cs typeface="Arial"/>
              <a:sym typeface="Arial"/>
            </a:endParaRPr>
          </a:p>
        </p:txBody>
      </p:sp>
      <p:sp>
        <p:nvSpPr>
          <p:cNvPr id="237" name="Google Shape;237;g25c91d2129a_0_5"/>
          <p:cNvSpPr txBox="1"/>
          <p:nvPr/>
        </p:nvSpPr>
        <p:spPr>
          <a:xfrm>
            <a:off x="1005200" y="2561475"/>
            <a:ext cx="3000000" cy="723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500"/>
              <a:buFont typeface="Arial"/>
              <a:buNone/>
            </a:pPr>
            <a:r>
              <a:rPr b="0" i="0" lang="es-ES" sz="3500" u="none" cap="none" strike="noStrike">
                <a:solidFill>
                  <a:srgbClr val="040C28"/>
                </a:solidFill>
                <a:latin typeface="Patrick Hand"/>
                <a:ea typeface="Patrick Hand"/>
                <a:cs typeface="Patrick Hand"/>
                <a:sym typeface="Patrick Hand"/>
              </a:rPr>
              <a:t>5 </a:t>
            </a:r>
            <a:endParaRPr b="0" i="0" sz="1400" u="none" cap="none" strike="noStrike">
              <a:solidFill>
                <a:srgbClr val="000000"/>
              </a:solidFill>
              <a:latin typeface="Arial"/>
              <a:ea typeface="Arial"/>
              <a:cs typeface="Arial"/>
              <a:sym typeface="Arial"/>
            </a:endParaRPr>
          </a:p>
        </p:txBody>
      </p:sp>
      <p:sp>
        <p:nvSpPr>
          <p:cNvPr id="238" name="Google Shape;238;g25c91d2129a_0_5"/>
          <p:cNvSpPr txBox="1"/>
          <p:nvPr/>
        </p:nvSpPr>
        <p:spPr>
          <a:xfrm>
            <a:off x="1005200" y="4621950"/>
            <a:ext cx="3000000" cy="723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500"/>
              <a:buFont typeface="Arial"/>
              <a:buNone/>
            </a:pPr>
            <a:r>
              <a:rPr b="0" i="0" lang="es-ES" sz="3500" u="none" cap="none" strike="noStrike">
                <a:solidFill>
                  <a:srgbClr val="040C28"/>
                </a:solidFill>
                <a:latin typeface="Patrick Hand"/>
                <a:ea typeface="Patrick Hand"/>
                <a:cs typeface="Patrick Hand"/>
                <a:sym typeface="Patrick Hand"/>
              </a:rPr>
              <a:t>0</a:t>
            </a:r>
            <a:endParaRPr b="0" i="0" sz="1400" u="none" cap="none" strike="noStrike">
              <a:solidFill>
                <a:srgbClr val="000000"/>
              </a:solidFill>
              <a:latin typeface="Arial"/>
              <a:ea typeface="Arial"/>
              <a:cs typeface="Arial"/>
              <a:sym typeface="Arial"/>
            </a:endParaRPr>
          </a:p>
        </p:txBody>
      </p:sp>
      <p:sp>
        <p:nvSpPr>
          <p:cNvPr id="239" name="Google Shape;239;g25c91d2129a_0_5"/>
          <p:cNvSpPr txBox="1"/>
          <p:nvPr/>
        </p:nvSpPr>
        <p:spPr>
          <a:xfrm>
            <a:off x="7313075" y="2300250"/>
            <a:ext cx="3000000" cy="723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500"/>
              <a:buFont typeface="Arial"/>
              <a:buNone/>
            </a:pPr>
            <a:r>
              <a:rPr b="0" i="0" lang="es-ES" sz="3500" u="none" cap="none" strike="noStrike">
                <a:solidFill>
                  <a:srgbClr val="040C28"/>
                </a:solidFill>
                <a:latin typeface="Patrick Hand"/>
                <a:ea typeface="Patrick Hand"/>
                <a:cs typeface="Patrick Hand"/>
                <a:sym typeface="Patrick Hand"/>
              </a:rPr>
              <a:t>6 </a:t>
            </a:r>
            <a:endParaRPr b="0" i="0" sz="1400" u="none" cap="none" strike="noStrike">
              <a:solidFill>
                <a:srgbClr val="000000"/>
              </a:solidFill>
              <a:latin typeface="Arial"/>
              <a:ea typeface="Arial"/>
              <a:cs typeface="Arial"/>
              <a:sym typeface="Arial"/>
            </a:endParaRPr>
          </a:p>
        </p:txBody>
      </p:sp>
      <p:sp>
        <p:nvSpPr>
          <p:cNvPr id="240" name="Google Shape;240;g25c91d2129a_0_5"/>
          <p:cNvSpPr txBox="1"/>
          <p:nvPr/>
        </p:nvSpPr>
        <p:spPr>
          <a:xfrm>
            <a:off x="7313075" y="4621950"/>
            <a:ext cx="3000000" cy="723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500"/>
              <a:buFont typeface="Arial"/>
              <a:buNone/>
            </a:pPr>
            <a:r>
              <a:rPr b="0" i="0" lang="es-ES" sz="3500" u="none" cap="none" strike="noStrike">
                <a:solidFill>
                  <a:srgbClr val="040C28"/>
                </a:solidFill>
                <a:latin typeface="Patrick Hand"/>
                <a:ea typeface="Patrick Hand"/>
                <a:cs typeface="Patrick Hand"/>
                <a:sym typeface="Patrick Hand"/>
              </a:rPr>
              <a:t>7 </a:t>
            </a:r>
            <a:endParaRPr b="0" i="0" sz="1400" u="none" cap="none" strike="noStrike">
              <a:solidFill>
                <a:srgbClr val="000000"/>
              </a:solidFill>
              <a:latin typeface="Arial"/>
              <a:ea typeface="Arial"/>
              <a:cs typeface="Arial"/>
              <a:sym typeface="Arial"/>
            </a:endParaRPr>
          </a:p>
        </p:txBody>
      </p:sp>
      <p:pic>
        <p:nvPicPr>
          <p:cNvPr id="241" name="Google Shape;241;g25c91d2129a_0_5"/>
          <p:cNvPicPr preferRelativeResize="0"/>
          <p:nvPr/>
        </p:nvPicPr>
        <p:blipFill>
          <a:blip r:embed="rId4">
            <a:alphaModFix/>
          </a:blip>
          <a:stretch>
            <a:fillRect/>
          </a:stretch>
        </p:blipFill>
        <p:spPr>
          <a:xfrm>
            <a:off x="10974775" y="5287987"/>
            <a:ext cx="975700" cy="10291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pic>
        <p:nvPicPr>
          <p:cNvPr descr="Forma&#10;&#10;Descripción generada automáticamente con confianza media" id="246" name="Google Shape;246;g237f276a022_0_1"/>
          <p:cNvPicPr preferRelativeResize="0"/>
          <p:nvPr>
            <p:ph idx="1" type="body"/>
          </p:nvPr>
        </p:nvPicPr>
        <p:blipFill rotWithShape="1">
          <a:blip r:embed="rId3">
            <a:alphaModFix/>
          </a:blip>
          <a:srcRect b="0" l="0" r="0" t="0"/>
          <a:stretch/>
        </p:blipFill>
        <p:spPr>
          <a:xfrm>
            <a:off x="0" y="0"/>
            <a:ext cx="12192000" cy="6858000"/>
          </a:xfrm>
          <a:prstGeom prst="rect">
            <a:avLst/>
          </a:prstGeom>
          <a:noFill/>
          <a:ln>
            <a:noFill/>
          </a:ln>
        </p:spPr>
      </p:pic>
      <p:sp>
        <p:nvSpPr>
          <p:cNvPr id="247" name="Google Shape;247;g237f276a022_0_1"/>
          <p:cNvSpPr txBox="1"/>
          <p:nvPr/>
        </p:nvSpPr>
        <p:spPr>
          <a:xfrm>
            <a:off x="235250" y="212600"/>
            <a:ext cx="14275800" cy="1354500"/>
          </a:xfrm>
          <a:prstGeom prst="rect">
            <a:avLst/>
          </a:prstGeom>
          <a:noFill/>
          <a:ln>
            <a:noFill/>
          </a:ln>
        </p:spPr>
        <p:txBody>
          <a:bodyPr anchorCtr="0" anchor="t" bIns="91425" lIns="91425" spcFirstLastPara="1" rIns="91425" wrap="square" tIns="91425">
            <a:spAutoFit/>
          </a:bodyPr>
          <a:lstStyle/>
          <a:p>
            <a:pPr indent="0" lvl="0" marL="457200" marR="0" rtl="0" algn="l">
              <a:lnSpc>
                <a:spcPct val="100000"/>
              </a:lnSpc>
              <a:spcBef>
                <a:spcPts val="0"/>
              </a:spcBef>
              <a:spcAft>
                <a:spcPts val="0"/>
              </a:spcAft>
              <a:buClr>
                <a:srgbClr val="000000"/>
              </a:buClr>
              <a:buSzPts val="3300"/>
              <a:buFont typeface="Arial"/>
              <a:buNone/>
            </a:pPr>
            <a:r>
              <a:rPr b="1" i="0" lang="es-ES" sz="3300" u="none" cap="none" strike="noStrike">
                <a:solidFill>
                  <a:srgbClr val="040C28"/>
                </a:solidFill>
                <a:latin typeface="Patrick Hand"/>
                <a:ea typeface="Patrick Hand"/>
                <a:cs typeface="Patrick Hand"/>
                <a:sym typeface="Patrick Hand"/>
              </a:rPr>
              <a:t>Ejercicio</a:t>
            </a:r>
            <a:r>
              <a:rPr b="0" i="0" lang="es-ES" sz="2900" u="none" cap="none" strike="noStrike">
                <a:solidFill>
                  <a:srgbClr val="040C28"/>
                </a:solidFill>
                <a:latin typeface="Patrick Hand"/>
                <a:ea typeface="Patrick Hand"/>
                <a:cs typeface="Patrick Hand"/>
                <a:sym typeface="Patrick Hand"/>
              </a:rPr>
              <a:t>: </a:t>
            </a:r>
            <a:endParaRPr b="0" i="0" sz="2900" u="none" cap="none" strike="noStrike">
              <a:solidFill>
                <a:srgbClr val="040C28"/>
              </a:solidFill>
              <a:latin typeface="Patrick Hand"/>
              <a:ea typeface="Patrick Hand"/>
              <a:cs typeface="Patrick Hand"/>
              <a:sym typeface="Patrick Hand"/>
            </a:endParaRPr>
          </a:p>
          <a:p>
            <a:pPr indent="-412750" lvl="0" marL="457200" marR="0" rtl="0" algn="l">
              <a:lnSpc>
                <a:spcPct val="100000"/>
              </a:lnSpc>
              <a:spcBef>
                <a:spcPts val="0"/>
              </a:spcBef>
              <a:spcAft>
                <a:spcPts val="0"/>
              </a:spcAft>
              <a:buClr>
                <a:srgbClr val="040C28"/>
              </a:buClr>
              <a:buSzPts val="2900"/>
              <a:buFont typeface="Patrick Hand"/>
              <a:buChar char="-"/>
            </a:pPr>
            <a:r>
              <a:rPr b="0" i="0" lang="es-ES" sz="2900" u="none" cap="none" strike="noStrike">
                <a:solidFill>
                  <a:srgbClr val="040C28"/>
                </a:solidFill>
                <a:latin typeface="Patrick Hand"/>
                <a:ea typeface="Patrick Hand"/>
                <a:cs typeface="Patrick Hand"/>
                <a:sym typeface="Patrick Hand"/>
              </a:rPr>
              <a:t>Abre tu cuaderno y resuelve los siguientes ejercicios utilizando el algoritmo. </a:t>
            </a:r>
            <a:endParaRPr b="0" i="0" sz="2900" u="none" cap="none" strike="noStrike">
              <a:solidFill>
                <a:srgbClr val="040C28"/>
              </a:solidFill>
              <a:latin typeface="Patrick Hand"/>
              <a:ea typeface="Patrick Hand"/>
              <a:cs typeface="Patrick Hand"/>
              <a:sym typeface="Patrick Hand"/>
            </a:endParaRPr>
          </a:p>
          <a:p>
            <a:pPr indent="0" lvl="0" marL="91440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8" name="Google Shape;248;g237f276a022_0_1"/>
          <p:cNvSpPr txBox="1"/>
          <p:nvPr/>
        </p:nvSpPr>
        <p:spPr>
          <a:xfrm>
            <a:off x="613975" y="1567100"/>
            <a:ext cx="3993900" cy="4494600"/>
          </a:xfrm>
          <a:prstGeom prst="rect">
            <a:avLst/>
          </a:prstGeom>
          <a:noFill/>
          <a:ln>
            <a:noFill/>
          </a:ln>
        </p:spPr>
        <p:txBody>
          <a:bodyPr anchorCtr="0" anchor="t" bIns="91425" lIns="91425" spcFirstLastPara="1" rIns="91425" wrap="square" tIns="91425">
            <a:spAutoFit/>
          </a:bodyPr>
          <a:lstStyle/>
          <a:p>
            <a:pPr indent="-450850" lvl="0" marL="457200" marR="0" rtl="0" algn="l">
              <a:lnSpc>
                <a:spcPct val="100000"/>
              </a:lnSpc>
              <a:spcBef>
                <a:spcPts val="0"/>
              </a:spcBef>
              <a:spcAft>
                <a:spcPts val="0"/>
              </a:spcAft>
              <a:buClr>
                <a:srgbClr val="040C28"/>
              </a:buClr>
              <a:buSzPts val="3500"/>
              <a:buFont typeface="Patrick Hand"/>
              <a:buChar char="●"/>
            </a:pPr>
            <a:r>
              <a:rPr b="0" i="0" lang="es-ES" sz="3500" u="none" cap="none" strike="noStrike">
                <a:solidFill>
                  <a:srgbClr val="040C28"/>
                </a:solidFill>
                <a:latin typeface="Patrick Hand"/>
                <a:ea typeface="Patrick Hand"/>
                <a:cs typeface="Patrick Hand"/>
                <a:sym typeface="Patrick Hand"/>
              </a:rPr>
              <a:t>4 5  x    7  =</a:t>
            </a:r>
            <a:endParaRPr b="0" i="0" sz="3500" u="none" cap="none" strike="noStrike">
              <a:solidFill>
                <a:srgbClr val="040C28"/>
              </a:solidFill>
              <a:latin typeface="Patrick Hand"/>
              <a:ea typeface="Patrick Hand"/>
              <a:cs typeface="Patrick Hand"/>
              <a:sym typeface="Patrick Hand"/>
            </a:endParaRPr>
          </a:p>
          <a:p>
            <a:pPr indent="0" lvl="0" marL="457200" marR="0" rtl="0" algn="l">
              <a:lnSpc>
                <a:spcPct val="100000"/>
              </a:lnSpc>
              <a:spcBef>
                <a:spcPts val="0"/>
              </a:spcBef>
              <a:spcAft>
                <a:spcPts val="0"/>
              </a:spcAft>
              <a:buClr>
                <a:srgbClr val="000000"/>
              </a:buClr>
              <a:buSzPts val="3500"/>
              <a:buFont typeface="Arial"/>
              <a:buNone/>
            </a:pPr>
            <a:r>
              <a:t/>
            </a:r>
            <a:endParaRPr b="0" i="0" sz="3500" u="none" cap="none" strike="noStrike">
              <a:solidFill>
                <a:srgbClr val="040C28"/>
              </a:solidFill>
              <a:latin typeface="Patrick Hand"/>
              <a:ea typeface="Patrick Hand"/>
              <a:cs typeface="Patrick Hand"/>
              <a:sym typeface="Patrick Hand"/>
            </a:endParaRPr>
          </a:p>
          <a:p>
            <a:pPr indent="0" lvl="0" marL="457200" marR="0" rtl="0" algn="l">
              <a:lnSpc>
                <a:spcPct val="100000"/>
              </a:lnSpc>
              <a:spcBef>
                <a:spcPts val="0"/>
              </a:spcBef>
              <a:spcAft>
                <a:spcPts val="0"/>
              </a:spcAft>
              <a:buClr>
                <a:srgbClr val="000000"/>
              </a:buClr>
              <a:buSzPts val="3500"/>
              <a:buFont typeface="Arial"/>
              <a:buNone/>
            </a:pPr>
            <a:r>
              <a:t/>
            </a:r>
            <a:endParaRPr b="0" i="0" sz="3500" u="none" cap="none" strike="noStrike">
              <a:solidFill>
                <a:srgbClr val="040C28"/>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3500"/>
              <a:buFont typeface="Arial"/>
              <a:buNone/>
            </a:pPr>
            <a:r>
              <a:t/>
            </a:r>
            <a:endParaRPr b="0" i="0" sz="3500" u="none" cap="none" strike="noStrike">
              <a:solidFill>
                <a:srgbClr val="040C28"/>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3500"/>
              <a:buFont typeface="Arial"/>
              <a:buNone/>
            </a:pPr>
            <a:r>
              <a:t/>
            </a:r>
            <a:endParaRPr b="0" i="0" sz="3500" u="none" cap="none" strike="noStrike">
              <a:solidFill>
                <a:srgbClr val="040C28"/>
              </a:solidFill>
              <a:latin typeface="Patrick Hand"/>
              <a:ea typeface="Patrick Hand"/>
              <a:cs typeface="Patrick Hand"/>
              <a:sym typeface="Patrick Hand"/>
            </a:endParaRPr>
          </a:p>
          <a:p>
            <a:pPr indent="-450850" lvl="0" marL="457200" marR="0" rtl="0" algn="l">
              <a:lnSpc>
                <a:spcPct val="100000"/>
              </a:lnSpc>
              <a:spcBef>
                <a:spcPts val="0"/>
              </a:spcBef>
              <a:spcAft>
                <a:spcPts val="0"/>
              </a:spcAft>
              <a:buClr>
                <a:srgbClr val="040C28"/>
              </a:buClr>
              <a:buSzPts val="3500"/>
              <a:buFont typeface="Patrick Hand"/>
              <a:buChar char="●"/>
            </a:pPr>
            <a:r>
              <a:rPr b="0" i="0" lang="es-ES" sz="3500" u="none" cap="none" strike="noStrike">
                <a:solidFill>
                  <a:srgbClr val="040C28"/>
                </a:solidFill>
                <a:latin typeface="Patrick Hand"/>
                <a:ea typeface="Patrick Hand"/>
                <a:cs typeface="Patrick Hand"/>
                <a:sym typeface="Patrick Hand"/>
              </a:rPr>
              <a:t>5 9    x   6 =</a:t>
            </a:r>
            <a:endParaRPr b="0" i="0" sz="3500" u="none" cap="none" strike="noStrike">
              <a:solidFill>
                <a:srgbClr val="040C28"/>
              </a:solidFill>
              <a:latin typeface="Patrick Hand"/>
              <a:ea typeface="Patrick Hand"/>
              <a:cs typeface="Patrick Hand"/>
              <a:sym typeface="Patrick Hand"/>
            </a:endParaRPr>
          </a:p>
          <a:p>
            <a:pPr indent="0" lvl="0" marL="457200" marR="0" rtl="0" algn="l">
              <a:lnSpc>
                <a:spcPct val="100000"/>
              </a:lnSpc>
              <a:spcBef>
                <a:spcPts val="0"/>
              </a:spcBef>
              <a:spcAft>
                <a:spcPts val="0"/>
              </a:spcAft>
              <a:buClr>
                <a:srgbClr val="000000"/>
              </a:buClr>
              <a:buSzPts val="3500"/>
              <a:buFont typeface="Arial"/>
              <a:buNone/>
            </a:pPr>
            <a:r>
              <a:t/>
            </a:r>
            <a:endParaRPr b="0" i="0" sz="3500" u="none" cap="none" strike="noStrike">
              <a:solidFill>
                <a:srgbClr val="040C28"/>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3500"/>
              <a:buFont typeface="Arial"/>
              <a:buNone/>
            </a:pPr>
            <a:r>
              <a:t/>
            </a:r>
            <a:endParaRPr b="0" i="0" sz="3500" u="none" cap="none" strike="noStrike">
              <a:solidFill>
                <a:srgbClr val="040C28"/>
              </a:solidFill>
              <a:latin typeface="Patrick Hand"/>
              <a:ea typeface="Patrick Hand"/>
              <a:cs typeface="Patrick Hand"/>
              <a:sym typeface="Patrick Hand"/>
            </a:endParaRPr>
          </a:p>
        </p:txBody>
      </p:sp>
      <p:sp>
        <p:nvSpPr>
          <p:cNvPr id="249" name="Google Shape;249;g237f276a022_0_1"/>
          <p:cNvSpPr txBox="1"/>
          <p:nvPr/>
        </p:nvSpPr>
        <p:spPr>
          <a:xfrm>
            <a:off x="3159525" y="1567100"/>
            <a:ext cx="809700" cy="723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chemeClr val="dk1"/>
              </a:buClr>
              <a:buSzPts val="3500"/>
              <a:buFont typeface="Arial"/>
              <a:buNone/>
            </a:pPr>
            <a:r>
              <a:rPr b="0" i="0" lang="es-ES" sz="3500" u="none" cap="none" strike="noStrike">
                <a:solidFill>
                  <a:srgbClr val="040C28"/>
                </a:solidFill>
                <a:latin typeface="Patrick Hand"/>
                <a:ea typeface="Patrick Hand"/>
                <a:cs typeface="Patrick Hand"/>
                <a:sym typeface="Patrick Hand"/>
              </a:rPr>
              <a:t>315</a:t>
            </a:r>
            <a:endParaRPr b="0" i="0" sz="1400" u="none" cap="none" strike="noStrike">
              <a:solidFill>
                <a:srgbClr val="000000"/>
              </a:solidFill>
              <a:latin typeface="Arial"/>
              <a:ea typeface="Arial"/>
              <a:cs typeface="Arial"/>
              <a:sym typeface="Arial"/>
            </a:endParaRPr>
          </a:p>
        </p:txBody>
      </p:sp>
      <p:sp>
        <p:nvSpPr>
          <p:cNvPr id="250" name="Google Shape;250;g237f276a022_0_1"/>
          <p:cNvSpPr txBox="1"/>
          <p:nvPr/>
        </p:nvSpPr>
        <p:spPr>
          <a:xfrm>
            <a:off x="3159525" y="4244175"/>
            <a:ext cx="809700" cy="1262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500"/>
              <a:buFont typeface="Arial"/>
              <a:buNone/>
            </a:pPr>
            <a:r>
              <a:rPr b="0" i="0" lang="es-ES" sz="3500" u="none" cap="none" strike="noStrike">
                <a:solidFill>
                  <a:srgbClr val="040C28"/>
                </a:solidFill>
                <a:latin typeface="Patrick Hand"/>
                <a:ea typeface="Patrick Hand"/>
                <a:cs typeface="Patrick Hand"/>
                <a:sym typeface="Patrick Hand"/>
              </a:rPr>
              <a:t>354</a:t>
            </a:r>
            <a:endParaRPr b="0" i="0" sz="3500" u="none" cap="none" strike="noStrike">
              <a:solidFill>
                <a:srgbClr val="040C28"/>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3500"/>
              <a:buFont typeface="Arial"/>
              <a:buNone/>
            </a:pPr>
            <a:r>
              <a:t/>
            </a:r>
            <a:endParaRPr b="0" i="0" sz="3500" u="none" cap="none" strike="noStrike">
              <a:solidFill>
                <a:srgbClr val="040C28"/>
              </a:solidFill>
              <a:latin typeface="Patrick Hand"/>
              <a:ea typeface="Patrick Hand"/>
              <a:cs typeface="Patrick Hand"/>
              <a:sym typeface="Patrick Hand"/>
            </a:endParaRPr>
          </a:p>
        </p:txBody>
      </p:sp>
      <p:sp>
        <p:nvSpPr>
          <p:cNvPr id="251" name="Google Shape;251;g237f276a022_0_1"/>
          <p:cNvSpPr txBox="1"/>
          <p:nvPr/>
        </p:nvSpPr>
        <p:spPr>
          <a:xfrm>
            <a:off x="10390625" y="1567100"/>
            <a:ext cx="809700" cy="723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500"/>
              <a:buFont typeface="Arial"/>
              <a:buNone/>
            </a:pPr>
            <a:r>
              <a:rPr b="0" i="0" lang="es-ES" sz="3500" u="none" cap="none" strike="noStrike">
                <a:solidFill>
                  <a:srgbClr val="040C28"/>
                </a:solidFill>
                <a:latin typeface="Patrick Hand"/>
                <a:ea typeface="Patrick Hand"/>
                <a:cs typeface="Patrick Hand"/>
                <a:sym typeface="Patrick Hand"/>
              </a:rPr>
              <a:t>308</a:t>
            </a:r>
            <a:endParaRPr b="0" i="0" sz="1400" u="none" cap="none" strike="noStrike">
              <a:solidFill>
                <a:srgbClr val="000000"/>
              </a:solidFill>
              <a:latin typeface="Arial"/>
              <a:ea typeface="Arial"/>
              <a:cs typeface="Arial"/>
              <a:sym typeface="Arial"/>
            </a:endParaRPr>
          </a:p>
        </p:txBody>
      </p:sp>
      <p:sp>
        <p:nvSpPr>
          <p:cNvPr id="252" name="Google Shape;252;g237f276a022_0_1"/>
          <p:cNvSpPr txBox="1"/>
          <p:nvPr/>
        </p:nvSpPr>
        <p:spPr>
          <a:xfrm>
            <a:off x="10461700" y="4244175"/>
            <a:ext cx="809700" cy="723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500"/>
              <a:buFont typeface="Arial"/>
              <a:buNone/>
            </a:pPr>
            <a:r>
              <a:rPr b="0" i="0" lang="es-ES" sz="3500" u="none" cap="none" strike="noStrike">
                <a:solidFill>
                  <a:srgbClr val="040C28"/>
                </a:solidFill>
                <a:latin typeface="Patrick Hand"/>
                <a:ea typeface="Patrick Hand"/>
                <a:cs typeface="Patrick Hand"/>
                <a:sym typeface="Patrick Hand"/>
              </a:rPr>
              <a:t>76</a:t>
            </a:r>
            <a:endParaRPr b="0" i="0" sz="1400" u="none" cap="none" strike="noStrike">
              <a:solidFill>
                <a:srgbClr val="000000"/>
              </a:solidFill>
              <a:latin typeface="Arial"/>
              <a:ea typeface="Arial"/>
              <a:cs typeface="Arial"/>
              <a:sym typeface="Arial"/>
            </a:endParaRPr>
          </a:p>
        </p:txBody>
      </p:sp>
      <p:sp>
        <p:nvSpPr>
          <p:cNvPr id="253" name="Google Shape;253;g237f276a022_0_1"/>
          <p:cNvSpPr txBox="1"/>
          <p:nvPr/>
        </p:nvSpPr>
        <p:spPr>
          <a:xfrm>
            <a:off x="7667750" y="1567100"/>
            <a:ext cx="3000000" cy="3417000"/>
          </a:xfrm>
          <a:prstGeom prst="rect">
            <a:avLst/>
          </a:prstGeom>
          <a:noFill/>
          <a:ln>
            <a:noFill/>
          </a:ln>
        </p:spPr>
        <p:txBody>
          <a:bodyPr anchorCtr="0" anchor="t" bIns="91425" lIns="91425" spcFirstLastPara="1" rIns="91425" wrap="square" tIns="91425">
            <a:spAutoFit/>
          </a:bodyPr>
          <a:lstStyle/>
          <a:p>
            <a:pPr indent="-450850" lvl="0" marL="457200" marR="0" rtl="0" algn="l">
              <a:lnSpc>
                <a:spcPct val="100000"/>
              </a:lnSpc>
              <a:spcBef>
                <a:spcPts val="0"/>
              </a:spcBef>
              <a:spcAft>
                <a:spcPts val="0"/>
              </a:spcAft>
              <a:buClr>
                <a:srgbClr val="040C28"/>
              </a:buClr>
              <a:buSzPts val="3500"/>
              <a:buFont typeface="Patrick Hand"/>
              <a:buChar char="●"/>
            </a:pPr>
            <a:r>
              <a:rPr b="0" i="0" lang="es-ES" sz="3500" u="none" cap="none" strike="noStrike">
                <a:solidFill>
                  <a:srgbClr val="040C28"/>
                </a:solidFill>
                <a:latin typeface="Patrick Hand"/>
                <a:ea typeface="Patrick Hand"/>
                <a:cs typeface="Patrick Hand"/>
                <a:sym typeface="Patrick Hand"/>
              </a:rPr>
              <a:t>4 4    x    7  =</a:t>
            </a:r>
            <a:endParaRPr b="0" i="0" sz="3500" u="none" cap="none" strike="noStrike">
              <a:solidFill>
                <a:srgbClr val="040C28"/>
              </a:solidFill>
              <a:latin typeface="Patrick Hand"/>
              <a:ea typeface="Patrick Hand"/>
              <a:cs typeface="Patrick Hand"/>
              <a:sym typeface="Patrick Hand"/>
            </a:endParaRPr>
          </a:p>
          <a:p>
            <a:pPr indent="0" lvl="0" marL="457200" marR="0" rtl="0" algn="l">
              <a:lnSpc>
                <a:spcPct val="100000"/>
              </a:lnSpc>
              <a:spcBef>
                <a:spcPts val="0"/>
              </a:spcBef>
              <a:spcAft>
                <a:spcPts val="0"/>
              </a:spcAft>
              <a:buClr>
                <a:srgbClr val="000000"/>
              </a:buClr>
              <a:buSzPts val="3500"/>
              <a:buFont typeface="Arial"/>
              <a:buNone/>
            </a:pPr>
            <a:r>
              <a:t/>
            </a:r>
            <a:endParaRPr b="0" i="0" sz="3500" u="none" cap="none" strike="noStrike">
              <a:solidFill>
                <a:srgbClr val="040C28"/>
              </a:solidFill>
              <a:latin typeface="Patrick Hand"/>
              <a:ea typeface="Patrick Hand"/>
              <a:cs typeface="Patrick Hand"/>
              <a:sym typeface="Patrick Hand"/>
            </a:endParaRPr>
          </a:p>
          <a:p>
            <a:pPr indent="0" lvl="0" marL="457200" marR="0" rtl="0" algn="l">
              <a:lnSpc>
                <a:spcPct val="100000"/>
              </a:lnSpc>
              <a:spcBef>
                <a:spcPts val="0"/>
              </a:spcBef>
              <a:spcAft>
                <a:spcPts val="0"/>
              </a:spcAft>
              <a:buClr>
                <a:srgbClr val="000000"/>
              </a:buClr>
              <a:buSzPts val="3500"/>
              <a:buFont typeface="Arial"/>
              <a:buNone/>
            </a:pPr>
            <a:r>
              <a:t/>
            </a:r>
            <a:endParaRPr b="0" i="0" sz="3500" u="none" cap="none" strike="noStrike">
              <a:solidFill>
                <a:srgbClr val="040C28"/>
              </a:solidFill>
              <a:latin typeface="Patrick Hand"/>
              <a:ea typeface="Patrick Hand"/>
              <a:cs typeface="Patrick Hand"/>
              <a:sym typeface="Patrick Hand"/>
            </a:endParaRPr>
          </a:p>
          <a:p>
            <a:pPr indent="0" lvl="0" marL="457200" marR="0" rtl="0" algn="l">
              <a:lnSpc>
                <a:spcPct val="100000"/>
              </a:lnSpc>
              <a:spcBef>
                <a:spcPts val="0"/>
              </a:spcBef>
              <a:spcAft>
                <a:spcPts val="0"/>
              </a:spcAft>
              <a:buClr>
                <a:srgbClr val="000000"/>
              </a:buClr>
              <a:buSzPts val="3500"/>
              <a:buFont typeface="Arial"/>
              <a:buNone/>
            </a:pPr>
            <a:r>
              <a:t/>
            </a:r>
            <a:endParaRPr b="0" i="0" sz="3500" u="none" cap="none" strike="noStrike">
              <a:solidFill>
                <a:srgbClr val="040C28"/>
              </a:solidFill>
              <a:latin typeface="Patrick Hand"/>
              <a:ea typeface="Patrick Hand"/>
              <a:cs typeface="Patrick Hand"/>
              <a:sym typeface="Patrick Hand"/>
            </a:endParaRPr>
          </a:p>
          <a:p>
            <a:pPr indent="0" lvl="0" marL="457200" marR="0" rtl="0" algn="l">
              <a:lnSpc>
                <a:spcPct val="100000"/>
              </a:lnSpc>
              <a:spcBef>
                <a:spcPts val="0"/>
              </a:spcBef>
              <a:spcAft>
                <a:spcPts val="0"/>
              </a:spcAft>
              <a:buClr>
                <a:srgbClr val="000000"/>
              </a:buClr>
              <a:buSzPts val="3500"/>
              <a:buFont typeface="Arial"/>
              <a:buNone/>
            </a:pPr>
            <a:r>
              <a:t/>
            </a:r>
            <a:endParaRPr b="0" i="0" sz="3500" u="none" cap="none" strike="noStrike">
              <a:solidFill>
                <a:srgbClr val="040C28"/>
              </a:solidFill>
              <a:latin typeface="Patrick Hand"/>
              <a:ea typeface="Patrick Hand"/>
              <a:cs typeface="Patrick Hand"/>
              <a:sym typeface="Patrick Hand"/>
            </a:endParaRPr>
          </a:p>
          <a:p>
            <a:pPr indent="-450850" lvl="0" marL="457200" marR="0" rtl="0" algn="l">
              <a:lnSpc>
                <a:spcPct val="100000"/>
              </a:lnSpc>
              <a:spcBef>
                <a:spcPts val="0"/>
              </a:spcBef>
              <a:spcAft>
                <a:spcPts val="0"/>
              </a:spcAft>
              <a:buClr>
                <a:srgbClr val="040C28"/>
              </a:buClr>
              <a:buSzPts val="3500"/>
              <a:buFont typeface="Patrick Hand"/>
              <a:buChar char="●"/>
            </a:pPr>
            <a:r>
              <a:rPr b="0" i="0" lang="es-ES" sz="3500" u="none" cap="none" strike="noStrike">
                <a:solidFill>
                  <a:srgbClr val="040C28"/>
                </a:solidFill>
                <a:latin typeface="Patrick Hand"/>
                <a:ea typeface="Patrick Hand"/>
                <a:cs typeface="Patrick Hand"/>
                <a:sym typeface="Patrick Hand"/>
              </a:rPr>
              <a:t>1 9    x    4   =</a:t>
            </a:r>
            <a:endParaRPr b="0" i="0" sz="1400" u="none" cap="none" strike="noStrike">
              <a:solidFill>
                <a:srgbClr val="000000"/>
              </a:solidFill>
              <a:latin typeface="Arial"/>
              <a:ea typeface="Arial"/>
              <a:cs typeface="Arial"/>
              <a:sym typeface="Arial"/>
            </a:endParaRPr>
          </a:p>
        </p:txBody>
      </p:sp>
      <p:sp>
        <p:nvSpPr>
          <p:cNvPr id="254" name="Google Shape;254;g237f276a022_0_1"/>
          <p:cNvSpPr txBox="1"/>
          <p:nvPr/>
        </p:nvSpPr>
        <p:spPr>
          <a:xfrm>
            <a:off x="1110925" y="1265325"/>
            <a:ext cx="8097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0" i="0" lang="es-ES" sz="2800" u="none" cap="none" strike="noStrike">
                <a:solidFill>
                  <a:srgbClr val="FF0000"/>
                </a:solidFill>
                <a:latin typeface="Patrick Hand"/>
                <a:ea typeface="Patrick Hand"/>
                <a:cs typeface="Patrick Hand"/>
                <a:sym typeface="Patrick Hand"/>
              </a:rPr>
              <a:t>3 </a:t>
            </a:r>
            <a:endParaRPr b="0" i="0" sz="700" u="none" cap="none" strike="noStrike">
              <a:solidFill>
                <a:srgbClr val="FF0000"/>
              </a:solidFill>
              <a:latin typeface="Arial"/>
              <a:ea typeface="Arial"/>
              <a:cs typeface="Arial"/>
              <a:sym typeface="Arial"/>
            </a:endParaRPr>
          </a:p>
        </p:txBody>
      </p:sp>
      <p:sp>
        <p:nvSpPr>
          <p:cNvPr id="255" name="Google Shape;255;g237f276a022_0_1"/>
          <p:cNvSpPr txBox="1"/>
          <p:nvPr/>
        </p:nvSpPr>
        <p:spPr>
          <a:xfrm>
            <a:off x="1110925" y="3869550"/>
            <a:ext cx="8097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0" i="0" lang="es-ES" sz="2800" u="none" cap="none" strike="noStrike">
                <a:solidFill>
                  <a:srgbClr val="FF0000"/>
                </a:solidFill>
                <a:latin typeface="Patrick Hand"/>
                <a:ea typeface="Patrick Hand"/>
                <a:cs typeface="Patrick Hand"/>
                <a:sym typeface="Patrick Hand"/>
              </a:rPr>
              <a:t>5 </a:t>
            </a:r>
            <a:endParaRPr b="0" i="0" sz="700" u="none" cap="none" strike="noStrike">
              <a:solidFill>
                <a:srgbClr val="FF0000"/>
              </a:solidFill>
              <a:latin typeface="Arial"/>
              <a:ea typeface="Arial"/>
              <a:cs typeface="Arial"/>
              <a:sym typeface="Arial"/>
            </a:endParaRPr>
          </a:p>
        </p:txBody>
      </p:sp>
      <p:sp>
        <p:nvSpPr>
          <p:cNvPr id="256" name="Google Shape;256;g237f276a022_0_1"/>
          <p:cNvSpPr txBox="1"/>
          <p:nvPr/>
        </p:nvSpPr>
        <p:spPr>
          <a:xfrm>
            <a:off x="8078300" y="1265325"/>
            <a:ext cx="8097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lang="es-ES" sz="2800">
                <a:solidFill>
                  <a:srgbClr val="FF0000"/>
                </a:solidFill>
                <a:latin typeface="Patrick Hand"/>
                <a:ea typeface="Patrick Hand"/>
                <a:cs typeface="Patrick Hand"/>
                <a:sym typeface="Patrick Hand"/>
              </a:rPr>
              <a:t>2</a:t>
            </a:r>
            <a:r>
              <a:rPr b="0" i="0" lang="es-ES" sz="2800" u="none" cap="none" strike="noStrike">
                <a:solidFill>
                  <a:srgbClr val="FF0000"/>
                </a:solidFill>
                <a:latin typeface="Patrick Hand"/>
                <a:ea typeface="Patrick Hand"/>
                <a:cs typeface="Patrick Hand"/>
                <a:sym typeface="Patrick Hand"/>
              </a:rPr>
              <a:t> </a:t>
            </a:r>
            <a:endParaRPr b="0" i="0" sz="700" u="none" cap="none" strike="noStrike">
              <a:solidFill>
                <a:srgbClr val="FF0000"/>
              </a:solidFill>
              <a:latin typeface="Arial"/>
              <a:ea typeface="Arial"/>
              <a:cs typeface="Arial"/>
              <a:sym typeface="Arial"/>
            </a:endParaRPr>
          </a:p>
        </p:txBody>
      </p:sp>
      <p:sp>
        <p:nvSpPr>
          <p:cNvPr id="257" name="Google Shape;257;g237f276a022_0_1"/>
          <p:cNvSpPr txBox="1"/>
          <p:nvPr/>
        </p:nvSpPr>
        <p:spPr>
          <a:xfrm>
            <a:off x="8078300" y="3869550"/>
            <a:ext cx="8097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0" i="0" lang="es-ES" sz="2800" u="none" cap="none" strike="noStrike">
                <a:solidFill>
                  <a:srgbClr val="FF0000"/>
                </a:solidFill>
                <a:latin typeface="Patrick Hand"/>
                <a:ea typeface="Patrick Hand"/>
                <a:cs typeface="Patrick Hand"/>
                <a:sym typeface="Patrick Hand"/>
              </a:rPr>
              <a:t>3 </a:t>
            </a:r>
            <a:endParaRPr b="0" i="0" sz="700" u="none" cap="none" strike="noStrike">
              <a:solidFill>
                <a:srgbClr val="FF0000"/>
              </a:solidFill>
              <a:latin typeface="Arial"/>
              <a:ea typeface="Arial"/>
              <a:cs typeface="Arial"/>
              <a:sym typeface="Arial"/>
            </a:endParaRPr>
          </a:p>
        </p:txBody>
      </p:sp>
      <p:sp>
        <p:nvSpPr>
          <p:cNvPr id="258" name="Google Shape;258;g237f276a022_0_1"/>
          <p:cNvSpPr txBox="1"/>
          <p:nvPr/>
        </p:nvSpPr>
        <p:spPr>
          <a:xfrm>
            <a:off x="1308625" y="2053475"/>
            <a:ext cx="612000" cy="723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500"/>
              <a:buFont typeface="Arial"/>
              <a:buNone/>
            </a:pPr>
            <a:r>
              <a:rPr b="0" i="0" lang="es-ES" sz="3500" u="none" cap="none" strike="noStrike">
                <a:solidFill>
                  <a:srgbClr val="040C28"/>
                </a:solidFill>
                <a:latin typeface="Patrick Hand"/>
                <a:ea typeface="Patrick Hand"/>
                <a:cs typeface="Patrick Hand"/>
                <a:sym typeface="Patrick Hand"/>
              </a:rPr>
              <a:t>5</a:t>
            </a:r>
            <a:endParaRPr b="0" i="0" sz="1400" u="none" cap="none" strike="noStrike">
              <a:solidFill>
                <a:srgbClr val="000000"/>
              </a:solidFill>
              <a:latin typeface="Arial"/>
              <a:ea typeface="Arial"/>
              <a:cs typeface="Arial"/>
              <a:sym typeface="Arial"/>
            </a:endParaRPr>
          </a:p>
        </p:txBody>
      </p:sp>
      <p:sp>
        <p:nvSpPr>
          <p:cNvPr id="259" name="Google Shape;259;g237f276a022_0_1"/>
          <p:cNvSpPr txBox="1"/>
          <p:nvPr/>
        </p:nvSpPr>
        <p:spPr>
          <a:xfrm>
            <a:off x="690175" y="2053475"/>
            <a:ext cx="718500" cy="723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500"/>
              <a:buFont typeface="Arial"/>
              <a:buNone/>
            </a:pPr>
            <a:r>
              <a:rPr b="0" i="0" lang="es-ES" sz="3500" u="none" cap="none" strike="noStrike">
                <a:solidFill>
                  <a:srgbClr val="040C28"/>
                </a:solidFill>
                <a:latin typeface="Patrick Hand"/>
                <a:ea typeface="Patrick Hand"/>
                <a:cs typeface="Patrick Hand"/>
                <a:sym typeface="Patrick Hand"/>
              </a:rPr>
              <a:t>3 1</a:t>
            </a:r>
            <a:endParaRPr b="0" i="0" sz="1400" u="none" cap="none" strike="noStrike">
              <a:solidFill>
                <a:srgbClr val="000000"/>
              </a:solidFill>
              <a:latin typeface="Arial"/>
              <a:ea typeface="Arial"/>
              <a:cs typeface="Arial"/>
              <a:sym typeface="Arial"/>
            </a:endParaRPr>
          </a:p>
        </p:txBody>
      </p:sp>
      <p:sp>
        <p:nvSpPr>
          <p:cNvPr id="260" name="Google Shape;260;g237f276a022_0_1"/>
          <p:cNvSpPr txBox="1"/>
          <p:nvPr/>
        </p:nvSpPr>
        <p:spPr>
          <a:xfrm>
            <a:off x="784500" y="4621950"/>
            <a:ext cx="3000000" cy="723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500"/>
              <a:buFont typeface="Arial"/>
              <a:buNone/>
            </a:pPr>
            <a:r>
              <a:rPr b="0" i="0" lang="es-ES" sz="3500" u="none" cap="none" strike="noStrike">
                <a:solidFill>
                  <a:srgbClr val="040C28"/>
                </a:solidFill>
                <a:latin typeface="Patrick Hand"/>
                <a:ea typeface="Patrick Hand"/>
                <a:cs typeface="Patrick Hand"/>
                <a:sym typeface="Patrick Hand"/>
              </a:rPr>
              <a:t>3 5</a:t>
            </a:r>
            <a:endParaRPr b="0" i="0" sz="1400" u="none" cap="none" strike="noStrike">
              <a:solidFill>
                <a:srgbClr val="000000"/>
              </a:solidFill>
              <a:latin typeface="Arial"/>
              <a:ea typeface="Arial"/>
              <a:cs typeface="Arial"/>
              <a:sym typeface="Arial"/>
            </a:endParaRPr>
          </a:p>
        </p:txBody>
      </p:sp>
      <p:sp>
        <p:nvSpPr>
          <p:cNvPr id="261" name="Google Shape;261;g237f276a022_0_1"/>
          <p:cNvSpPr txBox="1"/>
          <p:nvPr/>
        </p:nvSpPr>
        <p:spPr>
          <a:xfrm>
            <a:off x="1408675" y="4621950"/>
            <a:ext cx="612000" cy="723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500"/>
              <a:buFont typeface="Arial"/>
              <a:buNone/>
            </a:pPr>
            <a:r>
              <a:rPr b="0" i="0" lang="es-ES" sz="3500" u="none" cap="none" strike="noStrike">
                <a:solidFill>
                  <a:srgbClr val="040C28"/>
                </a:solidFill>
                <a:latin typeface="Patrick Hand"/>
                <a:ea typeface="Patrick Hand"/>
                <a:cs typeface="Patrick Hand"/>
                <a:sym typeface="Patrick Hand"/>
              </a:rPr>
              <a:t>4</a:t>
            </a:r>
            <a:endParaRPr b="0" i="0" sz="1400" u="none" cap="none" strike="noStrike">
              <a:solidFill>
                <a:srgbClr val="000000"/>
              </a:solidFill>
              <a:latin typeface="Arial"/>
              <a:ea typeface="Arial"/>
              <a:cs typeface="Arial"/>
              <a:sym typeface="Arial"/>
            </a:endParaRPr>
          </a:p>
        </p:txBody>
      </p:sp>
      <p:sp>
        <p:nvSpPr>
          <p:cNvPr id="262" name="Google Shape;262;g237f276a022_0_1"/>
          <p:cNvSpPr txBox="1"/>
          <p:nvPr/>
        </p:nvSpPr>
        <p:spPr>
          <a:xfrm>
            <a:off x="8382600" y="2053475"/>
            <a:ext cx="612000" cy="723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500"/>
              <a:buFont typeface="Arial"/>
              <a:buNone/>
            </a:pPr>
            <a:r>
              <a:rPr b="0" i="0" lang="es-ES" sz="3500" u="none" cap="none" strike="noStrike">
                <a:solidFill>
                  <a:srgbClr val="040C28"/>
                </a:solidFill>
                <a:latin typeface="Patrick Hand"/>
                <a:ea typeface="Patrick Hand"/>
                <a:cs typeface="Patrick Hand"/>
                <a:sym typeface="Patrick Hand"/>
              </a:rPr>
              <a:t>8</a:t>
            </a:r>
            <a:endParaRPr b="0" i="0" sz="3500" u="none" cap="none" strike="noStrike">
              <a:solidFill>
                <a:srgbClr val="040C28"/>
              </a:solidFill>
              <a:latin typeface="Patrick Hand"/>
              <a:ea typeface="Patrick Hand"/>
              <a:cs typeface="Patrick Hand"/>
              <a:sym typeface="Patrick Hand"/>
            </a:endParaRPr>
          </a:p>
        </p:txBody>
      </p:sp>
      <p:sp>
        <p:nvSpPr>
          <p:cNvPr id="263" name="Google Shape;263;g237f276a022_0_1"/>
          <p:cNvSpPr txBox="1"/>
          <p:nvPr/>
        </p:nvSpPr>
        <p:spPr>
          <a:xfrm>
            <a:off x="8382600" y="4782975"/>
            <a:ext cx="612000" cy="723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500"/>
              <a:buFont typeface="Arial"/>
              <a:buNone/>
            </a:pPr>
            <a:r>
              <a:rPr b="0" i="0" lang="es-ES" sz="3500" u="none" cap="none" strike="noStrike">
                <a:solidFill>
                  <a:srgbClr val="040C28"/>
                </a:solidFill>
                <a:latin typeface="Patrick Hand"/>
                <a:ea typeface="Patrick Hand"/>
                <a:cs typeface="Patrick Hand"/>
                <a:sym typeface="Patrick Hand"/>
              </a:rPr>
              <a:t>6</a:t>
            </a:r>
            <a:endParaRPr b="0" i="0" sz="1400" u="none" cap="none" strike="noStrike">
              <a:solidFill>
                <a:srgbClr val="000000"/>
              </a:solidFill>
              <a:latin typeface="Arial"/>
              <a:ea typeface="Arial"/>
              <a:cs typeface="Arial"/>
              <a:sym typeface="Arial"/>
            </a:endParaRPr>
          </a:p>
        </p:txBody>
      </p:sp>
      <p:sp>
        <p:nvSpPr>
          <p:cNvPr id="264" name="Google Shape;264;g237f276a022_0_1"/>
          <p:cNvSpPr txBox="1"/>
          <p:nvPr/>
        </p:nvSpPr>
        <p:spPr>
          <a:xfrm>
            <a:off x="7830075" y="2053475"/>
            <a:ext cx="718500" cy="723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500"/>
              <a:buFont typeface="Arial"/>
              <a:buNone/>
            </a:pPr>
            <a:r>
              <a:rPr b="0" i="0" lang="es-ES" sz="3500" u="none" cap="none" strike="noStrike">
                <a:solidFill>
                  <a:srgbClr val="040C28"/>
                </a:solidFill>
                <a:latin typeface="Patrick Hand"/>
                <a:ea typeface="Patrick Hand"/>
                <a:cs typeface="Patrick Hand"/>
                <a:sym typeface="Patrick Hand"/>
              </a:rPr>
              <a:t>3 0</a:t>
            </a:r>
            <a:endParaRPr b="0" i="0" sz="1400" u="none" cap="none" strike="noStrike">
              <a:solidFill>
                <a:srgbClr val="000000"/>
              </a:solidFill>
              <a:latin typeface="Arial"/>
              <a:ea typeface="Arial"/>
              <a:cs typeface="Arial"/>
              <a:sym typeface="Arial"/>
            </a:endParaRPr>
          </a:p>
        </p:txBody>
      </p:sp>
      <p:sp>
        <p:nvSpPr>
          <p:cNvPr id="265" name="Google Shape;265;g237f276a022_0_1"/>
          <p:cNvSpPr txBox="1"/>
          <p:nvPr/>
        </p:nvSpPr>
        <p:spPr>
          <a:xfrm>
            <a:off x="8058675" y="4782975"/>
            <a:ext cx="552600" cy="723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500"/>
              <a:buFont typeface="Arial"/>
              <a:buNone/>
            </a:pPr>
            <a:r>
              <a:rPr b="0" i="0" lang="es-ES" sz="3500" u="none" cap="none" strike="noStrike">
                <a:solidFill>
                  <a:srgbClr val="040C28"/>
                </a:solidFill>
                <a:latin typeface="Patrick Hand"/>
                <a:ea typeface="Patrick Hand"/>
                <a:cs typeface="Patrick Hand"/>
                <a:sym typeface="Patrick Hand"/>
              </a:rPr>
              <a:t>7</a:t>
            </a:r>
            <a:endParaRPr b="0" i="0" sz="1400" u="none" cap="none" strike="noStrike">
              <a:solidFill>
                <a:srgbClr val="000000"/>
              </a:solidFill>
              <a:latin typeface="Arial"/>
              <a:ea typeface="Arial"/>
              <a:cs typeface="Arial"/>
              <a:sym typeface="Arial"/>
            </a:endParaRPr>
          </a:p>
        </p:txBody>
      </p:sp>
      <p:pic>
        <p:nvPicPr>
          <p:cNvPr id="266" name="Google Shape;266;g237f276a022_0_1"/>
          <p:cNvPicPr preferRelativeResize="0"/>
          <p:nvPr/>
        </p:nvPicPr>
        <p:blipFill>
          <a:blip r:embed="rId4">
            <a:alphaModFix/>
          </a:blip>
          <a:stretch>
            <a:fillRect/>
          </a:stretch>
        </p:blipFill>
        <p:spPr>
          <a:xfrm>
            <a:off x="10974775" y="5287987"/>
            <a:ext cx="975700" cy="10291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pic>
        <p:nvPicPr>
          <p:cNvPr descr="Forma&#10;&#10;Descripción generada automáticamente con confianza media" id="271" name="Google Shape;271;g237f276a022_0_13"/>
          <p:cNvPicPr preferRelativeResize="0"/>
          <p:nvPr>
            <p:ph idx="1" type="body"/>
          </p:nvPr>
        </p:nvPicPr>
        <p:blipFill rotWithShape="1">
          <a:blip r:embed="rId3">
            <a:alphaModFix/>
          </a:blip>
          <a:srcRect b="0" l="0" r="0" t="0"/>
          <a:stretch/>
        </p:blipFill>
        <p:spPr>
          <a:xfrm>
            <a:off x="0" y="0"/>
            <a:ext cx="12192000" cy="6858000"/>
          </a:xfrm>
          <a:prstGeom prst="rect">
            <a:avLst/>
          </a:prstGeom>
          <a:noFill/>
          <a:ln>
            <a:noFill/>
          </a:ln>
        </p:spPr>
      </p:pic>
      <p:sp>
        <p:nvSpPr>
          <p:cNvPr id="272" name="Google Shape;272;g237f276a022_0_13"/>
          <p:cNvSpPr txBox="1"/>
          <p:nvPr/>
        </p:nvSpPr>
        <p:spPr>
          <a:xfrm>
            <a:off x="235250" y="212600"/>
            <a:ext cx="14275800" cy="1354500"/>
          </a:xfrm>
          <a:prstGeom prst="rect">
            <a:avLst/>
          </a:prstGeom>
          <a:noFill/>
          <a:ln>
            <a:noFill/>
          </a:ln>
        </p:spPr>
        <p:txBody>
          <a:bodyPr anchorCtr="0" anchor="t" bIns="91425" lIns="91425" spcFirstLastPara="1" rIns="91425" wrap="square" tIns="91425">
            <a:spAutoFit/>
          </a:bodyPr>
          <a:lstStyle/>
          <a:p>
            <a:pPr indent="0" lvl="0" marL="457200" marR="0" rtl="0" algn="l">
              <a:lnSpc>
                <a:spcPct val="100000"/>
              </a:lnSpc>
              <a:spcBef>
                <a:spcPts val="0"/>
              </a:spcBef>
              <a:spcAft>
                <a:spcPts val="0"/>
              </a:spcAft>
              <a:buClr>
                <a:srgbClr val="000000"/>
              </a:buClr>
              <a:buSzPts val="3300"/>
              <a:buFont typeface="Arial"/>
              <a:buNone/>
            </a:pPr>
            <a:r>
              <a:rPr b="1" i="0" lang="es-ES" sz="3300" u="none" cap="none" strike="noStrike">
                <a:solidFill>
                  <a:srgbClr val="040C28"/>
                </a:solidFill>
                <a:latin typeface="Patrick Hand"/>
                <a:ea typeface="Patrick Hand"/>
                <a:cs typeface="Patrick Hand"/>
                <a:sym typeface="Patrick Hand"/>
              </a:rPr>
              <a:t>Ejercicio</a:t>
            </a:r>
            <a:r>
              <a:rPr b="0" i="0" lang="es-ES" sz="2900" u="none" cap="none" strike="noStrike">
                <a:solidFill>
                  <a:srgbClr val="040C28"/>
                </a:solidFill>
                <a:latin typeface="Patrick Hand"/>
                <a:ea typeface="Patrick Hand"/>
                <a:cs typeface="Patrick Hand"/>
                <a:sym typeface="Patrick Hand"/>
              </a:rPr>
              <a:t>: </a:t>
            </a:r>
            <a:endParaRPr b="0" i="0" sz="2900" u="none" cap="none" strike="noStrike">
              <a:solidFill>
                <a:srgbClr val="040C28"/>
              </a:solidFill>
              <a:latin typeface="Patrick Hand"/>
              <a:ea typeface="Patrick Hand"/>
              <a:cs typeface="Patrick Hand"/>
              <a:sym typeface="Patrick Hand"/>
            </a:endParaRPr>
          </a:p>
          <a:p>
            <a:pPr indent="-412750" lvl="0" marL="457200" marR="0" rtl="0" algn="l">
              <a:lnSpc>
                <a:spcPct val="100000"/>
              </a:lnSpc>
              <a:spcBef>
                <a:spcPts val="0"/>
              </a:spcBef>
              <a:spcAft>
                <a:spcPts val="0"/>
              </a:spcAft>
              <a:buClr>
                <a:srgbClr val="040C28"/>
              </a:buClr>
              <a:buSzPts val="2900"/>
              <a:buFont typeface="Patrick Hand"/>
              <a:buChar char="-"/>
            </a:pPr>
            <a:r>
              <a:rPr b="0" i="0" lang="es-ES" sz="2900" u="none" cap="none" strike="noStrike">
                <a:solidFill>
                  <a:srgbClr val="040C28"/>
                </a:solidFill>
                <a:latin typeface="Patrick Hand"/>
                <a:ea typeface="Patrick Hand"/>
                <a:cs typeface="Patrick Hand"/>
                <a:sym typeface="Patrick Hand"/>
              </a:rPr>
              <a:t>Abre tu cuaderno y resuelve los siguientes ejercicios utilizando el algoritmo. </a:t>
            </a:r>
            <a:endParaRPr b="0" i="0" sz="2900" u="none" cap="none" strike="noStrike">
              <a:solidFill>
                <a:srgbClr val="040C28"/>
              </a:solidFill>
              <a:latin typeface="Patrick Hand"/>
              <a:ea typeface="Patrick Hand"/>
              <a:cs typeface="Patrick Hand"/>
              <a:sym typeface="Patrick Hand"/>
            </a:endParaRPr>
          </a:p>
          <a:p>
            <a:pPr indent="0" lvl="0" marL="91440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3" name="Google Shape;273;g237f276a022_0_13"/>
          <p:cNvSpPr txBox="1"/>
          <p:nvPr/>
        </p:nvSpPr>
        <p:spPr>
          <a:xfrm>
            <a:off x="738350" y="1459475"/>
            <a:ext cx="3993900" cy="3955800"/>
          </a:xfrm>
          <a:prstGeom prst="rect">
            <a:avLst/>
          </a:prstGeom>
          <a:noFill/>
          <a:ln>
            <a:noFill/>
          </a:ln>
        </p:spPr>
        <p:txBody>
          <a:bodyPr anchorCtr="0" anchor="t" bIns="91425" lIns="91425" spcFirstLastPara="1" rIns="91425" wrap="square" tIns="91425">
            <a:spAutoFit/>
          </a:bodyPr>
          <a:lstStyle/>
          <a:p>
            <a:pPr indent="-450850" lvl="0" marL="457200" marR="0" rtl="0" algn="l">
              <a:lnSpc>
                <a:spcPct val="100000"/>
              </a:lnSpc>
              <a:spcBef>
                <a:spcPts val="0"/>
              </a:spcBef>
              <a:spcAft>
                <a:spcPts val="0"/>
              </a:spcAft>
              <a:buClr>
                <a:srgbClr val="040C28"/>
              </a:buClr>
              <a:buSzPts val="3500"/>
              <a:buFont typeface="Patrick Hand"/>
              <a:buChar char="●"/>
            </a:pPr>
            <a:r>
              <a:rPr b="0" i="0" lang="es-ES" sz="3500" u="none" cap="none" strike="noStrike">
                <a:solidFill>
                  <a:srgbClr val="040C28"/>
                </a:solidFill>
                <a:latin typeface="Patrick Hand"/>
                <a:ea typeface="Patrick Hand"/>
                <a:cs typeface="Patrick Hand"/>
                <a:sym typeface="Patrick Hand"/>
              </a:rPr>
              <a:t>2 7  x    3 =</a:t>
            </a:r>
            <a:endParaRPr b="0" i="0" sz="3500" u="none" cap="none" strike="noStrike">
              <a:solidFill>
                <a:srgbClr val="040C28"/>
              </a:solidFill>
              <a:latin typeface="Patrick Hand"/>
              <a:ea typeface="Patrick Hand"/>
              <a:cs typeface="Patrick Hand"/>
              <a:sym typeface="Patrick Hand"/>
            </a:endParaRPr>
          </a:p>
          <a:p>
            <a:pPr indent="0" lvl="0" marL="457200" marR="0" rtl="0" algn="l">
              <a:lnSpc>
                <a:spcPct val="100000"/>
              </a:lnSpc>
              <a:spcBef>
                <a:spcPts val="0"/>
              </a:spcBef>
              <a:spcAft>
                <a:spcPts val="0"/>
              </a:spcAft>
              <a:buClr>
                <a:srgbClr val="000000"/>
              </a:buClr>
              <a:buSzPts val="3500"/>
              <a:buFont typeface="Arial"/>
              <a:buNone/>
            </a:pPr>
            <a:r>
              <a:t/>
            </a:r>
            <a:endParaRPr b="0" i="0" sz="3500" u="none" cap="none" strike="noStrike">
              <a:solidFill>
                <a:srgbClr val="040C28"/>
              </a:solidFill>
              <a:latin typeface="Patrick Hand"/>
              <a:ea typeface="Patrick Hand"/>
              <a:cs typeface="Patrick Hand"/>
              <a:sym typeface="Patrick Hand"/>
            </a:endParaRPr>
          </a:p>
          <a:p>
            <a:pPr indent="0" lvl="0" marL="457200" marR="0" rtl="0" algn="l">
              <a:lnSpc>
                <a:spcPct val="100000"/>
              </a:lnSpc>
              <a:spcBef>
                <a:spcPts val="0"/>
              </a:spcBef>
              <a:spcAft>
                <a:spcPts val="0"/>
              </a:spcAft>
              <a:buClr>
                <a:srgbClr val="000000"/>
              </a:buClr>
              <a:buSzPts val="3500"/>
              <a:buFont typeface="Arial"/>
              <a:buNone/>
            </a:pPr>
            <a:r>
              <a:t/>
            </a:r>
            <a:endParaRPr b="0" i="0" sz="3500" u="none" cap="none" strike="noStrike">
              <a:solidFill>
                <a:srgbClr val="040C28"/>
              </a:solidFill>
              <a:latin typeface="Patrick Hand"/>
              <a:ea typeface="Patrick Hand"/>
              <a:cs typeface="Patrick Hand"/>
              <a:sym typeface="Patrick Hand"/>
            </a:endParaRPr>
          </a:p>
          <a:p>
            <a:pPr indent="0" lvl="0" marL="457200" marR="0" rtl="0" algn="l">
              <a:lnSpc>
                <a:spcPct val="100000"/>
              </a:lnSpc>
              <a:spcBef>
                <a:spcPts val="0"/>
              </a:spcBef>
              <a:spcAft>
                <a:spcPts val="0"/>
              </a:spcAft>
              <a:buClr>
                <a:srgbClr val="000000"/>
              </a:buClr>
              <a:buSzPts val="3500"/>
              <a:buFont typeface="Arial"/>
              <a:buNone/>
            </a:pPr>
            <a:r>
              <a:t/>
            </a:r>
            <a:endParaRPr b="0" i="0" sz="3500" u="none" cap="none" strike="noStrike">
              <a:solidFill>
                <a:srgbClr val="040C28"/>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3500"/>
              <a:buFont typeface="Arial"/>
              <a:buNone/>
            </a:pPr>
            <a:r>
              <a:t/>
            </a:r>
            <a:endParaRPr b="0" i="0" sz="3500" u="none" cap="none" strike="noStrike">
              <a:solidFill>
                <a:srgbClr val="040C28"/>
              </a:solidFill>
              <a:latin typeface="Patrick Hand"/>
              <a:ea typeface="Patrick Hand"/>
              <a:cs typeface="Patrick Hand"/>
              <a:sym typeface="Patrick Hand"/>
            </a:endParaRPr>
          </a:p>
          <a:p>
            <a:pPr indent="-450850" lvl="0" marL="457200" marR="0" rtl="0" algn="l">
              <a:lnSpc>
                <a:spcPct val="100000"/>
              </a:lnSpc>
              <a:spcBef>
                <a:spcPts val="0"/>
              </a:spcBef>
              <a:spcAft>
                <a:spcPts val="0"/>
              </a:spcAft>
              <a:buClr>
                <a:srgbClr val="040C28"/>
              </a:buClr>
              <a:buSzPts val="3500"/>
              <a:buFont typeface="Patrick Hand"/>
              <a:buChar char="●"/>
            </a:pPr>
            <a:r>
              <a:rPr b="0" i="0" lang="es-ES" sz="3500" u="none" cap="none" strike="noStrike">
                <a:solidFill>
                  <a:srgbClr val="040C28"/>
                </a:solidFill>
                <a:latin typeface="Patrick Hand"/>
                <a:ea typeface="Patrick Hand"/>
                <a:cs typeface="Patrick Hand"/>
                <a:sym typeface="Patrick Hand"/>
              </a:rPr>
              <a:t>4 9    x   5  =</a:t>
            </a:r>
            <a:endParaRPr b="0" i="0" sz="3500" u="none" cap="none" strike="noStrike">
              <a:solidFill>
                <a:srgbClr val="040C28"/>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3500"/>
              <a:buFont typeface="Arial"/>
              <a:buNone/>
            </a:pPr>
            <a:r>
              <a:t/>
            </a:r>
            <a:endParaRPr b="0" i="0" sz="3500" u="none" cap="none" strike="noStrike">
              <a:solidFill>
                <a:srgbClr val="040C28"/>
              </a:solidFill>
              <a:latin typeface="Patrick Hand"/>
              <a:ea typeface="Patrick Hand"/>
              <a:cs typeface="Patrick Hand"/>
              <a:sym typeface="Patrick Hand"/>
            </a:endParaRPr>
          </a:p>
        </p:txBody>
      </p:sp>
      <p:sp>
        <p:nvSpPr>
          <p:cNvPr id="274" name="Google Shape;274;g237f276a022_0_13"/>
          <p:cNvSpPr txBox="1"/>
          <p:nvPr/>
        </p:nvSpPr>
        <p:spPr>
          <a:xfrm>
            <a:off x="3212850" y="1459475"/>
            <a:ext cx="809700" cy="723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500"/>
              <a:buFont typeface="Arial"/>
              <a:buNone/>
            </a:pPr>
            <a:r>
              <a:rPr b="0" i="0" lang="es-ES" sz="3500" u="none" cap="none" strike="noStrike">
                <a:solidFill>
                  <a:srgbClr val="040C28"/>
                </a:solidFill>
                <a:latin typeface="Patrick Hand"/>
                <a:ea typeface="Patrick Hand"/>
                <a:cs typeface="Patrick Hand"/>
                <a:sym typeface="Patrick Hand"/>
              </a:rPr>
              <a:t>81</a:t>
            </a:r>
            <a:endParaRPr b="0" i="0" sz="1400" u="none" cap="none" strike="noStrike">
              <a:solidFill>
                <a:srgbClr val="000000"/>
              </a:solidFill>
              <a:latin typeface="Arial"/>
              <a:ea typeface="Arial"/>
              <a:cs typeface="Arial"/>
              <a:sym typeface="Arial"/>
            </a:endParaRPr>
          </a:p>
        </p:txBody>
      </p:sp>
      <p:sp>
        <p:nvSpPr>
          <p:cNvPr id="275" name="Google Shape;275;g237f276a022_0_13"/>
          <p:cNvSpPr txBox="1"/>
          <p:nvPr/>
        </p:nvSpPr>
        <p:spPr>
          <a:xfrm>
            <a:off x="3286875" y="4119375"/>
            <a:ext cx="1048200" cy="723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500"/>
              <a:buFont typeface="Arial"/>
              <a:buNone/>
            </a:pPr>
            <a:r>
              <a:rPr b="0" i="0" lang="es-ES" sz="3500" u="none" cap="none" strike="noStrike">
                <a:solidFill>
                  <a:srgbClr val="040C28"/>
                </a:solidFill>
                <a:latin typeface="Patrick Hand"/>
                <a:ea typeface="Patrick Hand"/>
                <a:cs typeface="Patrick Hand"/>
                <a:sym typeface="Patrick Hand"/>
              </a:rPr>
              <a:t>245</a:t>
            </a:r>
            <a:endParaRPr b="0" i="0" sz="1400" u="none" cap="none" strike="noStrike">
              <a:solidFill>
                <a:srgbClr val="000000"/>
              </a:solidFill>
              <a:latin typeface="Arial"/>
              <a:ea typeface="Arial"/>
              <a:cs typeface="Arial"/>
              <a:sym typeface="Arial"/>
            </a:endParaRPr>
          </a:p>
        </p:txBody>
      </p:sp>
      <p:sp>
        <p:nvSpPr>
          <p:cNvPr id="276" name="Google Shape;276;g237f276a022_0_13"/>
          <p:cNvSpPr txBox="1"/>
          <p:nvPr/>
        </p:nvSpPr>
        <p:spPr>
          <a:xfrm>
            <a:off x="10342475" y="1459475"/>
            <a:ext cx="809700" cy="723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500"/>
              <a:buFont typeface="Arial"/>
              <a:buNone/>
            </a:pPr>
            <a:r>
              <a:rPr b="0" i="0" lang="es-ES" sz="3500" u="none" cap="none" strike="noStrike">
                <a:solidFill>
                  <a:srgbClr val="040C28"/>
                </a:solidFill>
                <a:latin typeface="Patrick Hand"/>
                <a:ea typeface="Patrick Hand"/>
                <a:cs typeface="Patrick Hand"/>
                <a:sym typeface="Patrick Hand"/>
              </a:rPr>
              <a:t>160</a:t>
            </a:r>
            <a:endParaRPr b="0" i="0" sz="1400" u="none" cap="none" strike="noStrike">
              <a:solidFill>
                <a:srgbClr val="000000"/>
              </a:solidFill>
              <a:latin typeface="Arial"/>
              <a:ea typeface="Arial"/>
              <a:cs typeface="Arial"/>
              <a:sym typeface="Arial"/>
            </a:endParaRPr>
          </a:p>
        </p:txBody>
      </p:sp>
      <p:sp>
        <p:nvSpPr>
          <p:cNvPr id="277" name="Google Shape;277;g237f276a022_0_13"/>
          <p:cNvSpPr txBox="1"/>
          <p:nvPr/>
        </p:nvSpPr>
        <p:spPr>
          <a:xfrm>
            <a:off x="10502375" y="4119375"/>
            <a:ext cx="809700" cy="723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500"/>
              <a:buFont typeface="Arial"/>
              <a:buNone/>
            </a:pPr>
            <a:r>
              <a:rPr b="0" i="0" lang="es-ES" sz="3500" u="none" cap="none" strike="noStrike">
                <a:solidFill>
                  <a:srgbClr val="040C28"/>
                </a:solidFill>
                <a:latin typeface="Patrick Hand"/>
                <a:ea typeface="Patrick Hand"/>
                <a:cs typeface="Patrick Hand"/>
                <a:sym typeface="Patrick Hand"/>
              </a:rPr>
              <a:t>603</a:t>
            </a:r>
            <a:endParaRPr b="0" i="0" sz="1400" u="none" cap="none" strike="noStrike">
              <a:solidFill>
                <a:srgbClr val="000000"/>
              </a:solidFill>
              <a:latin typeface="Arial"/>
              <a:ea typeface="Arial"/>
              <a:cs typeface="Arial"/>
              <a:sym typeface="Arial"/>
            </a:endParaRPr>
          </a:p>
        </p:txBody>
      </p:sp>
      <p:sp>
        <p:nvSpPr>
          <p:cNvPr id="278" name="Google Shape;278;g237f276a022_0_13"/>
          <p:cNvSpPr txBox="1"/>
          <p:nvPr/>
        </p:nvSpPr>
        <p:spPr>
          <a:xfrm>
            <a:off x="7687625" y="1459475"/>
            <a:ext cx="3000000" cy="4494600"/>
          </a:xfrm>
          <a:prstGeom prst="rect">
            <a:avLst/>
          </a:prstGeom>
          <a:noFill/>
          <a:ln>
            <a:noFill/>
          </a:ln>
        </p:spPr>
        <p:txBody>
          <a:bodyPr anchorCtr="0" anchor="t" bIns="91425" lIns="91425" spcFirstLastPara="1" rIns="91425" wrap="square" tIns="91425">
            <a:spAutoFit/>
          </a:bodyPr>
          <a:lstStyle/>
          <a:p>
            <a:pPr indent="-450850" lvl="0" marL="457200" marR="0" rtl="0" algn="l">
              <a:lnSpc>
                <a:spcPct val="100000"/>
              </a:lnSpc>
              <a:spcBef>
                <a:spcPts val="0"/>
              </a:spcBef>
              <a:spcAft>
                <a:spcPts val="0"/>
              </a:spcAft>
              <a:buClr>
                <a:srgbClr val="040C28"/>
              </a:buClr>
              <a:buSzPts val="3500"/>
              <a:buFont typeface="Patrick Hand"/>
              <a:buChar char="●"/>
            </a:pPr>
            <a:r>
              <a:rPr b="0" i="0" lang="es-ES" sz="3500" u="none" cap="none" strike="noStrike">
                <a:solidFill>
                  <a:srgbClr val="040C28"/>
                </a:solidFill>
                <a:latin typeface="Patrick Hand"/>
                <a:ea typeface="Patrick Hand"/>
                <a:cs typeface="Patrick Hand"/>
                <a:sym typeface="Patrick Hand"/>
              </a:rPr>
              <a:t>2 0   x    8  =</a:t>
            </a:r>
            <a:endParaRPr b="0" i="0" sz="3500" u="none" cap="none" strike="noStrike">
              <a:solidFill>
                <a:srgbClr val="040C28"/>
              </a:solidFill>
              <a:latin typeface="Patrick Hand"/>
              <a:ea typeface="Patrick Hand"/>
              <a:cs typeface="Patrick Hand"/>
              <a:sym typeface="Patrick Hand"/>
            </a:endParaRPr>
          </a:p>
          <a:p>
            <a:pPr indent="0" lvl="0" marL="457200" marR="0" rtl="0" algn="l">
              <a:lnSpc>
                <a:spcPct val="100000"/>
              </a:lnSpc>
              <a:spcBef>
                <a:spcPts val="0"/>
              </a:spcBef>
              <a:spcAft>
                <a:spcPts val="0"/>
              </a:spcAft>
              <a:buClr>
                <a:srgbClr val="000000"/>
              </a:buClr>
              <a:buSzPts val="3500"/>
              <a:buFont typeface="Arial"/>
              <a:buNone/>
            </a:pPr>
            <a:r>
              <a:t/>
            </a:r>
            <a:endParaRPr b="0" i="0" sz="3500" u="none" cap="none" strike="noStrike">
              <a:solidFill>
                <a:srgbClr val="040C28"/>
              </a:solidFill>
              <a:latin typeface="Patrick Hand"/>
              <a:ea typeface="Patrick Hand"/>
              <a:cs typeface="Patrick Hand"/>
              <a:sym typeface="Patrick Hand"/>
            </a:endParaRPr>
          </a:p>
          <a:p>
            <a:pPr indent="0" lvl="0" marL="457200" marR="0" rtl="0" algn="l">
              <a:lnSpc>
                <a:spcPct val="100000"/>
              </a:lnSpc>
              <a:spcBef>
                <a:spcPts val="0"/>
              </a:spcBef>
              <a:spcAft>
                <a:spcPts val="0"/>
              </a:spcAft>
              <a:buClr>
                <a:srgbClr val="000000"/>
              </a:buClr>
              <a:buSzPts val="3500"/>
              <a:buFont typeface="Arial"/>
              <a:buNone/>
            </a:pPr>
            <a:r>
              <a:t/>
            </a:r>
            <a:endParaRPr b="0" i="0" sz="3500" u="none" cap="none" strike="noStrike">
              <a:solidFill>
                <a:srgbClr val="040C28"/>
              </a:solidFill>
              <a:latin typeface="Patrick Hand"/>
              <a:ea typeface="Patrick Hand"/>
              <a:cs typeface="Patrick Hand"/>
              <a:sym typeface="Patrick Hand"/>
            </a:endParaRPr>
          </a:p>
          <a:p>
            <a:pPr indent="0" lvl="0" marL="457200" marR="0" rtl="0" algn="l">
              <a:lnSpc>
                <a:spcPct val="100000"/>
              </a:lnSpc>
              <a:spcBef>
                <a:spcPts val="0"/>
              </a:spcBef>
              <a:spcAft>
                <a:spcPts val="0"/>
              </a:spcAft>
              <a:buClr>
                <a:srgbClr val="000000"/>
              </a:buClr>
              <a:buSzPts val="3500"/>
              <a:buFont typeface="Arial"/>
              <a:buNone/>
            </a:pPr>
            <a:r>
              <a:t/>
            </a:r>
            <a:endParaRPr b="0" i="0" sz="3500" u="none" cap="none" strike="noStrike">
              <a:solidFill>
                <a:srgbClr val="040C28"/>
              </a:solidFill>
              <a:latin typeface="Patrick Hand"/>
              <a:ea typeface="Patrick Hand"/>
              <a:cs typeface="Patrick Hand"/>
              <a:sym typeface="Patrick Hand"/>
            </a:endParaRPr>
          </a:p>
          <a:p>
            <a:pPr indent="0" lvl="0" marL="457200" marR="0" rtl="0" algn="l">
              <a:lnSpc>
                <a:spcPct val="100000"/>
              </a:lnSpc>
              <a:spcBef>
                <a:spcPts val="0"/>
              </a:spcBef>
              <a:spcAft>
                <a:spcPts val="0"/>
              </a:spcAft>
              <a:buClr>
                <a:srgbClr val="000000"/>
              </a:buClr>
              <a:buSzPts val="3500"/>
              <a:buFont typeface="Arial"/>
              <a:buNone/>
            </a:pPr>
            <a:r>
              <a:t/>
            </a:r>
            <a:endParaRPr b="0" i="0" sz="3500" u="none" cap="none" strike="noStrike">
              <a:solidFill>
                <a:srgbClr val="040C28"/>
              </a:solidFill>
              <a:latin typeface="Patrick Hand"/>
              <a:ea typeface="Patrick Hand"/>
              <a:cs typeface="Patrick Hand"/>
              <a:sym typeface="Patrick Hand"/>
            </a:endParaRPr>
          </a:p>
          <a:p>
            <a:pPr indent="-450850" lvl="0" marL="457200" marR="0" rtl="0" algn="l">
              <a:lnSpc>
                <a:spcPct val="100000"/>
              </a:lnSpc>
              <a:spcBef>
                <a:spcPts val="0"/>
              </a:spcBef>
              <a:spcAft>
                <a:spcPts val="0"/>
              </a:spcAft>
              <a:buClr>
                <a:srgbClr val="040C28"/>
              </a:buClr>
              <a:buSzPts val="3500"/>
              <a:buFont typeface="Patrick Hand"/>
              <a:buChar char="●"/>
            </a:pPr>
            <a:r>
              <a:rPr b="0" i="0" lang="es-ES" sz="3500" u="none" cap="none" strike="noStrike">
                <a:solidFill>
                  <a:srgbClr val="040C28"/>
                </a:solidFill>
                <a:latin typeface="Patrick Hand"/>
                <a:ea typeface="Patrick Hand"/>
                <a:cs typeface="Patrick Hand"/>
                <a:sym typeface="Patrick Hand"/>
              </a:rPr>
              <a:t>6 7    x   9   =</a:t>
            </a:r>
            <a:endParaRPr b="0" i="0" sz="3500" u="none" cap="none" strike="noStrike">
              <a:solidFill>
                <a:srgbClr val="040C28"/>
              </a:solidFill>
              <a:latin typeface="Patrick Hand"/>
              <a:ea typeface="Patrick Hand"/>
              <a:cs typeface="Patrick Hand"/>
              <a:sym typeface="Patrick Hand"/>
            </a:endParaRPr>
          </a:p>
          <a:p>
            <a:pPr indent="0" lvl="0" marL="457200" marR="0" rtl="0" algn="l">
              <a:lnSpc>
                <a:spcPct val="100000"/>
              </a:lnSpc>
              <a:spcBef>
                <a:spcPts val="0"/>
              </a:spcBef>
              <a:spcAft>
                <a:spcPts val="0"/>
              </a:spcAft>
              <a:buClr>
                <a:srgbClr val="000000"/>
              </a:buClr>
              <a:buSzPts val="3500"/>
              <a:buFont typeface="Arial"/>
              <a:buNone/>
            </a:pPr>
            <a:r>
              <a:t/>
            </a:r>
            <a:endParaRPr b="0" i="0" sz="3500" u="none" cap="none" strike="noStrike">
              <a:solidFill>
                <a:srgbClr val="040C28"/>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3500"/>
              <a:buFont typeface="Arial"/>
              <a:buNone/>
            </a:pPr>
            <a:r>
              <a:t/>
            </a:r>
            <a:endParaRPr b="0" i="0" sz="3500" u="none" cap="none" strike="noStrike">
              <a:solidFill>
                <a:srgbClr val="040C28"/>
              </a:solidFill>
              <a:latin typeface="Patrick Hand"/>
              <a:ea typeface="Patrick Hand"/>
              <a:cs typeface="Patrick Hand"/>
              <a:sym typeface="Patrick Hand"/>
            </a:endParaRPr>
          </a:p>
        </p:txBody>
      </p:sp>
      <p:sp>
        <p:nvSpPr>
          <p:cNvPr id="279" name="Google Shape;279;g237f276a022_0_13"/>
          <p:cNvSpPr txBox="1"/>
          <p:nvPr/>
        </p:nvSpPr>
        <p:spPr>
          <a:xfrm>
            <a:off x="1246850" y="1176500"/>
            <a:ext cx="8097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0" i="0" lang="es-ES" sz="2800" u="none" cap="none" strike="noStrike">
                <a:solidFill>
                  <a:srgbClr val="FF0000"/>
                </a:solidFill>
                <a:latin typeface="Patrick Hand"/>
                <a:ea typeface="Patrick Hand"/>
                <a:cs typeface="Patrick Hand"/>
                <a:sym typeface="Patrick Hand"/>
              </a:rPr>
              <a:t>2 </a:t>
            </a:r>
            <a:endParaRPr b="0" i="0" sz="700" u="none" cap="none" strike="noStrike">
              <a:solidFill>
                <a:srgbClr val="FF0000"/>
              </a:solidFill>
              <a:latin typeface="Arial"/>
              <a:ea typeface="Arial"/>
              <a:cs typeface="Arial"/>
              <a:sym typeface="Arial"/>
            </a:endParaRPr>
          </a:p>
        </p:txBody>
      </p:sp>
      <p:sp>
        <p:nvSpPr>
          <p:cNvPr id="280" name="Google Shape;280;g237f276a022_0_13"/>
          <p:cNvSpPr txBox="1"/>
          <p:nvPr/>
        </p:nvSpPr>
        <p:spPr>
          <a:xfrm>
            <a:off x="1202525" y="3816250"/>
            <a:ext cx="8097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0" i="0" lang="es-ES" sz="2800" u="none" cap="none" strike="noStrike">
                <a:solidFill>
                  <a:srgbClr val="FF0000"/>
                </a:solidFill>
                <a:latin typeface="Patrick Hand"/>
                <a:ea typeface="Patrick Hand"/>
                <a:cs typeface="Patrick Hand"/>
                <a:sym typeface="Patrick Hand"/>
              </a:rPr>
              <a:t>4</a:t>
            </a:r>
            <a:endParaRPr b="0" i="0" sz="700" u="none" cap="none" strike="noStrike">
              <a:solidFill>
                <a:srgbClr val="FF0000"/>
              </a:solidFill>
              <a:latin typeface="Arial"/>
              <a:ea typeface="Arial"/>
              <a:cs typeface="Arial"/>
              <a:sym typeface="Arial"/>
            </a:endParaRPr>
          </a:p>
        </p:txBody>
      </p:sp>
      <p:sp>
        <p:nvSpPr>
          <p:cNvPr id="281" name="Google Shape;281;g237f276a022_0_13"/>
          <p:cNvSpPr txBox="1"/>
          <p:nvPr/>
        </p:nvSpPr>
        <p:spPr>
          <a:xfrm>
            <a:off x="8136725" y="3816250"/>
            <a:ext cx="8097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0" i="0" lang="es-ES" sz="2800" u="none" cap="none" strike="noStrike">
                <a:solidFill>
                  <a:srgbClr val="FF0000"/>
                </a:solidFill>
                <a:latin typeface="Patrick Hand"/>
                <a:ea typeface="Patrick Hand"/>
                <a:cs typeface="Patrick Hand"/>
                <a:sym typeface="Patrick Hand"/>
              </a:rPr>
              <a:t>6</a:t>
            </a:r>
            <a:endParaRPr b="0" i="0" sz="700" u="none" cap="none" strike="noStrike">
              <a:solidFill>
                <a:srgbClr val="FF0000"/>
              </a:solidFill>
              <a:latin typeface="Arial"/>
              <a:ea typeface="Arial"/>
              <a:cs typeface="Arial"/>
              <a:sym typeface="Arial"/>
            </a:endParaRPr>
          </a:p>
        </p:txBody>
      </p:sp>
      <p:sp>
        <p:nvSpPr>
          <p:cNvPr id="282" name="Google Shape;282;g237f276a022_0_13"/>
          <p:cNvSpPr txBox="1"/>
          <p:nvPr/>
        </p:nvSpPr>
        <p:spPr>
          <a:xfrm>
            <a:off x="1521825" y="2000175"/>
            <a:ext cx="612000" cy="723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500"/>
              <a:buFont typeface="Arial"/>
              <a:buNone/>
            </a:pPr>
            <a:r>
              <a:rPr b="0" i="0" lang="es-ES" sz="3500" u="none" cap="none" strike="noStrike">
                <a:solidFill>
                  <a:srgbClr val="040C28"/>
                </a:solidFill>
                <a:latin typeface="Patrick Hand"/>
                <a:ea typeface="Patrick Hand"/>
                <a:cs typeface="Patrick Hand"/>
                <a:sym typeface="Patrick Hand"/>
              </a:rPr>
              <a:t>1</a:t>
            </a:r>
            <a:endParaRPr b="0" i="0" sz="1400" u="none" cap="none" strike="noStrike">
              <a:solidFill>
                <a:srgbClr val="000000"/>
              </a:solidFill>
              <a:latin typeface="Arial"/>
              <a:ea typeface="Arial"/>
              <a:cs typeface="Arial"/>
              <a:sym typeface="Arial"/>
            </a:endParaRPr>
          </a:p>
        </p:txBody>
      </p:sp>
      <p:sp>
        <p:nvSpPr>
          <p:cNvPr id="283" name="Google Shape;283;g237f276a022_0_13"/>
          <p:cNvSpPr txBox="1"/>
          <p:nvPr/>
        </p:nvSpPr>
        <p:spPr>
          <a:xfrm>
            <a:off x="1521825" y="4533325"/>
            <a:ext cx="612000" cy="723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500"/>
              <a:buFont typeface="Arial"/>
              <a:buNone/>
            </a:pPr>
            <a:r>
              <a:rPr b="0" i="0" lang="es-ES" sz="3500" u="none" cap="none" strike="noStrike">
                <a:solidFill>
                  <a:srgbClr val="040C28"/>
                </a:solidFill>
                <a:latin typeface="Patrick Hand"/>
                <a:ea typeface="Patrick Hand"/>
                <a:cs typeface="Patrick Hand"/>
                <a:sym typeface="Patrick Hand"/>
              </a:rPr>
              <a:t>5</a:t>
            </a:r>
            <a:endParaRPr b="0" i="0" sz="1400" u="none" cap="none" strike="noStrike">
              <a:solidFill>
                <a:srgbClr val="000000"/>
              </a:solidFill>
              <a:latin typeface="Arial"/>
              <a:ea typeface="Arial"/>
              <a:cs typeface="Arial"/>
              <a:sym typeface="Arial"/>
            </a:endParaRPr>
          </a:p>
        </p:txBody>
      </p:sp>
      <p:sp>
        <p:nvSpPr>
          <p:cNvPr id="284" name="Google Shape;284;g237f276a022_0_13"/>
          <p:cNvSpPr txBox="1"/>
          <p:nvPr/>
        </p:nvSpPr>
        <p:spPr>
          <a:xfrm>
            <a:off x="8486825" y="2000175"/>
            <a:ext cx="612000" cy="723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500"/>
              <a:buFont typeface="Arial"/>
              <a:buNone/>
            </a:pPr>
            <a:r>
              <a:rPr b="0" i="0" lang="es-ES" sz="3500" u="none" cap="none" strike="noStrike">
                <a:solidFill>
                  <a:srgbClr val="040C28"/>
                </a:solidFill>
                <a:latin typeface="Patrick Hand"/>
                <a:ea typeface="Patrick Hand"/>
                <a:cs typeface="Patrick Hand"/>
                <a:sym typeface="Patrick Hand"/>
              </a:rPr>
              <a:t>0</a:t>
            </a:r>
            <a:endParaRPr b="0" i="0" sz="1400" u="none" cap="none" strike="noStrike">
              <a:solidFill>
                <a:srgbClr val="000000"/>
              </a:solidFill>
              <a:latin typeface="Arial"/>
              <a:ea typeface="Arial"/>
              <a:cs typeface="Arial"/>
              <a:sym typeface="Arial"/>
            </a:endParaRPr>
          </a:p>
        </p:txBody>
      </p:sp>
      <p:sp>
        <p:nvSpPr>
          <p:cNvPr id="285" name="Google Shape;285;g237f276a022_0_13"/>
          <p:cNvSpPr txBox="1"/>
          <p:nvPr/>
        </p:nvSpPr>
        <p:spPr>
          <a:xfrm>
            <a:off x="8486825" y="4691975"/>
            <a:ext cx="612000" cy="723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500"/>
              <a:buFont typeface="Arial"/>
              <a:buNone/>
            </a:pPr>
            <a:r>
              <a:rPr b="0" i="0" lang="es-ES" sz="3500" u="none" cap="none" strike="noStrike">
                <a:solidFill>
                  <a:srgbClr val="040C28"/>
                </a:solidFill>
                <a:latin typeface="Patrick Hand"/>
                <a:ea typeface="Patrick Hand"/>
                <a:cs typeface="Patrick Hand"/>
                <a:sym typeface="Patrick Hand"/>
              </a:rPr>
              <a:t>3</a:t>
            </a:r>
            <a:endParaRPr b="0" i="0" sz="1400" u="none" cap="none" strike="noStrike">
              <a:solidFill>
                <a:srgbClr val="000000"/>
              </a:solidFill>
              <a:latin typeface="Arial"/>
              <a:ea typeface="Arial"/>
              <a:cs typeface="Arial"/>
              <a:sym typeface="Arial"/>
            </a:endParaRPr>
          </a:p>
        </p:txBody>
      </p:sp>
      <p:sp>
        <p:nvSpPr>
          <p:cNvPr id="286" name="Google Shape;286;g237f276a022_0_13"/>
          <p:cNvSpPr txBox="1"/>
          <p:nvPr/>
        </p:nvSpPr>
        <p:spPr>
          <a:xfrm>
            <a:off x="1129200" y="2000175"/>
            <a:ext cx="718500" cy="723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500"/>
              <a:buFont typeface="Arial"/>
              <a:buNone/>
            </a:pPr>
            <a:r>
              <a:rPr b="0" i="0" lang="es-ES" sz="3500" u="none" cap="none" strike="noStrike">
                <a:solidFill>
                  <a:srgbClr val="040C28"/>
                </a:solidFill>
                <a:latin typeface="Patrick Hand"/>
                <a:ea typeface="Patrick Hand"/>
                <a:cs typeface="Patrick Hand"/>
                <a:sym typeface="Patrick Hand"/>
              </a:rPr>
              <a:t>8</a:t>
            </a:r>
            <a:endParaRPr b="0" i="0" sz="1400" u="none" cap="none" strike="noStrike">
              <a:solidFill>
                <a:srgbClr val="000000"/>
              </a:solidFill>
              <a:latin typeface="Arial"/>
              <a:ea typeface="Arial"/>
              <a:cs typeface="Arial"/>
              <a:sym typeface="Arial"/>
            </a:endParaRPr>
          </a:p>
        </p:txBody>
      </p:sp>
      <p:sp>
        <p:nvSpPr>
          <p:cNvPr id="287" name="Google Shape;287;g237f276a022_0_13"/>
          <p:cNvSpPr txBox="1"/>
          <p:nvPr/>
        </p:nvSpPr>
        <p:spPr>
          <a:xfrm>
            <a:off x="803325" y="4526900"/>
            <a:ext cx="718500" cy="723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500"/>
              <a:buFont typeface="Arial"/>
              <a:buNone/>
            </a:pPr>
            <a:r>
              <a:rPr b="0" i="0" lang="es-ES" sz="3500" u="none" cap="none" strike="noStrike">
                <a:solidFill>
                  <a:srgbClr val="040C28"/>
                </a:solidFill>
                <a:latin typeface="Patrick Hand"/>
                <a:ea typeface="Patrick Hand"/>
                <a:cs typeface="Patrick Hand"/>
                <a:sym typeface="Patrick Hand"/>
              </a:rPr>
              <a:t>2 4</a:t>
            </a:r>
            <a:endParaRPr b="0" i="0" sz="1400" u="none" cap="none" strike="noStrike">
              <a:solidFill>
                <a:srgbClr val="000000"/>
              </a:solidFill>
              <a:latin typeface="Arial"/>
              <a:ea typeface="Arial"/>
              <a:cs typeface="Arial"/>
              <a:sym typeface="Arial"/>
            </a:endParaRPr>
          </a:p>
        </p:txBody>
      </p:sp>
      <p:sp>
        <p:nvSpPr>
          <p:cNvPr id="288" name="Google Shape;288;g237f276a022_0_13"/>
          <p:cNvSpPr txBox="1"/>
          <p:nvPr/>
        </p:nvSpPr>
        <p:spPr>
          <a:xfrm>
            <a:off x="7857150" y="2000175"/>
            <a:ext cx="718500" cy="723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500"/>
              <a:buFont typeface="Arial"/>
              <a:buNone/>
            </a:pPr>
            <a:r>
              <a:rPr b="0" i="0" lang="es-ES" sz="3500" u="none" cap="none" strike="noStrike">
                <a:solidFill>
                  <a:srgbClr val="040C28"/>
                </a:solidFill>
                <a:latin typeface="Patrick Hand"/>
                <a:ea typeface="Patrick Hand"/>
                <a:cs typeface="Patrick Hand"/>
                <a:sym typeface="Patrick Hand"/>
              </a:rPr>
              <a:t>1 6</a:t>
            </a:r>
            <a:endParaRPr b="0" i="0" sz="1400" u="none" cap="none" strike="noStrike">
              <a:solidFill>
                <a:srgbClr val="000000"/>
              </a:solidFill>
              <a:latin typeface="Arial"/>
              <a:ea typeface="Arial"/>
              <a:cs typeface="Arial"/>
              <a:sym typeface="Arial"/>
            </a:endParaRPr>
          </a:p>
        </p:txBody>
      </p:sp>
      <p:sp>
        <p:nvSpPr>
          <p:cNvPr id="289" name="Google Shape;289;g237f276a022_0_13"/>
          <p:cNvSpPr txBox="1"/>
          <p:nvPr/>
        </p:nvSpPr>
        <p:spPr>
          <a:xfrm>
            <a:off x="7857150" y="4691975"/>
            <a:ext cx="718500" cy="723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500"/>
              <a:buFont typeface="Arial"/>
              <a:buNone/>
            </a:pPr>
            <a:r>
              <a:rPr b="0" i="0" lang="es-ES" sz="3500" u="none" cap="none" strike="noStrike">
                <a:solidFill>
                  <a:srgbClr val="040C28"/>
                </a:solidFill>
                <a:latin typeface="Patrick Hand"/>
                <a:ea typeface="Patrick Hand"/>
                <a:cs typeface="Patrick Hand"/>
                <a:sym typeface="Patrick Hand"/>
              </a:rPr>
              <a:t>6 0</a:t>
            </a:r>
            <a:endParaRPr b="0" i="0" sz="1400" u="none" cap="none" strike="noStrike">
              <a:solidFill>
                <a:srgbClr val="000000"/>
              </a:solidFill>
              <a:latin typeface="Arial"/>
              <a:ea typeface="Arial"/>
              <a:cs typeface="Arial"/>
              <a:sym typeface="Arial"/>
            </a:endParaRPr>
          </a:p>
        </p:txBody>
      </p:sp>
      <p:pic>
        <p:nvPicPr>
          <p:cNvPr id="290" name="Google Shape;290;g237f276a022_0_13"/>
          <p:cNvPicPr preferRelativeResize="0"/>
          <p:nvPr/>
        </p:nvPicPr>
        <p:blipFill>
          <a:blip r:embed="rId4">
            <a:alphaModFix/>
          </a:blip>
          <a:stretch>
            <a:fillRect/>
          </a:stretch>
        </p:blipFill>
        <p:spPr>
          <a:xfrm>
            <a:off x="10974775" y="5287987"/>
            <a:ext cx="975700" cy="10291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g237f276a022_0_25"/>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None/>
            </a:pPr>
            <a:r>
              <a:t/>
            </a:r>
            <a:endParaRPr/>
          </a:p>
        </p:txBody>
      </p:sp>
      <p:sp>
        <p:nvSpPr>
          <p:cNvPr id="296" name="Google Shape;296;g237f276a022_0_25"/>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1000"/>
              </a:spcBef>
              <a:spcAft>
                <a:spcPts val="0"/>
              </a:spcAft>
              <a:buSzPts val="1800"/>
              <a:buNone/>
            </a:pPr>
            <a:r>
              <a:t/>
            </a:r>
            <a:endParaRPr/>
          </a:p>
        </p:txBody>
      </p:sp>
      <p:pic>
        <p:nvPicPr>
          <p:cNvPr descr="Forma&#10;&#10;Descripción generada automáticamente con confianza media" id="297" name="Google Shape;297;g237f276a022_0_25"/>
          <p:cNvPicPr preferRelativeResize="0"/>
          <p:nvPr>
            <p:ph idx="1" type="body"/>
          </p:nvPr>
        </p:nvPicPr>
        <p:blipFill rotWithShape="1">
          <a:blip r:embed="rId3">
            <a:alphaModFix/>
          </a:blip>
          <a:srcRect b="0" l="0" r="0" t="0"/>
          <a:stretch/>
        </p:blipFill>
        <p:spPr>
          <a:xfrm>
            <a:off x="0" y="0"/>
            <a:ext cx="12192000" cy="6858000"/>
          </a:xfrm>
          <a:prstGeom prst="rect">
            <a:avLst/>
          </a:prstGeom>
          <a:noFill/>
          <a:ln>
            <a:noFill/>
          </a:ln>
        </p:spPr>
      </p:pic>
      <p:sp>
        <p:nvSpPr>
          <p:cNvPr id="298" name="Google Shape;298;g237f276a022_0_25"/>
          <p:cNvSpPr txBox="1"/>
          <p:nvPr/>
        </p:nvSpPr>
        <p:spPr>
          <a:xfrm>
            <a:off x="212275" y="457200"/>
            <a:ext cx="3000000" cy="2632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900"/>
              <a:buFont typeface="Arial"/>
              <a:buNone/>
            </a:pPr>
            <a:r>
              <a:rPr b="1" i="0" lang="es-ES" sz="3900" u="none" cap="none" strike="noStrike">
                <a:solidFill>
                  <a:schemeClr val="dk1"/>
                </a:solidFill>
                <a:latin typeface="Patrick Hand"/>
                <a:ea typeface="Patrick Hand"/>
                <a:cs typeface="Patrick Hand"/>
                <a:sym typeface="Patrick Hand"/>
              </a:rPr>
              <a:t>¡Tarea!</a:t>
            </a:r>
            <a:endParaRPr b="1" i="0" sz="39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3000"/>
              <a:buFont typeface="Arial"/>
              <a:buNone/>
            </a:pPr>
            <a:r>
              <a:rPr b="0" i="0" lang="es-ES" sz="3000" u="none" cap="none" strike="noStrike">
                <a:solidFill>
                  <a:schemeClr val="dk1"/>
                </a:solidFill>
                <a:latin typeface="Patrick Hand"/>
                <a:ea typeface="Patrick Hand"/>
                <a:cs typeface="Patrick Hand"/>
                <a:sym typeface="Patrick Hand"/>
              </a:rPr>
              <a:t>Recuerda seguir aprendiendo las tablas de multiplicar.</a:t>
            </a:r>
            <a:endParaRPr b="0" i="0" sz="1200" u="none" cap="none" strike="noStrike">
              <a:solidFill>
                <a:srgbClr val="000000"/>
              </a:solidFill>
              <a:latin typeface="Arial"/>
              <a:ea typeface="Arial"/>
              <a:cs typeface="Arial"/>
              <a:sym typeface="Arial"/>
            </a:endParaRPr>
          </a:p>
        </p:txBody>
      </p:sp>
      <p:sp>
        <p:nvSpPr>
          <p:cNvPr id="299" name="Google Shape;299;g237f276a022_0_25"/>
          <p:cNvSpPr txBox="1"/>
          <p:nvPr/>
        </p:nvSpPr>
        <p:spPr>
          <a:xfrm>
            <a:off x="5068450" y="365125"/>
            <a:ext cx="3714000" cy="3109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900"/>
              <a:buFont typeface="Arial"/>
              <a:buNone/>
            </a:pPr>
            <a:r>
              <a:rPr b="1" i="0" lang="es-ES" sz="1900" u="none" cap="none" strike="noStrike">
                <a:solidFill>
                  <a:srgbClr val="000000"/>
                </a:solidFill>
                <a:latin typeface="Patrick Hand"/>
                <a:ea typeface="Patrick Hand"/>
                <a:cs typeface="Patrick Hand"/>
                <a:sym typeface="Patrick Hand"/>
              </a:rPr>
              <a:t>2 x 1 = 2</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1900"/>
              <a:buFont typeface="Arial"/>
              <a:buNone/>
            </a:pPr>
            <a:r>
              <a:rPr b="1" i="0" lang="es-ES" sz="1900" u="none" cap="none" strike="noStrike">
                <a:solidFill>
                  <a:srgbClr val="000000"/>
                </a:solidFill>
                <a:latin typeface="Patrick Hand"/>
                <a:ea typeface="Patrick Hand"/>
                <a:cs typeface="Patrick Hand"/>
                <a:sym typeface="Patrick Hand"/>
              </a:rPr>
              <a:t>2 x 2 = 4</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1900"/>
              <a:buFont typeface="Arial"/>
              <a:buNone/>
            </a:pPr>
            <a:r>
              <a:rPr b="1" i="0" lang="es-ES" sz="1900" u="none" cap="none" strike="noStrike">
                <a:solidFill>
                  <a:srgbClr val="000000"/>
                </a:solidFill>
                <a:latin typeface="Patrick Hand"/>
                <a:ea typeface="Patrick Hand"/>
                <a:cs typeface="Patrick Hand"/>
                <a:sym typeface="Patrick Hand"/>
              </a:rPr>
              <a:t>2 x 3 = 6</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1900"/>
              <a:buFont typeface="Arial"/>
              <a:buNone/>
            </a:pPr>
            <a:r>
              <a:rPr b="1" i="0" lang="es-ES" sz="1900" u="none" cap="none" strike="noStrike">
                <a:solidFill>
                  <a:srgbClr val="000000"/>
                </a:solidFill>
                <a:latin typeface="Patrick Hand"/>
                <a:ea typeface="Patrick Hand"/>
                <a:cs typeface="Patrick Hand"/>
                <a:sym typeface="Patrick Hand"/>
              </a:rPr>
              <a:t>2 x 4 = 8</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1900"/>
              <a:buFont typeface="Arial"/>
              <a:buNone/>
            </a:pPr>
            <a:r>
              <a:rPr b="1" i="0" lang="es-ES" sz="1900" u="none" cap="none" strike="noStrike">
                <a:solidFill>
                  <a:srgbClr val="000000"/>
                </a:solidFill>
                <a:latin typeface="Patrick Hand"/>
                <a:ea typeface="Patrick Hand"/>
                <a:cs typeface="Patrick Hand"/>
                <a:sym typeface="Patrick Hand"/>
              </a:rPr>
              <a:t>2 x 5 = 10</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1900"/>
              <a:buFont typeface="Arial"/>
              <a:buNone/>
            </a:pPr>
            <a:r>
              <a:rPr b="1" i="0" lang="es-ES" sz="1900" u="none" cap="none" strike="noStrike">
                <a:solidFill>
                  <a:srgbClr val="000000"/>
                </a:solidFill>
                <a:latin typeface="Patrick Hand"/>
                <a:ea typeface="Patrick Hand"/>
                <a:cs typeface="Patrick Hand"/>
                <a:sym typeface="Patrick Hand"/>
              </a:rPr>
              <a:t>2 x 6 = 12</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1900"/>
              <a:buFont typeface="Arial"/>
              <a:buNone/>
            </a:pPr>
            <a:r>
              <a:rPr b="1" i="0" lang="es-ES" sz="1900" u="none" cap="none" strike="noStrike">
                <a:solidFill>
                  <a:srgbClr val="000000"/>
                </a:solidFill>
                <a:latin typeface="Patrick Hand"/>
                <a:ea typeface="Patrick Hand"/>
                <a:cs typeface="Patrick Hand"/>
                <a:sym typeface="Patrick Hand"/>
              </a:rPr>
              <a:t>2 x 7 = 14</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1900"/>
              <a:buFont typeface="Arial"/>
              <a:buNone/>
            </a:pPr>
            <a:r>
              <a:rPr b="1" i="0" lang="es-ES" sz="1900" u="none" cap="none" strike="noStrike">
                <a:solidFill>
                  <a:srgbClr val="000000"/>
                </a:solidFill>
                <a:latin typeface="Patrick Hand"/>
                <a:ea typeface="Patrick Hand"/>
                <a:cs typeface="Patrick Hand"/>
                <a:sym typeface="Patrick Hand"/>
              </a:rPr>
              <a:t>2 x 8 = 16</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1900"/>
              <a:buFont typeface="Arial"/>
              <a:buNone/>
            </a:pPr>
            <a:r>
              <a:rPr b="1" i="0" lang="es-ES" sz="1900" u="none" cap="none" strike="noStrike">
                <a:solidFill>
                  <a:srgbClr val="000000"/>
                </a:solidFill>
                <a:latin typeface="Patrick Hand"/>
                <a:ea typeface="Patrick Hand"/>
                <a:cs typeface="Patrick Hand"/>
                <a:sym typeface="Patrick Hand"/>
              </a:rPr>
              <a:t>2 x 9 = 18</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1900"/>
              <a:buFont typeface="Arial"/>
              <a:buNone/>
            </a:pPr>
            <a:r>
              <a:rPr b="1" i="0" lang="es-ES" sz="1900" u="none" cap="none" strike="noStrike">
                <a:solidFill>
                  <a:srgbClr val="000000"/>
                </a:solidFill>
                <a:latin typeface="Patrick Hand"/>
                <a:ea typeface="Patrick Hand"/>
                <a:cs typeface="Patrick Hand"/>
                <a:sym typeface="Patrick Hand"/>
              </a:rPr>
              <a:t>2 x 10 = 20</a:t>
            </a:r>
            <a:endParaRPr b="1" i="0" sz="1900" u="none" cap="none" strike="noStrike">
              <a:solidFill>
                <a:srgbClr val="000000"/>
              </a:solidFill>
              <a:latin typeface="Patrick Hand"/>
              <a:ea typeface="Patrick Hand"/>
              <a:cs typeface="Patrick Hand"/>
              <a:sym typeface="Patrick Hand"/>
            </a:endParaRPr>
          </a:p>
        </p:txBody>
      </p:sp>
      <p:sp>
        <p:nvSpPr>
          <p:cNvPr id="300" name="Google Shape;300;g237f276a022_0_25"/>
          <p:cNvSpPr txBox="1"/>
          <p:nvPr/>
        </p:nvSpPr>
        <p:spPr>
          <a:xfrm>
            <a:off x="3856225" y="365125"/>
            <a:ext cx="3714000" cy="3109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900"/>
              <a:buFont typeface="Arial"/>
              <a:buNone/>
            </a:pPr>
            <a:r>
              <a:rPr b="1" i="0" lang="es-ES" sz="1900" u="none" cap="none" strike="noStrike">
                <a:solidFill>
                  <a:srgbClr val="000000"/>
                </a:solidFill>
                <a:latin typeface="Patrick Hand"/>
                <a:ea typeface="Patrick Hand"/>
                <a:cs typeface="Patrick Hand"/>
                <a:sym typeface="Patrick Hand"/>
              </a:rPr>
              <a:t>1 x 1 = 1</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1900"/>
              <a:buFont typeface="Arial"/>
              <a:buNone/>
            </a:pPr>
            <a:r>
              <a:rPr b="1" i="0" lang="es-ES" sz="1900" u="none" cap="none" strike="noStrike">
                <a:solidFill>
                  <a:srgbClr val="000000"/>
                </a:solidFill>
                <a:latin typeface="Patrick Hand"/>
                <a:ea typeface="Patrick Hand"/>
                <a:cs typeface="Patrick Hand"/>
                <a:sym typeface="Patrick Hand"/>
              </a:rPr>
              <a:t>1 x 2 = 2</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1900"/>
              <a:buFont typeface="Arial"/>
              <a:buNone/>
            </a:pPr>
            <a:r>
              <a:rPr b="1" i="0" lang="es-ES" sz="1900" u="none" cap="none" strike="noStrike">
                <a:solidFill>
                  <a:srgbClr val="000000"/>
                </a:solidFill>
                <a:latin typeface="Patrick Hand"/>
                <a:ea typeface="Patrick Hand"/>
                <a:cs typeface="Patrick Hand"/>
                <a:sym typeface="Patrick Hand"/>
              </a:rPr>
              <a:t>1 x 3 = 3</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1900"/>
              <a:buFont typeface="Arial"/>
              <a:buNone/>
            </a:pPr>
            <a:r>
              <a:rPr b="1" i="0" lang="es-ES" sz="1900" u="none" cap="none" strike="noStrike">
                <a:solidFill>
                  <a:srgbClr val="000000"/>
                </a:solidFill>
                <a:latin typeface="Patrick Hand"/>
                <a:ea typeface="Patrick Hand"/>
                <a:cs typeface="Patrick Hand"/>
                <a:sym typeface="Patrick Hand"/>
              </a:rPr>
              <a:t>1 x 4 = 4</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1900"/>
              <a:buFont typeface="Arial"/>
              <a:buNone/>
            </a:pPr>
            <a:r>
              <a:rPr b="1" i="0" lang="es-ES" sz="1900" u="none" cap="none" strike="noStrike">
                <a:solidFill>
                  <a:srgbClr val="000000"/>
                </a:solidFill>
                <a:latin typeface="Patrick Hand"/>
                <a:ea typeface="Patrick Hand"/>
                <a:cs typeface="Patrick Hand"/>
                <a:sym typeface="Patrick Hand"/>
              </a:rPr>
              <a:t>1 x 5 = 5</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1900"/>
              <a:buFont typeface="Arial"/>
              <a:buNone/>
            </a:pPr>
            <a:r>
              <a:rPr b="1" i="0" lang="es-ES" sz="1900" u="none" cap="none" strike="noStrike">
                <a:solidFill>
                  <a:srgbClr val="000000"/>
                </a:solidFill>
                <a:latin typeface="Patrick Hand"/>
                <a:ea typeface="Patrick Hand"/>
                <a:cs typeface="Patrick Hand"/>
                <a:sym typeface="Patrick Hand"/>
              </a:rPr>
              <a:t>1 x 6 = 6</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1900"/>
              <a:buFont typeface="Arial"/>
              <a:buNone/>
            </a:pPr>
            <a:r>
              <a:rPr b="1" i="0" lang="es-ES" sz="1900" u="none" cap="none" strike="noStrike">
                <a:solidFill>
                  <a:srgbClr val="000000"/>
                </a:solidFill>
                <a:latin typeface="Patrick Hand"/>
                <a:ea typeface="Patrick Hand"/>
                <a:cs typeface="Patrick Hand"/>
                <a:sym typeface="Patrick Hand"/>
              </a:rPr>
              <a:t>1 x 7 = 7</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1900"/>
              <a:buFont typeface="Arial"/>
              <a:buNone/>
            </a:pPr>
            <a:r>
              <a:rPr b="1" i="0" lang="es-ES" sz="1900" u="none" cap="none" strike="noStrike">
                <a:solidFill>
                  <a:srgbClr val="000000"/>
                </a:solidFill>
                <a:latin typeface="Patrick Hand"/>
                <a:ea typeface="Patrick Hand"/>
                <a:cs typeface="Patrick Hand"/>
                <a:sym typeface="Patrick Hand"/>
              </a:rPr>
              <a:t>1 x 8 = 8</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1900"/>
              <a:buFont typeface="Arial"/>
              <a:buNone/>
            </a:pPr>
            <a:r>
              <a:rPr b="1" i="0" lang="es-ES" sz="1900" u="none" cap="none" strike="noStrike">
                <a:solidFill>
                  <a:srgbClr val="000000"/>
                </a:solidFill>
                <a:latin typeface="Patrick Hand"/>
                <a:ea typeface="Patrick Hand"/>
                <a:cs typeface="Patrick Hand"/>
                <a:sym typeface="Patrick Hand"/>
              </a:rPr>
              <a:t>1 x 9 = 9</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1900"/>
              <a:buFont typeface="Arial"/>
              <a:buNone/>
            </a:pPr>
            <a:r>
              <a:rPr b="1" i="0" lang="es-ES" sz="1900" u="none" cap="none" strike="noStrike">
                <a:solidFill>
                  <a:srgbClr val="000000"/>
                </a:solidFill>
                <a:latin typeface="Patrick Hand"/>
                <a:ea typeface="Patrick Hand"/>
                <a:cs typeface="Patrick Hand"/>
                <a:sym typeface="Patrick Hand"/>
              </a:rPr>
              <a:t>1 x 10 = 10</a:t>
            </a:r>
            <a:endParaRPr b="1" i="0" sz="1900" u="none" cap="none" strike="noStrike">
              <a:solidFill>
                <a:srgbClr val="000000"/>
              </a:solidFill>
              <a:latin typeface="Patrick Hand"/>
              <a:ea typeface="Patrick Hand"/>
              <a:cs typeface="Patrick Hand"/>
              <a:sym typeface="Patrick Hand"/>
            </a:endParaRPr>
          </a:p>
        </p:txBody>
      </p:sp>
      <p:sp>
        <p:nvSpPr>
          <p:cNvPr id="301" name="Google Shape;301;g237f276a022_0_25"/>
          <p:cNvSpPr txBox="1"/>
          <p:nvPr/>
        </p:nvSpPr>
        <p:spPr>
          <a:xfrm>
            <a:off x="6345600" y="365125"/>
            <a:ext cx="3714000" cy="3109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3 x 1 = 3</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3 x 2 = 6</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3 x 3 = 9</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3 x 4 = 12</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3 x 5 = 15</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3 x 6 = 18</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3 x 7 = 21</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3 x 8 = 24</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3 x 9 = 27</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3 x 10 = 30</a:t>
            </a:r>
            <a:endParaRPr b="1" i="0" sz="1900" u="none" cap="none" strike="noStrike">
              <a:solidFill>
                <a:srgbClr val="000000"/>
              </a:solidFill>
              <a:latin typeface="Patrick Hand"/>
              <a:ea typeface="Patrick Hand"/>
              <a:cs typeface="Patrick Hand"/>
              <a:sym typeface="Patrick Hand"/>
            </a:endParaRPr>
          </a:p>
        </p:txBody>
      </p:sp>
      <p:sp>
        <p:nvSpPr>
          <p:cNvPr id="302" name="Google Shape;302;g237f276a022_0_25"/>
          <p:cNvSpPr txBox="1"/>
          <p:nvPr/>
        </p:nvSpPr>
        <p:spPr>
          <a:xfrm>
            <a:off x="7570225" y="365125"/>
            <a:ext cx="3714000" cy="3109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4 x 1 = 4</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4 x 2 = 8</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4 x 3 = 12</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4 x 4 = 16</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4 x 5 = 20</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4 x 6 = 24</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4 x 7 = 28</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4 x 8 = 32</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4 x 9 = 36</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4 x 10 = 40</a:t>
            </a:r>
            <a:endParaRPr b="1" i="0" sz="1900" u="none" cap="none" strike="noStrike">
              <a:solidFill>
                <a:srgbClr val="000000"/>
              </a:solidFill>
              <a:latin typeface="Patrick Hand"/>
              <a:ea typeface="Patrick Hand"/>
              <a:cs typeface="Patrick Hand"/>
              <a:sym typeface="Patrick Hand"/>
            </a:endParaRPr>
          </a:p>
        </p:txBody>
      </p:sp>
      <p:sp>
        <p:nvSpPr>
          <p:cNvPr id="303" name="Google Shape;303;g237f276a022_0_25"/>
          <p:cNvSpPr txBox="1"/>
          <p:nvPr/>
        </p:nvSpPr>
        <p:spPr>
          <a:xfrm>
            <a:off x="8782450" y="365125"/>
            <a:ext cx="3714000" cy="3109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5 x 1 = 5</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5 x 2 = 10</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5 x 3 = 15</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5 x 4 = 20</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5 x 5 = 25</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5 x 6 = 30</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5 x 7 = 35</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5 x 8 = 40</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5 x 9 = 45</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5 x 10 = 50</a:t>
            </a:r>
            <a:endParaRPr b="1" i="0" sz="1900" u="none" cap="none" strike="noStrike">
              <a:solidFill>
                <a:srgbClr val="000000"/>
              </a:solidFill>
              <a:latin typeface="Patrick Hand"/>
              <a:ea typeface="Patrick Hand"/>
              <a:cs typeface="Patrick Hand"/>
              <a:sym typeface="Patrick Hand"/>
            </a:endParaRPr>
          </a:p>
        </p:txBody>
      </p:sp>
      <p:sp>
        <p:nvSpPr>
          <p:cNvPr id="304" name="Google Shape;304;g237f276a022_0_25"/>
          <p:cNvSpPr txBox="1"/>
          <p:nvPr/>
        </p:nvSpPr>
        <p:spPr>
          <a:xfrm>
            <a:off x="3839950" y="3398125"/>
            <a:ext cx="3714000" cy="3109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6 x 1 = 6</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6 x 2 = 12</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6 x 3 = 18</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6 x 4 = 24</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6 x 5 = 30</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6 x 6 = 36</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6 x 7 = 42</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6 x 8 = 48</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6 x 9 = 54</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6 x 10 = 60</a:t>
            </a:r>
            <a:endParaRPr b="1" i="0" sz="1900" u="none" cap="none" strike="noStrike">
              <a:solidFill>
                <a:srgbClr val="000000"/>
              </a:solidFill>
              <a:latin typeface="Patrick Hand"/>
              <a:ea typeface="Patrick Hand"/>
              <a:cs typeface="Patrick Hand"/>
              <a:sym typeface="Patrick Hand"/>
            </a:endParaRPr>
          </a:p>
        </p:txBody>
      </p:sp>
      <p:sp>
        <p:nvSpPr>
          <p:cNvPr id="305" name="Google Shape;305;g237f276a022_0_25"/>
          <p:cNvSpPr txBox="1"/>
          <p:nvPr/>
        </p:nvSpPr>
        <p:spPr>
          <a:xfrm>
            <a:off x="5068450" y="3398125"/>
            <a:ext cx="3714000" cy="3109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7 x 1 = 7</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7 x 2 = 14</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7 x 3 = 21</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7 x 4 = 28</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7 x 5 = 35</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7 x 6 = 42</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7 x 7 = 49</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7 x 8 = 56</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7 x 9 = 63</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7 x 10 = 70</a:t>
            </a:r>
            <a:endParaRPr b="1" i="0" sz="1900" u="none" cap="none" strike="noStrike">
              <a:solidFill>
                <a:srgbClr val="000000"/>
              </a:solidFill>
              <a:latin typeface="Patrick Hand"/>
              <a:ea typeface="Patrick Hand"/>
              <a:cs typeface="Patrick Hand"/>
              <a:sym typeface="Patrick Hand"/>
            </a:endParaRPr>
          </a:p>
        </p:txBody>
      </p:sp>
      <p:sp>
        <p:nvSpPr>
          <p:cNvPr id="306" name="Google Shape;306;g237f276a022_0_25"/>
          <p:cNvSpPr txBox="1"/>
          <p:nvPr/>
        </p:nvSpPr>
        <p:spPr>
          <a:xfrm>
            <a:off x="6421800" y="3363350"/>
            <a:ext cx="3714000" cy="3109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8 x 1 = 8</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8 x 2 = 16</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8 x 3 = 24</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8 x 4 = 32</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8 x 5 = 40</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8 x 6 = 48</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8 x 7 = 56</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8 x 8 = 64</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8 x 9 = 72</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8 x 10 = 80</a:t>
            </a:r>
            <a:endParaRPr b="1" i="0" sz="1900" u="none" cap="none" strike="noStrike">
              <a:solidFill>
                <a:srgbClr val="000000"/>
              </a:solidFill>
              <a:latin typeface="Patrick Hand"/>
              <a:ea typeface="Patrick Hand"/>
              <a:cs typeface="Patrick Hand"/>
              <a:sym typeface="Patrick Hand"/>
            </a:endParaRPr>
          </a:p>
        </p:txBody>
      </p:sp>
      <p:sp>
        <p:nvSpPr>
          <p:cNvPr id="307" name="Google Shape;307;g237f276a022_0_25"/>
          <p:cNvSpPr txBox="1"/>
          <p:nvPr/>
        </p:nvSpPr>
        <p:spPr>
          <a:xfrm>
            <a:off x="7646425" y="3398125"/>
            <a:ext cx="3714000" cy="3109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9 x 1 = 9</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9 x 2 = 18</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9 x 3 = 27</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9 x 4 = 36</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9 x 5 = 45</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9 x 6 = 54</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9 x 7 = 63</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9 x 8 = 72</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9 x 9 = 81</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9 x 10 = 90</a:t>
            </a:r>
            <a:endParaRPr b="1" i="0" sz="1900" u="none" cap="none" strike="noStrike">
              <a:solidFill>
                <a:srgbClr val="000000"/>
              </a:solidFill>
              <a:latin typeface="Patrick Hand"/>
              <a:ea typeface="Patrick Hand"/>
              <a:cs typeface="Patrick Hand"/>
              <a:sym typeface="Patrick Hand"/>
            </a:endParaRPr>
          </a:p>
        </p:txBody>
      </p:sp>
      <p:sp>
        <p:nvSpPr>
          <p:cNvPr id="308" name="Google Shape;308;g237f276a022_0_25"/>
          <p:cNvSpPr txBox="1"/>
          <p:nvPr/>
        </p:nvSpPr>
        <p:spPr>
          <a:xfrm>
            <a:off x="8782450" y="3363350"/>
            <a:ext cx="3714000" cy="3109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10 x 1 = 10</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10 x 2= 20</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10 x 3 = 30</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10 x 4 = 40</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10 x 5 = 50</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10 x 6= 60</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10 x 7 = 70</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10 x 8 = 80</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10 x 9 = 90</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10 x 10 = 100</a:t>
            </a:r>
            <a:endParaRPr b="1" i="0" sz="1900" u="none" cap="none" strike="noStrike">
              <a:solidFill>
                <a:srgbClr val="000000"/>
              </a:solidFill>
              <a:latin typeface="Patrick Hand"/>
              <a:ea typeface="Patrick Hand"/>
              <a:cs typeface="Patrick Hand"/>
              <a:sym typeface="Patrick Hand"/>
            </a:endParaRPr>
          </a:p>
        </p:txBody>
      </p:sp>
      <p:sp>
        <p:nvSpPr>
          <p:cNvPr id="309" name="Google Shape;309;g237f276a022_0_25"/>
          <p:cNvSpPr/>
          <p:nvPr/>
        </p:nvSpPr>
        <p:spPr>
          <a:xfrm>
            <a:off x="3638950" y="457200"/>
            <a:ext cx="6595500" cy="5939400"/>
          </a:xfrm>
          <a:prstGeom prst="roundRect">
            <a:avLst>
              <a:gd fmla="val 4913" name="adj"/>
            </a:avLst>
          </a:prstGeom>
          <a:noFill/>
          <a:ln cap="flat" cmpd="sng" w="3810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310" name="Google Shape;310;g237f276a022_0_25"/>
          <p:cNvCxnSpPr/>
          <p:nvPr/>
        </p:nvCxnSpPr>
        <p:spPr>
          <a:xfrm>
            <a:off x="5003550" y="489850"/>
            <a:ext cx="35100" cy="5930700"/>
          </a:xfrm>
          <a:prstGeom prst="straightConnector1">
            <a:avLst/>
          </a:prstGeom>
          <a:noFill/>
          <a:ln cap="flat" cmpd="sng" w="9525">
            <a:solidFill>
              <a:srgbClr val="009287"/>
            </a:solidFill>
            <a:prstDash val="solid"/>
            <a:round/>
            <a:headEnd len="sm" w="sm" type="none"/>
            <a:tailEnd len="sm" w="sm" type="none"/>
          </a:ln>
        </p:spPr>
      </p:cxnSp>
      <p:cxnSp>
        <p:nvCxnSpPr>
          <p:cNvPr id="311" name="Google Shape;311;g237f276a022_0_25"/>
          <p:cNvCxnSpPr/>
          <p:nvPr/>
        </p:nvCxnSpPr>
        <p:spPr>
          <a:xfrm>
            <a:off x="6286888" y="489850"/>
            <a:ext cx="35100" cy="5930700"/>
          </a:xfrm>
          <a:prstGeom prst="straightConnector1">
            <a:avLst/>
          </a:prstGeom>
          <a:noFill/>
          <a:ln cap="flat" cmpd="sng" w="9525">
            <a:solidFill>
              <a:srgbClr val="009287"/>
            </a:solidFill>
            <a:prstDash val="solid"/>
            <a:round/>
            <a:headEnd len="sm" w="sm" type="none"/>
            <a:tailEnd len="sm" w="sm" type="none"/>
          </a:ln>
        </p:spPr>
      </p:cxnSp>
      <p:cxnSp>
        <p:nvCxnSpPr>
          <p:cNvPr id="312" name="Google Shape;312;g237f276a022_0_25"/>
          <p:cNvCxnSpPr/>
          <p:nvPr/>
        </p:nvCxnSpPr>
        <p:spPr>
          <a:xfrm>
            <a:off x="7534675" y="461550"/>
            <a:ext cx="35100" cy="5930700"/>
          </a:xfrm>
          <a:prstGeom prst="straightConnector1">
            <a:avLst/>
          </a:prstGeom>
          <a:noFill/>
          <a:ln cap="flat" cmpd="sng" w="9525">
            <a:solidFill>
              <a:srgbClr val="009287"/>
            </a:solidFill>
            <a:prstDash val="solid"/>
            <a:round/>
            <a:headEnd len="sm" w="sm" type="none"/>
            <a:tailEnd len="sm" w="sm" type="none"/>
          </a:ln>
        </p:spPr>
      </p:cxnSp>
      <p:cxnSp>
        <p:nvCxnSpPr>
          <p:cNvPr id="313" name="Google Shape;313;g237f276a022_0_25"/>
          <p:cNvCxnSpPr/>
          <p:nvPr/>
        </p:nvCxnSpPr>
        <p:spPr>
          <a:xfrm>
            <a:off x="8747350" y="461550"/>
            <a:ext cx="35100" cy="5930700"/>
          </a:xfrm>
          <a:prstGeom prst="straightConnector1">
            <a:avLst/>
          </a:prstGeom>
          <a:noFill/>
          <a:ln cap="flat" cmpd="sng" w="9525">
            <a:solidFill>
              <a:srgbClr val="009287"/>
            </a:solidFill>
            <a:prstDash val="solid"/>
            <a:round/>
            <a:headEnd len="sm" w="sm" type="none"/>
            <a:tailEnd len="sm" w="sm" type="none"/>
          </a:ln>
        </p:spPr>
      </p:cxnSp>
      <p:cxnSp>
        <p:nvCxnSpPr>
          <p:cNvPr id="314" name="Google Shape;314;g237f276a022_0_25"/>
          <p:cNvCxnSpPr>
            <a:stCxn id="309" idx="1"/>
            <a:endCxn id="309" idx="3"/>
          </p:cNvCxnSpPr>
          <p:nvPr/>
        </p:nvCxnSpPr>
        <p:spPr>
          <a:xfrm>
            <a:off x="3638950" y="3426900"/>
            <a:ext cx="6595500" cy="0"/>
          </a:xfrm>
          <a:prstGeom prst="straightConnector1">
            <a:avLst/>
          </a:prstGeom>
          <a:noFill/>
          <a:ln cap="flat" cmpd="sng" w="9525">
            <a:solidFill>
              <a:srgbClr val="009287"/>
            </a:solidFill>
            <a:prstDash val="solid"/>
            <a:round/>
            <a:headEnd len="sm" w="sm" type="none"/>
            <a:tailEnd len="sm" w="sm" type="none"/>
          </a:ln>
        </p:spPr>
      </p:cxnSp>
      <p:pic>
        <p:nvPicPr>
          <p:cNvPr id="315" name="Google Shape;315;g237f276a022_0_25"/>
          <p:cNvPicPr preferRelativeResize="0"/>
          <p:nvPr/>
        </p:nvPicPr>
        <p:blipFill>
          <a:blip r:embed="rId4">
            <a:alphaModFix/>
          </a:blip>
          <a:stretch>
            <a:fillRect/>
          </a:stretch>
        </p:blipFill>
        <p:spPr>
          <a:xfrm>
            <a:off x="10974775" y="5287987"/>
            <a:ext cx="975700" cy="10291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9" name="Shape 319"/>
        <p:cNvGrpSpPr/>
        <p:nvPr/>
      </p:nvGrpSpPr>
      <p:grpSpPr>
        <a:xfrm>
          <a:off x="0" y="0"/>
          <a:ext cx="0" cy="0"/>
          <a:chOff x="0" y="0"/>
          <a:chExt cx="0" cy="0"/>
        </a:xfrm>
      </p:grpSpPr>
      <p:sp>
        <p:nvSpPr>
          <p:cNvPr id="320" name="Google Shape;320;g265c00a3ceb_0_55"/>
          <p:cNvSpPr txBox="1"/>
          <p:nvPr/>
        </p:nvSpPr>
        <p:spPr>
          <a:xfrm>
            <a:off x="2842767" y="1268500"/>
            <a:ext cx="6506400" cy="3570900"/>
          </a:xfrm>
          <a:prstGeom prst="rect">
            <a:avLst/>
          </a:prstGeom>
          <a:noFill/>
          <a:ln>
            <a:noFill/>
          </a:ln>
        </p:spPr>
        <p:txBody>
          <a:bodyPr anchorCtr="0" anchor="t" bIns="60925" lIns="121900" spcFirstLastPara="1" rIns="121900" wrap="square" tIns="60925">
            <a:spAutoFit/>
          </a:bodyPr>
          <a:lstStyle/>
          <a:p>
            <a:pPr indent="0" lvl="0" marL="0" marR="0" rtl="0" algn="ctr">
              <a:lnSpc>
                <a:spcPct val="100000"/>
              </a:lnSpc>
              <a:spcBef>
                <a:spcPts val="0"/>
              </a:spcBef>
              <a:spcAft>
                <a:spcPts val="0"/>
              </a:spcAft>
              <a:buNone/>
            </a:pPr>
            <a:r>
              <a:rPr lang="es-ES" sz="3200">
                <a:solidFill>
                  <a:schemeClr val="dk1"/>
                </a:solidFill>
                <a:latin typeface="Patrick Hand"/>
                <a:ea typeface="Patrick Hand"/>
                <a:cs typeface="Patrick Hand"/>
                <a:sym typeface="Patrick Hand"/>
              </a:rPr>
              <a:t>1) ¿Cuál es el resultado?</a:t>
            </a:r>
            <a:endParaRPr sz="3200">
              <a:solidFill>
                <a:schemeClr val="dk1"/>
              </a:solidFill>
              <a:latin typeface="Patrick Hand"/>
              <a:ea typeface="Patrick Hand"/>
              <a:cs typeface="Patrick Hand"/>
              <a:sym typeface="Patrick Hand"/>
            </a:endParaRPr>
          </a:p>
          <a:p>
            <a:pPr indent="0" lvl="0" marL="0" rtl="0" algn="ctr">
              <a:spcBef>
                <a:spcPts val="0"/>
              </a:spcBef>
              <a:spcAft>
                <a:spcPts val="0"/>
              </a:spcAft>
              <a:buClr>
                <a:schemeClr val="dk1"/>
              </a:buClr>
              <a:buSzPts val="1500"/>
              <a:buFont typeface="Arial"/>
              <a:buNone/>
            </a:pPr>
            <a:r>
              <a:rPr lang="es-ES" sz="3200">
                <a:solidFill>
                  <a:schemeClr val="dk1"/>
                </a:solidFill>
                <a:latin typeface="Patrick Hand"/>
                <a:ea typeface="Patrick Hand"/>
                <a:cs typeface="Patrick Hand"/>
                <a:sym typeface="Patrick Hand"/>
              </a:rPr>
              <a:t>60 x 9</a:t>
            </a:r>
            <a:endParaRPr sz="3200">
              <a:solidFill>
                <a:schemeClr val="dk1"/>
              </a:solidFill>
              <a:latin typeface="Patrick Hand"/>
              <a:ea typeface="Patrick Hand"/>
              <a:cs typeface="Patrick Hand"/>
              <a:sym typeface="Patrick Hand"/>
            </a:endParaRPr>
          </a:p>
          <a:p>
            <a:pPr indent="0" lvl="0" marL="0" rtl="0" algn="ctr">
              <a:spcBef>
                <a:spcPts val="0"/>
              </a:spcBef>
              <a:spcAft>
                <a:spcPts val="0"/>
              </a:spcAft>
              <a:buClr>
                <a:schemeClr val="dk1"/>
              </a:buClr>
              <a:buSzPts val="1500"/>
              <a:buFont typeface="Arial"/>
              <a:buNone/>
            </a:pPr>
            <a:r>
              <a:rPr lang="es-ES" sz="3200">
                <a:solidFill>
                  <a:schemeClr val="dk1"/>
                </a:solidFill>
                <a:latin typeface="Patrick Hand"/>
                <a:ea typeface="Patrick Hand"/>
                <a:cs typeface="Patrick Hand"/>
                <a:sym typeface="Patrick Hand"/>
              </a:rPr>
              <a:t>2) ¿Cuál es el resultado?</a:t>
            </a:r>
            <a:endParaRPr sz="3200">
              <a:solidFill>
                <a:schemeClr val="dk1"/>
              </a:solidFill>
              <a:latin typeface="Patrick Hand"/>
              <a:ea typeface="Patrick Hand"/>
              <a:cs typeface="Patrick Hand"/>
              <a:sym typeface="Patrick Hand"/>
            </a:endParaRPr>
          </a:p>
          <a:p>
            <a:pPr indent="0" lvl="0" marL="0" rtl="0" algn="ctr">
              <a:spcBef>
                <a:spcPts val="0"/>
              </a:spcBef>
              <a:spcAft>
                <a:spcPts val="0"/>
              </a:spcAft>
              <a:buClr>
                <a:schemeClr val="dk1"/>
              </a:buClr>
              <a:buSzPts val="1500"/>
              <a:buFont typeface="Arial"/>
              <a:buNone/>
            </a:pPr>
            <a:r>
              <a:rPr lang="es-ES" sz="3200">
                <a:solidFill>
                  <a:schemeClr val="dk1"/>
                </a:solidFill>
                <a:latin typeface="Patrick Hand"/>
                <a:ea typeface="Patrick Hand"/>
                <a:cs typeface="Patrick Hand"/>
                <a:sym typeface="Patrick Hand"/>
              </a:rPr>
              <a:t>38 x 7</a:t>
            </a:r>
            <a:endParaRPr sz="3200">
              <a:solidFill>
                <a:schemeClr val="dk1"/>
              </a:solidFill>
              <a:latin typeface="Patrick Hand"/>
              <a:ea typeface="Patrick Hand"/>
              <a:cs typeface="Patrick Hand"/>
              <a:sym typeface="Patrick Hand"/>
            </a:endParaRPr>
          </a:p>
          <a:p>
            <a:pPr indent="0" lvl="0" marL="0" rtl="0" algn="ctr">
              <a:spcBef>
                <a:spcPts val="0"/>
              </a:spcBef>
              <a:spcAft>
                <a:spcPts val="0"/>
              </a:spcAft>
              <a:buClr>
                <a:schemeClr val="dk1"/>
              </a:buClr>
              <a:buSzPts val="1500"/>
              <a:buFont typeface="Arial"/>
              <a:buNone/>
            </a:pPr>
            <a:r>
              <a:rPr lang="es-ES" sz="3200">
                <a:solidFill>
                  <a:schemeClr val="dk1"/>
                </a:solidFill>
                <a:latin typeface="Patrick Hand"/>
                <a:ea typeface="Patrick Hand"/>
                <a:cs typeface="Patrick Hand"/>
                <a:sym typeface="Patrick Hand"/>
              </a:rPr>
              <a:t>3) ¿Cuál es el resultado?</a:t>
            </a:r>
            <a:endParaRPr sz="3200">
              <a:solidFill>
                <a:schemeClr val="dk1"/>
              </a:solidFill>
              <a:latin typeface="Patrick Hand"/>
              <a:ea typeface="Patrick Hand"/>
              <a:cs typeface="Patrick Hand"/>
              <a:sym typeface="Patrick Hand"/>
            </a:endParaRPr>
          </a:p>
          <a:p>
            <a:pPr indent="0" lvl="0" marL="0" rtl="0" algn="ctr">
              <a:spcBef>
                <a:spcPts val="0"/>
              </a:spcBef>
              <a:spcAft>
                <a:spcPts val="0"/>
              </a:spcAft>
              <a:buClr>
                <a:schemeClr val="dk1"/>
              </a:buClr>
              <a:buSzPts val="1500"/>
              <a:buFont typeface="Arial"/>
              <a:buNone/>
            </a:pPr>
            <a:r>
              <a:rPr lang="es-ES" sz="3200">
                <a:solidFill>
                  <a:schemeClr val="dk1"/>
                </a:solidFill>
                <a:latin typeface="Patrick Hand"/>
                <a:ea typeface="Patrick Hand"/>
                <a:cs typeface="Patrick Hand"/>
                <a:sym typeface="Patrick Hand"/>
              </a:rPr>
              <a:t>74 x 4</a:t>
            </a:r>
            <a:endParaRPr sz="3200">
              <a:solidFill>
                <a:schemeClr val="dk1"/>
              </a:solidFill>
              <a:latin typeface="Patrick Hand"/>
              <a:ea typeface="Patrick Hand"/>
              <a:cs typeface="Patrick Hand"/>
              <a:sym typeface="Patrick Hand"/>
            </a:endParaRPr>
          </a:p>
          <a:p>
            <a:pPr indent="0" lvl="0" marL="0" rtl="0" algn="ctr">
              <a:spcBef>
                <a:spcPts val="0"/>
              </a:spcBef>
              <a:spcAft>
                <a:spcPts val="0"/>
              </a:spcAft>
              <a:buClr>
                <a:schemeClr val="dk1"/>
              </a:buClr>
              <a:buSzPts val="1500"/>
              <a:buFont typeface="Arial"/>
              <a:buNone/>
            </a:pPr>
            <a:r>
              <a:t/>
            </a:r>
            <a:endParaRPr sz="3200">
              <a:solidFill>
                <a:schemeClr val="dk1"/>
              </a:solidFill>
              <a:latin typeface="Patrick Hand"/>
              <a:ea typeface="Patrick Hand"/>
              <a:cs typeface="Patrick Hand"/>
              <a:sym typeface="Patrick Hand"/>
            </a:endParaRPr>
          </a:p>
        </p:txBody>
      </p:sp>
      <p:sp>
        <p:nvSpPr>
          <p:cNvPr id="321" name="Google Shape;321;g265c00a3ceb_0_55"/>
          <p:cNvSpPr txBox="1"/>
          <p:nvPr/>
        </p:nvSpPr>
        <p:spPr>
          <a:xfrm>
            <a:off x="1046979" y="488799"/>
            <a:ext cx="10098000" cy="784800"/>
          </a:xfrm>
          <a:prstGeom prst="rect">
            <a:avLst/>
          </a:prstGeom>
          <a:noFill/>
          <a:ln>
            <a:noFill/>
          </a:ln>
        </p:spPr>
        <p:txBody>
          <a:bodyPr anchorCtr="0" anchor="t" bIns="60925" lIns="121900" spcFirstLastPara="1" rIns="121900" wrap="square" tIns="60925">
            <a:spAutoFit/>
          </a:bodyPr>
          <a:lstStyle/>
          <a:p>
            <a:pPr indent="0" lvl="0" marL="0" marR="0" rtl="0" algn="ctr">
              <a:lnSpc>
                <a:spcPct val="100000"/>
              </a:lnSpc>
              <a:spcBef>
                <a:spcPts val="0"/>
              </a:spcBef>
              <a:spcAft>
                <a:spcPts val="0"/>
              </a:spcAft>
              <a:buClr>
                <a:srgbClr val="000000"/>
              </a:buClr>
              <a:buSzPts val="4300"/>
              <a:buFont typeface="Arial"/>
              <a:buNone/>
            </a:pPr>
            <a:r>
              <a:rPr b="0" i="0" lang="es-ES" sz="4300" u="none" cap="none" strike="noStrike">
                <a:solidFill>
                  <a:schemeClr val="lt1"/>
                </a:solidFill>
                <a:highlight>
                  <a:srgbClr val="009287"/>
                </a:highlight>
                <a:latin typeface="Patrick Hand"/>
                <a:ea typeface="Patrick Hand"/>
                <a:cs typeface="Patrick Hand"/>
                <a:sym typeface="Patrick Hand"/>
              </a:rPr>
              <a:t>¡Ahora es tu turno!</a:t>
            </a:r>
            <a:endParaRPr b="0" i="0" sz="4300" u="none" cap="none" strike="noStrike">
              <a:solidFill>
                <a:schemeClr val="lt1"/>
              </a:solidFill>
              <a:highlight>
                <a:srgbClr val="009287"/>
              </a:highlight>
              <a:latin typeface="Arial"/>
              <a:ea typeface="Arial"/>
              <a:cs typeface="Arial"/>
              <a:sym typeface="Arial"/>
            </a:endParaRPr>
          </a:p>
        </p:txBody>
      </p:sp>
      <p:sp>
        <p:nvSpPr>
          <p:cNvPr id="322" name="Google Shape;322;g265c00a3ceb_0_55"/>
          <p:cNvSpPr txBox="1"/>
          <p:nvPr/>
        </p:nvSpPr>
        <p:spPr>
          <a:xfrm>
            <a:off x="3047983" y="4372392"/>
            <a:ext cx="6096000" cy="708000"/>
          </a:xfrm>
          <a:prstGeom prst="rect">
            <a:avLst/>
          </a:prstGeom>
          <a:noFill/>
          <a:ln>
            <a:noFill/>
          </a:ln>
        </p:spPr>
        <p:txBody>
          <a:bodyPr anchorCtr="0" anchor="t" bIns="60925" lIns="121900" spcFirstLastPara="1" rIns="121900" wrap="square" tIns="60925">
            <a:spAutoFit/>
          </a:bodyPr>
          <a:lstStyle/>
          <a:p>
            <a:pPr indent="0" lvl="0" marL="0" marR="0" rtl="0" algn="ctr">
              <a:lnSpc>
                <a:spcPct val="100000"/>
              </a:lnSpc>
              <a:spcBef>
                <a:spcPts val="0"/>
              </a:spcBef>
              <a:spcAft>
                <a:spcPts val="0"/>
              </a:spcAft>
              <a:buNone/>
            </a:pPr>
            <a:r>
              <a:rPr b="1" i="0" lang="es-ES" sz="1900" u="none" cap="none" strike="noStrike">
                <a:solidFill>
                  <a:srgbClr val="000000"/>
                </a:solidFill>
                <a:latin typeface="Calibri"/>
                <a:ea typeface="Calibri"/>
                <a:cs typeface="Calibri"/>
                <a:sym typeface="Calibri"/>
              </a:rPr>
              <a:t>RESPONDER ACÁ:</a:t>
            </a:r>
            <a:endParaRPr sz="1900"/>
          </a:p>
          <a:p>
            <a:pPr indent="0" lvl="0" marL="0" marR="0" rtl="0" algn="ctr">
              <a:lnSpc>
                <a:spcPct val="100000"/>
              </a:lnSpc>
              <a:spcBef>
                <a:spcPts val="0"/>
              </a:spcBef>
              <a:spcAft>
                <a:spcPts val="0"/>
              </a:spcAft>
              <a:buNone/>
            </a:pPr>
            <a:r>
              <a:rPr b="1" lang="es-ES" sz="1900" u="sng">
                <a:solidFill>
                  <a:schemeClr val="hlink"/>
                </a:solidFill>
                <a:latin typeface="Calibri"/>
                <a:ea typeface="Calibri"/>
                <a:cs typeface="Calibri"/>
                <a:sym typeface="Calibri"/>
                <a:hlinkClick r:id="rId3"/>
              </a:rPr>
              <a:t>https://forms.gle/g5wLPFsUXKjz6tfU6</a:t>
            </a:r>
            <a:r>
              <a:rPr b="1" lang="es-ES" sz="1900">
                <a:latin typeface="Calibri"/>
                <a:ea typeface="Calibri"/>
                <a:cs typeface="Calibri"/>
                <a:sym typeface="Calibri"/>
              </a:rPr>
              <a:t> </a:t>
            </a:r>
            <a:endParaRPr sz="1900"/>
          </a:p>
        </p:txBody>
      </p:sp>
      <p:pic>
        <p:nvPicPr>
          <p:cNvPr id="323" name="Google Shape;323;g265c00a3ceb_0_55"/>
          <p:cNvPicPr preferRelativeResize="0"/>
          <p:nvPr/>
        </p:nvPicPr>
        <p:blipFill rotWithShape="1">
          <a:blip r:embed="rId4">
            <a:alphaModFix/>
          </a:blip>
          <a:srcRect b="8650" l="8650" r="8650" t="8650"/>
          <a:stretch/>
        </p:blipFill>
        <p:spPr>
          <a:xfrm>
            <a:off x="8842133" y="1721983"/>
            <a:ext cx="2663832" cy="2663832"/>
          </a:xfrm>
          <a:prstGeom prst="rect">
            <a:avLst/>
          </a:prstGeom>
          <a:noFill/>
          <a:ln>
            <a:noFill/>
          </a:ln>
        </p:spPr>
      </p:pic>
      <p:pic>
        <p:nvPicPr>
          <p:cNvPr id="324" name="Google Shape;324;g265c00a3ceb_0_55"/>
          <p:cNvPicPr preferRelativeResize="0"/>
          <p:nvPr/>
        </p:nvPicPr>
        <p:blipFill>
          <a:blip r:embed="rId5">
            <a:alphaModFix/>
          </a:blip>
          <a:stretch>
            <a:fillRect/>
          </a:stretch>
        </p:blipFill>
        <p:spPr>
          <a:xfrm>
            <a:off x="10974775" y="5287987"/>
            <a:ext cx="975700" cy="102917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2023-06-14T18:49:54Z</dcterms:created>
  <dc:creator>Antonia  Hola</dc:creator>
</cp:coreProperties>
</file>