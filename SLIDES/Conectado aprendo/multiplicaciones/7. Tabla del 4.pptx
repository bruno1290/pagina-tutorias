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CIQpZNGLLX7395jfyHvLBy8bb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cc7f07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cc7f0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cc7f070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cc7f07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cc7f070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cc7f07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cc7f070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cc7f07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868646a7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868646a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af0780d32e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href="https://www.flaticon.es/iconos-gratis/un-pan" title="un pan iconos"&gt;Un pan iconos creados por Freepik - Flaticon&lt;/a&gt;</a:t>
            </a:r>
            <a:endParaRPr/>
          </a:p>
        </p:txBody>
      </p:sp>
      <p:sp>
        <p:nvSpPr>
          <p:cNvPr id="359" name="Google Shape;359;g2af0780d32e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b4492d65b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2b4492d65b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780d32e_0_7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780d32e_0_7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780d32e_0_7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780d32e_0_7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780d32e_0_7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780d32e_0_8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780d32e_0_8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780d32e_0_8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780d32e_0_8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780d32e_0_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780d32e_0_9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780d32e_0_9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780d32e_0_9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780d32e_0_9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780d32e_0_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780d32e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780d32e_0_9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780d32e_0_9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780d32e_0_9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780d32e_0_10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780d32e_0_1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780d32e_0_10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780d32e_0_10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780d32e_0_10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780d32e_0_10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780d32e_0_10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780d32e_0_11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780d32e_0_1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780d32e_0_11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780d32e_0_11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780d32e_0_11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780d32e_0_11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780d32e_0_7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780d32e_0_7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780d32e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1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hyperlink" Target="http://www.youtube.com/watch?v=SRCsG_lJvxQ" TargetMode="External"/><Relationship Id="rId5" Type="http://schemas.openxmlformats.org/officeDocument/2006/relationships/image" Target="../media/image19.jp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t7Nt1GeBXKHrTDQz8" TargetMode="External"/><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2.jpg"/><Relationship Id="rId4" Type="http://schemas.openxmlformats.org/officeDocument/2006/relationships/hyperlink" Target="http://www.youtube.com/watch?v=lNTjtXl4L8A" TargetMode="External"/><Relationship Id="rId5" Type="http://schemas.openxmlformats.org/officeDocument/2006/relationships/image" Target="../media/image23.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45850" y="5632100"/>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45850" y="522345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cc7f070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cc7f070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cc7f070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cc7f070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cc7f070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cc7f070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cc7f070_0_0"/>
          <p:cNvPicPr preferRelativeResize="0"/>
          <p:nvPr/>
        </p:nvPicPr>
        <p:blipFill>
          <a:blip r:embed="rId3">
            <a:alphaModFix/>
          </a:blip>
          <a:stretch>
            <a:fillRect/>
          </a:stretch>
        </p:blipFill>
        <p:spPr>
          <a:xfrm>
            <a:off x="10903700" y="2317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cc7f070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cc7f070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cc7f070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cc7f070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cc7f070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cc7f070_0_85"/>
          <p:cNvPicPr preferRelativeResize="0"/>
          <p:nvPr/>
        </p:nvPicPr>
        <p:blipFill>
          <a:blip r:embed="rId3">
            <a:alphaModFix/>
          </a:blip>
          <a:stretch>
            <a:fillRect/>
          </a:stretch>
        </p:blipFill>
        <p:spPr>
          <a:xfrm>
            <a:off x="10903700"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cc7f070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cc7f070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cc7f070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cc7f070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cc7f070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cc7f070_0_169"/>
          <p:cNvPicPr preferRelativeResize="0"/>
          <p:nvPr/>
        </p:nvPicPr>
        <p:blipFill>
          <a:blip r:embed="rId6">
            <a:alphaModFix/>
          </a:blip>
          <a:stretch>
            <a:fillRect/>
          </a:stretch>
        </p:blipFill>
        <p:spPr>
          <a:xfrm>
            <a:off x="10903700"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cc7f070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cc7f070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cc7f070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cc7f070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cc7f070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cc7f070_0_253"/>
          <p:cNvPicPr preferRelativeResize="0"/>
          <p:nvPr/>
        </p:nvPicPr>
        <p:blipFill>
          <a:blip r:embed="rId3">
            <a:alphaModFix/>
          </a:blip>
          <a:stretch>
            <a:fillRect/>
          </a:stretch>
        </p:blipFill>
        <p:spPr>
          <a:xfrm>
            <a:off x="10903700"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868646a7d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868646a7d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868646a7d_0_0"/>
          <p:cNvPicPr preferRelativeResize="0"/>
          <p:nvPr>
            <p:ph idx="1" type="body"/>
          </p:nvPr>
        </p:nvPicPr>
        <p:blipFill rotWithShape="1">
          <a:blip r:embed="rId3">
            <a:alphaModFix/>
          </a:blip>
          <a:srcRect b="0" l="0" r="0" t="0"/>
          <a:stretch/>
        </p:blipFill>
        <p:spPr>
          <a:xfrm>
            <a:off x="0" y="-54300"/>
            <a:ext cx="12192000" cy="6966600"/>
          </a:xfrm>
          <a:prstGeom prst="rect">
            <a:avLst/>
          </a:prstGeom>
          <a:noFill/>
          <a:ln>
            <a:noFill/>
          </a:ln>
        </p:spPr>
      </p:pic>
      <p:sp>
        <p:nvSpPr>
          <p:cNvPr id="189" name="Google Shape;189;g33868646a7d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868646a7d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868646a7d_0_0"/>
          <p:cNvPicPr preferRelativeResize="0"/>
          <p:nvPr/>
        </p:nvPicPr>
        <p:blipFill>
          <a:blip r:embed="rId8">
            <a:alphaModFix/>
          </a:blip>
          <a:stretch>
            <a:fillRect/>
          </a:stretch>
        </p:blipFill>
        <p:spPr>
          <a:xfrm>
            <a:off x="11045850" y="5223450"/>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4 </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46896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4 grupos de 4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16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781125"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4300963"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a:t>
            </a:r>
            <a:endParaRPr b="1" i="0" sz="2800" u="none" cap="none" strike="noStrike">
              <a:solidFill>
                <a:schemeClr val="dk1"/>
              </a:solidFill>
              <a:latin typeface="Patrick Hand"/>
              <a:ea typeface="Patrick Hand"/>
              <a:cs typeface="Patrick Hand"/>
              <a:sym typeface="Patrick Hand"/>
            </a:endParaRPr>
          </a:p>
        </p:txBody>
      </p:sp>
      <p:sp>
        <p:nvSpPr>
          <p:cNvPr id="202" name="Google Shape;202;g237be279222_0_0"/>
          <p:cNvSpPr txBox="1"/>
          <p:nvPr/>
        </p:nvSpPr>
        <p:spPr>
          <a:xfrm>
            <a:off x="7080442"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12</a:t>
            </a:r>
            <a:endParaRPr b="1" i="0" sz="2800" u="none" cap="none" strike="noStrike">
              <a:solidFill>
                <a:schemeClr val="dk1"/>
              </a:solidFill>
              <a:latin typeface="Patrick Hand"/>
              <a:ea typeface="Patrick Hand"/>
              <a:cs typeface="Patrick Hand"/>
              <a:sym typeface="Patrick Hand"/>
            </a:endParaRPr>
          </a:p>
        </p:txBody>
      </p:sp>
      <p:sp>
        <p:nvSpPr>
          <p:cNvPr id="203" name="Google Shape;203;g237be279222_0_0"/>
          <p:cNvSpPr txBox="1"/>
          <p:nvPr/>
        </p:nvSpPr>
        <p:spPr>
          <a:xfrm>
            <a:off x="9859900"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16</a:t>
            </a:r>
            <a:endParaRPr b="0" i="0" sz="1400" u="none" cap="none" strike="noStrike">
              <a:solidFill>
                <a:srgbClr val="000000"/>
              </a:solidFill>
              <a:latin typeface="Arial"/>
              <a:ea typeface="Arial"/>
              <a:cs typeface="Arial"/>
              <a:sym typeface="Arial"/>
            </a:endParaRPr>
          </a:p>
        </p:txBody>
      </p:sp>
      <p:cxnSp>
        <p:nvCxnSpPr>
          <p:cNvPr id="204" name="Google Shape;204;g237be279222_0_0"/>
          <p:cNvCxnSpPr/>
          <p:nvPr/>
        </p:nvCxnSpPr>
        <p:spPr>
          <a:xfrm flipH="1" rot="10800000">
            <a:off x="57650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5" name="Google Shape;205;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4, hay que contar de 4 en 4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6" name="Google Shape;206;g237be279222_0_0"/>
          <p:cNvSpPr/>
          <p:nvPr/>
        </p:nvSpPr>
        <p:spPr>
          <a:xfrm>
            <a:off x="312325" y="2119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3179050" y="2119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37be279222_0_0"/>
          <p:cNvSpPr/>
          <p:nvPr/>
        </p:nvSpPr>
        <p:spPr>
          <a:xfrm>
            <a:off x="6045775" y="2119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237be279222_0_0"/>
          <p:cNvSpPr/>
          <p:nvPr/>
        </p:nvSpPr>
        <p:spPr>
          <a:xfrm>
            <a:off x="9008650" y="2119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0" name="Google Shape;210;g237be279222_0_0"/>
          <p:cNvPicPr preferRelativeResize="0"/>
          <p:nvPr/>
        </p:nvPicPr>
        <p:blipFill rotWithShape="1">
          <a:blip r:embed="rId4">
            <a:alphaModFix/>
          </a:blip>
          <a:srcRect b="0" l="0" r="0" t="0"/>
          <a:stretch/>
        </p:blipFill>
        <p:spPr>
          <a:xfrm>
            <a:off x="3520600" y="5228650"/>
            <a:ext cx="1090628" cy="954300"/>
          </a:xfrm>
          <a:prstGeom prst="rect">
            <a:avLst/>
          </a:prstGeom>
          <a:noFill/>
          <a:ln>
            <a:noFill/>
          </a:ln>
        </p:spPr>
      </p:pic>
      <p:pic>
        <p:nvPicPr>
          <p:cNvPr id="211" name="Google Shape;211;g237be279222_0_0"/>
          <p:cNvPicPr preferRelativeResize="0"/>
          <p:nvPr/>
        </p:nvPicPr>
        <p:blipFill rotWithShape="1">
          <a:blip r:embed="rId4">
            <a:alphaModFix/>
          </a:blip>
          <a:srcRect b="0" l="0" r="0" t="0"/>
          <a:stretch/>
        </p:blipFill>
        <p:spPr>
          <a:xfrm>
            <a:off x="9346550" y="5131988"/>
            <a:ext cx="1311571" cy="1147625"/>
          </a:xfrm>
          <a:prstGeom prst="rect">
            <a:avLst/>
          </a:prstGeom>
          <a:noFill/>
          <a:ln>
            <a:noFill/>
          </a:ln>
        </p:spPr>
      </p:pic>
      <p:pic>
        <p:nvPicPr>
          <p:cNvPr id="212" name="Google Shape;212;g237be279222_0_0"/>
          <p:cNvPicPr preferRelativeResize="0"/>
          <p:nvPr/>
        </p:nvPicPr>
        <p:blipFill>
          <a:blip r:embed="rId5">
            <a:alphaModFix/>
          </a:blip>
          <a:stretch>
            <a:fillRect/>
          </a:stretch>
        </p:blipFill>
        <p:spPr>
          <a:xfrm>
            <a:off x="11081400" y="692925"/>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
          <p:cNvPicPr preferRelativeResize="0"/>
          <p:nvPr/>
        </p:nvPicPr>
        <p:blipFill rotWithShape="1">
          <a:blip r:embed="rId3">
            <a:alphaModFix/>
          </a:blip>
          <a:srcRect b="0" l="0" r="0" t="0"/>
          <a:stretch/>
        </p:blipFill>
        <p:spPr>
          <a:xfrm>
            <a:off x="-13775" y="0"/>
            <a:ext cx="12192000" cy="6858000"/>
          </a:xfrm>
          <a:prstGeom prst="rect">
            <a:avLst/>
          </a:prstGeom>
          <a:noFill/>
          <a:ln>
            <a:noFill/>
          </a:ln>
        </p:spPr>
      </p:pic>
      <p:sp>
        <p:nvSpPr>
          <p:cNvPr id="218" name="Google Shape;218;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4 </a:t>
            </a:r>
            <a:endParaRPr b="1" i="0" sz="4400" u="none" cap="none" strike="noStrike">
              <a:solidFill>
                <a:schemeClr val="dk1"/>
              </a:solidFill>
              <a:latin typeface="Patrick Hand"/>
              <a:ea typeface="Patrick Hand"/>
              <a:cs typeface="Patrick Hand"/>
              <a:sym typeface="Patrick Hand"/>
            </a:endParaRPr>
          </a:p>
        </p:txBody>
      </p:sp>
      <p:sp>
        <p:nvSpPr>
          <p:cNvPr id="219" name="Google Shape;219;p3"/>
          <p:cNvSpPr txBox="1"/>
          <p:nvPr/>
        </p:nvSpPr>
        <p:spPr>
          <a:xfrm>
            <a:off x="1521900" y="55597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4  						Hay ___             en total.</a:t>
            </a:r>
            <a:endParaRPr b="1" i="0" sz="2800" u="none" cap="none" strike="noStrike">
              <a:solidFill>
                <a:schemeClr val="dk1"/>
              </a:solidFill>
              <a:latin typeface="Patrick Hand"/>
              <a:ea typeface="Patrick Hand"/>
              <a:cs typeface="Patrick Hand"/>
              <a:sym typeface="Patrick Hand"/>
            </a:endParaRPr>
          </a:p>
        </p:txBody>
      </p:sp>
      <p:sp>
        <p:nvSpPr>
          <p:cNvPr id="220" name="Google Shape;220;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cuatro en cuatro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21" name="Google Shape;221;p3"/>
          <p:cNvSpPr txBox="1"/>
          <p:nvPr/>
        </p:nvSpPr>
        <p:spPr>
          <a:xfrm>
            <a:off x="1293775" y="46407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22" name="Google Shape;222;p3"/>
          <p:cNvSpPr txBox="1"/>
          <p:nvPr/>
        </p:nvSpPr>
        <p:spPr>
          <a:xfrm>
            <a:off x="3766000" y="46628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23" name="Google Shape;223;p3"/>
          <p:cNvSpPr txBox="1"/>
          <p:nvPr/>
        </p:nvSpPr>
        <p:spPr>
          <a:xfrm>
            <a:off x="5894050" y="46407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24" name="Google Shape;224;p3"/>
          <p:cNvSpPr txBox="1"/>
          <p:nvPr/>
        </p:nvSpPr>
        <p:spPr>
          <a:xfrm>
            <a:off x="8139925" y="47098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16</a:t>
            </a:r>
            <a:endParaRPr b="1" i="0" sz="2700" u="none" cap="none" strike="noStrike">
              <a:solidFill>
                <a:srgbClr val="000000"/>
              </a:solidFill>
              <a:latin typeface="Patrick Hand"/>
              <a:ea typeface="Patrick Hand"/>
              <a:cs typeface="Patrick Hand"/>
              <a:sym typeface="Patrick Hand"/>
            </a:endParaRPr>
          </a:p>
        </p:txBody>
      </p:sp>
      <p:sp>
        <p:nvSpPr>
          <p:cNvPr id="225" name="Google Shape;225;p3"/>
          <p:cNvSpPr txBox="1"/>
          <p:nvPr/>
        </p:nvSpPr>
        <p:spPr>
          <a:xfrm>
            <a:off x="10623000" y="470978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sp>
        <p:nvSpPr>
          <p:cNvPr id="226" name="Google Shape;226;p3"/>
          <p:cNvSpPr txBox="1"/>
          <p:nvPr/>
        </p:nvSpPr>
        <p:spPr>
          <a:xfrm>
            <a:off x="2305825" y="54712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5</a:t>
            </a:r>
            <a:endParaRPr b="1" i="0" sz="2700" u="none" cap="none" strike="noStrike">
              <a:solidFill>
                <a:srgbClr val="000000"/>
              </a:solidFill>
              <a:latin typeface="Patrick Hand"/>
              <a:ea typeface="Patrick Hand"/>
              <a:cs typeface="Patrick Hand"/>
              <a:sym typeface="Patrick Hand"/>
            </a:endParaRPr>
          </a:p>
        </p:txBody>
      </p:sp>
      <p:sp>
        <p:nvSpPr>
          <p:cNvPr id="227" name="Google Shape;227;p3"/>
          <p:cNvSpPr txBox="1"/>
          <p:nvPr/>
        </p:nvSpPr>
        <p:spPr>
          <a:xfrm>
            <a:off x="7545025" y="5483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sp>
        <p:nvSpPr>
          <p:cNvPr id="228" name="Google Shape;228;p3"/>
          <p:cNvSpPr/>
          <p:nvPr/>
        </p:nvSpPr>
        <p:spPr>
          <a:xfrm>
            <a:off x="99225" y="2161975"/>
            <a:ext cx="2281800" cy="238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9" name="Google Shape;229;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30" name="Google Shape;230;p3"/>
          <p:cNvSpPr/>
          <p:nvPr/>
        </p:nvSpPr>
        <p:spPr>
          <a:xfrm>
            <a:off x="2527200" y="2096263"/>
            <a:ext cx="2281800" cy="238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4955175" y="2085188"/>
            <a:ext cx="2281800" cy="238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7372675" y="2119725"/>
            <a:ext cx="2281800" cy="238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a:off x="9790175" y="2078000"/>
            <a:ext cx="2281800" cy="238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4" name="Google Shape;234;p3"/>
          <p:cNvPicPr preferRelativeResize="0"/>
          <p:nvPr/>
        </p:nvPicPr>
        <p:blipFill rotWithShape="1">
          <a:blip r:embed="rId4">
            <a:alphaModFix/>
          </a:blip>
          <a:srcRect b="0" l="0" r="0" t="0"/>
          <a:stretch/>
        </p:blipFill>
        <p:spPr>
          <a:xfrm>
            <a:off x="8298400" y="5346338"/>
            <a:ext cx="853443" cy="931675"/>
          </a:xfrm>
          <a:prstGeom prst="rect">
            <a:avLst/>
          </a:prstGeom>
          <a:noFill/>
          <a:ln>
            <a:noFill/>
          </a:ln>
        </p:spPr>
      </p:pic>
      <p:pic>
        <p:nvPicPr>
          <p:cNvPr id="235" name="Google Shape;235;p3"/>
          <p:cNvPicPr preferRelativeResize="0"/>
          <p:nvPr/>
        </p:nvPicPr>
        <p:blipFill>
          <a:blip r:embed="rId5">
            <a:alphaModFix/>
          </a:blip>
          <a:stretch>
            <a:fillRect/>
          </a:stretch>
        </p:blipFill>
        <p:spPr>
          <a:xfrm>
            <a:off x="11081400" y="69292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1" name="Google Shape;241;g237be279222_0_77"/>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4 </a:t>
            </a:r>
            <a:endParaRPr b="1" i="0" sz="4400" u="none" cap="none" strike="noStrike">
              <a:solidFill>
                <a:schemeClr val="dk1"/>
              </a:solidFill>
              <a:latin typeface="Patrick Hand"/>
              <a:ea typeface="Patrick Hand"/>
              <a:cs typeface="Patrick Hand"/>
              <a:sym typeface="Patrick Hand"/>
            </a:endParaRPr>
          </a:p>
        </p:txBody>
      </p:sp>
      <p:sp>
        <p:nvSpPr>
          <p:cNvPr id="242" name="Google Shape;242;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4							Hay ___             en total.</a:t>
            </a:r>
            <a:endParaRPr b="1" i="0" sz="2800" u="none" cap="none" strike="noStrike">
              <a:solidFill>
                <a:schemeClr val="dk1"/>
              </a:solidFill>
              <a:latin typeface="Patrick Hand"/>
              <a:ea typeface="Patrick Hand"/>
              <a:cs typeface="Patrick Hand"/>
              <a:sym typeface="Patrick Hand"/>
            </a:endParaRPr>
          </a:p>
        </p:txBody>
      </p:sp>
      <p:sp>
        <p:nvSpPr>
          <p:cNvPr id="243" name="Google Shape;243;g237be279222_0_77"/>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cuatro en cuatro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44" name="Google Shape;244;g237be279222_0_77"/>
          <p:cNvSpPr txBox="1"/>
          <p:nvPr/>
        </p:nvSpPr>
        <p:spPr>
          <a:xfrm>
            <a:off x="1667125" y="48887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45" name="Google Shape;245;g237be279222_0_77"/>
          <p:cNvSpPr txBox="1"/>
          <p:nvPr/>
        </p:nvSpPr>
        <p:spPr>
          <a:xfrm>
            <a:off x="3452750" y="4904413"/>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46" name="Google Shape;246;g237be279222_0_77"/>
          <p:cNvSpPr txBox="1"/>
          <p:nvPr/>
        </p:nvSpPr>
        <p:spPr>
          <a:xfrm>
            <a:off x="5255125" y="4904413"/>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47" name="Google Shape;247;g237be279222_0_77"/>
          <p:cNvSpPr txBox="1"/>
          <p:nvPr/>
        </p:nvSpPr>
        <p:spPr>
          <a:xfrm>
            <a:off x="7090913" y="48887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16</a:t>
            </a:r>
            <a:endParaRPr b="1" i="0" sz="2700" u="none" cap="none" strike="noStrike">
              <a:solidFill>
                <a:srgbClr val="000000"/>
              </a:solidFill>
              <a:latin typeface="Patrick Hand"/>
              <a:ea typeface="Patrick Hand"/>
              <a:cs typeface="Patrick Hand"/>
              <a:sym typeface="Patrick Hand"/>
            </a:endParaRPr>
          </a:p>
        </p:txBody>
      </p:sp>
      <p:sp>
        <p:nvSpPr>
          <p:cNvPr id="248" name="Google Shape;248;g237be279222_0_77"/>
          <p:cNvSpPr txBox="1"/>
          <p:nvPr/>
        </p:nvSpPr>
        <p:spPr>
          <a:xfrm>
            <a:off x="9036325" y="48887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sp>
        <p:nvSpPr>
          <p:cNvPr id="249" name="Google Shape;249;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50" name="Google Shape;250;g237be279222_0_77"/>
          <p:cNvSpPr/>
          <p:nvPr/>
        </p:nvSpPr>
        <p:spPr>
          <a:xfrm>
            <a:off x="1238575" y="2008400"/>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237be279222_0_77"/>
          <p:cNvSpPr txBox="1"/>
          <p:nvPr/>
        </p:nvSpPr>
        <p:spPr>
          <a:xfrm>
            <a:off x="10908225" y="48887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sp>
        <p:nvSpPr>
          <p:cNvPr id="252" name="Google Shape;252;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cxnSp>
        <p:nvCxnSpPr>
          <p:cNvPr id="253" name="Google Shape;253;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54" name="Google Shape;254;g237be279222_0_77"/>
          <p:cNvSpPr/>
          <p:nvPr/>
        </p:nvSpPr>
        <p:spPr>
          <a:xfrm>
            <a:off x="2948000" y="1986425"/>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237be279222_0_77"/>
          <p:cNvSpPr/>
          <p:nvPr/>
        </p:nvSpPr>
        <p:spPr>
          <a:xfrm>
            <a:off x="4745625" y="1986425"/>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237be279222_0_77"/>
          <p:cNvSpPr/>
          <p:nvPr/>
        </p:nvSpPr>
        <p:spPr>
          <a:xfrm>
            <a:off x="6620913" y="2008400"/>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37be279222_0_77"/>
          <p:cNvSpPr/>
          <p:nvPr/>
        </p:nvSpPr>
        <p:spPr>
          <a:xfrm>
            <a:off x="8481275" y="1986425"/>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237be279222_0_77"/>
          <p:cNvSpPr/>
          <p:nvPr/>
        </p:nvSpPr>
        <p:spPr>
          <a:xfrm>
            <a:off x="10250650" y="1963650"/>
            <a:ext cx="1452000" cy="293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9" name="Google Shape;259;g237be279222_0_77"/>
          <p:cNvPicPr preferRelativeResize="0"/>
          <p:nvPr/>
        </p:nvPicPr>
        <p:blipFill rotWithShape="1">
          <a:blip r:embed="rId4">
            <a:alphaModFix/>
          </a:blip>
          <a:srcRect b="0" l="0" r="0" t="0"/>
          <a:stretch/>
        </p:blipFill>
        <p:spPr>
          <a:xfrm>
            <a:off x="8306275" y="5367700"/>
            <a:ext cx="1004900" cy="888950"/>
          </a:xfrm>
          <a:prstGeom prst="rect">
            <a:avLst/>
          </a:prstGeom>
          <a:noFill/>
          <a:ln>
            <a:noFill/>
          </a:ln>
        </p:spPr>
      </p:pic>
      <p:pic>
        <p:nvPicPr>
          <p:cNvPr id="260" name="Google Shape;260;g237be279222_0_77"/>
          <p:cNvPicPr preferRelativeResize="0"/>
          <p:nvPr/>
        </p:nvPicPr>
        <p:blipFill>
          <a:blip r:embed="rId5">
            <a:alphaModFix/>
          </a:blip>
          <a:stretch>
            <a:fillRect/>
          </a:stretch>
        </p:blipFill>
        <p:spPr>
          <a:xfrm>
            <a:off x="11081400" y="69292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6" name="Google Shape;266;g237be279222_0_60"/>
          <p:cNvSpPr txBox="1"/>
          <p:nvPr/>
        </p:nvSpPr>
        <p:spPr>
          <a:xfrm>
            <a:off x="-1" y="434301"/>
            <a:ext cx="60984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700" u="none" cap="none" strike="noStrike">
                <a:solidFill>
                  <a:schemeClr val="dk1"/>
                </a:solidFill>
                <a:latin typeface="Patrick Hand"/>
                <a:ea typeface="Patrick Hand"/>
                <a:cs typeface="Patrick Hand"/>
                <a:sym typeface="Patrick Hand"/>
              </a:rPr>
              <a:t>Tabla del 4</a:t>
            </a:r>
            <a:endParaRPr b="1" i="0" sz="3700" u="none" cap="none" strike="noStrike">
              <a:solidFill>
                <a:schemeClr val="dk1"/>
              </a:solidFill>
              <a:latin typeface="Patrick Hand"/>
              <a:ea typeface="Patrick Hand"/>
              <a:cs typeface="Patrick Hand"/>
              <a:sym typeface="Patrick Hand"/>
            </a:endParaRPr>
          </a:p>
        </p:txBody>
      </p:sp>
      <p:sp>
        <p:nvSpPr>
          <p:cNvPr id="267" name="Google Shape;267;g237be279222_0_60"/>
          <p:cNvSpPr txBox="1"/>
          <p:nvPr/>
        </p:nvSpPr>
        <p:spPr>
          <a:xfrm>
            <a:off x="8106825" y="1442450"/>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4    =	 4</a:t>
            </a:r>
            <a:endParaRPr b="0" i="0" sz="4100" u="none" cap="none" strike="noStrike">
              <a:solidFill>
                <a:schemeClr val="dk1"/>
              </a:solidFill>
              <a:latin typeface="Patrick Hand"/>
              <a:ea typeface="Patrick Hand"/>
              <a:cs typeface="Patrick Hand"/>
              <a:sym typeface="Patrick Hand"/>
            </a:endParaRPr>
          </a:p>
        </p:txBody>
      </p:sp>
      <p:sp>
        <p:nvSpPr>
          <p:cNvPr id="268" name="Google Shape;268;g237be279222_0_60"/>
          <p:cNvSpPr txBox="1"/>
          <p:nvPr/>
        </p:nvSpPr>
        <p:spPr>
          <a:xfrm>
            <a:off x="8049975" y="2969425"/>
            <a:ext cx="41322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4   =		8</a:t>
            </a:r>
            <a:endParaRPr b="0" i="0" sz="4100" u="none" cap="none" strike="noStrike">
              <a:solidFill>
                <a:schemeClr val="dk1"/>
              </a:solidFill>
              <a:latin typeface="Patrick Hand"/>
              <a:ea typeface="Patrick Hand"/>
              <a:cs typeface="Patrick Hand"/>
              <a:sym typeface="Patrick Hand"/>
            </a:endParaRPr>
          </a:p>
        </p:txBody>
      </p:sp>
      <p:sp>
        <p:nvSpPr>
          <p:cNvPr id="269" name="Google Shape;269;g237be279222_0_60"/>
          <p:cNvSpPr txBox="1"/>
          <p:nvPr/>
        </p:nvSpPr>
        <p:spPr>
          <a:xfrm>
            <a:off x="8049975" y="5593800"/>
            <a:ext cx="42315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0" i="0" lang="es-CL" sz="3800" u="none" cap="none" strike="noStrike">
                <a:solidFill>
                  <a:schemeClr val="dk1"/>
                </a:solidFill>
                <a:latin typeface="Patrick Hand"/>
                <a:ea typeface="Patrick Hand"/>
                <a:cs typeface="Patrick Hand"/>
                <a:sym typeface="Patrick Hand"/>
              </a:rPr>
              <a:t>__     x     __   =	__</a:t>
            </a:r>
            <a:endParaRPr b="0" i="0" sz="3800" u="none" cap="none" strike="noStrike">
              <a:solidFill>
                <a:schemeClr val="dk1"/>
              </a:solidFill>
              <a:latin typeface="Patrick Hand"/>
              <a:ea typeface="Patrick Hand"/>
              <a:cs typeface="Patrick Hand"/>
              <a:sym typeface="Patrick Hand"/>
            </a:endParaRPr>
          </a:p>
        </p:txBody>
      </p:sp>
      <p:sp>
        <p:nvSpPr>
          <p:cNvPr id="270" name="Google Shape;270;g237be279222_0_60"/>
          <p:cNvSpPr txBox="1"/>
          <p:nvPr/>
        </p:nvSpPr>
        <p:spPr>
          <a:xfrm>
            <a:off x="8186875" y="5569313"/>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3              4    	   12</a:t>
            </a:r>
            <a:endParaRPr b="0" i="0" sz="4100" u="none" cap="none" strike="noStrike">
              <a:solidFill>
                <a:schemeClr val="dk1"/>
              </a:solidFill>
              <a:latin typeface="Patrick Hand"/>
              <a:ea typeface="Patrick Hand"/>
              <a:cs typeface="Patrick Hand"/>
              <a:sym typeface="Patrick Hand"/>
            </a:endParaRPr>
          </a:p>
        </p:txBody>
      </p:sp>
      <p:sp>
        <p:nvSpPr>
          <p:cNvPr id="271" name="Google Shape;271;g237be279222_0_60"/>
          <p:cNvSpPr txBox="1"/>
          <p:nvPr/>
        </p:nvSpPr>
        <p:spPr>
          <a:xfrm>
            <a:off x="7868650" y="21657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sp>
        <p:nvSpPr>
          <p:cNvPr id="272" name="Google Shape;272;g237be279222_0_60"/>
          <p:cNvSpPr txBox="1"/>
          <p:nvPr/>
        </p:nvSpPr>
        <p:spPr>
          <a:xfrm>
            <a:off x="8106825" y="36927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3" name="Google Shape;273;g237be279222_0_60"/>
          <p:cNvSpPr txBox="1"/>
          <p:nvPr/>
        </p:nvSpPr>
        <p:spPr>
          <a:xfrm>
            <a:off x="8024425" y="59878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4" name="Google Shape;274;g237be279222_0_60"/>
          <p:cNvSpPr/>
          <p:nvPr/>
        </p:nvSpPr>
        <p:spPr>
          <a:xfrm>
            <a:off x="104975" y="1004125"/>
            <a:ext cx="370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237be279222_0_60"/>
          <p:cNvSpPr/>
          <p:nvPr/>
        </p:nvSpPr>
        <p:spPr>
          <a:xfrm>
            <a:off x="104975" y="2811450"/>
            <a:ext cx="370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37be279222_0_60"/>
          <p:cNvSpPr/>
          <p:nvPr/>
        </p:nvSpPr>
        <p:spPr>
          <a:xfrm>
            <a:off x="4163775" y="2811450"/>
            <a:ext cx="39084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37be279222_0_60"/>
          <p:cNvSpPr/>
          <p:nvPr/>
        </p:nvSpPr>
        <p:spPr>
          <a:xfrm>
            <a:off x="104975" y="4334575"/>
            <a:ext cx="370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37be279222_0_60"/>
          <p:cNvSpPr/>
          <p:nvPr/>
        </p:nvSpPr>
        <p:spPr>
          <a:xfrm>
            <a:off x="4163775" y="4318150"/>
            <a:ext cx="39084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be279222_0_60"/>
          <p:cNvSpPr/>
          <p:nvPr/>
        </p:nvSpPr>
        <p:spPr>
          <a:xfrm>
            <a:off x="8241925" y="4318150"/>
            <a:ext cx="39084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g237be279222_0_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5" name="Google Shape;285;g237be279222_0_98"/>
          <p:cNvSpPr txBox="1"/>
          <p:nvPr/>
        </p:nvSpPr>
        <p:spPr>
          <a:xfrm>
            <a:off x="3409925" y="2543876"/>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86" name="Google Shape;286;g237be279222_0_98"/>
          <p:cNvSpPr txBox="1"/>
          <p:nvPr/>
        </p:nvSpPr>
        <p:spPr>
          <a:xfrm>
            <a:off x="3561725" y="2406514"/>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4               4          16</a:t>
            </a:r>
            <a:endParaRPr b="0" i="0" sz="3300" u="none" cap="none" strike="noStrike">
              <a:solidFill>
                <a:schemeClr val="dk1"/>
              </a:solidFill>
              <a:latin typeface="Patrick Hand"/>
              <a:ea typeface="Patrick Hand"/>
              <a:cs typeface="Patrick Hand"/>
              <a:sym typeface="Patrick Hand"/>
            </a:endParaRPr>
          </a:p>
        </p:txBody>
      </p:sp>
      <p:sp>
        <p:nvSpPr>
          <p:cNvPr id="287" name="Google Shape;287;g237be279222_0_98"/>
          <p:cNvSpPr txBox="1"/>
          <p:nvPr/>
        </p:nvSpPr>
        <p:spPr>
          <a:xfrm>
            <a:off x="3487075" y="5227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88" name="Google Shape;288;g237be279222_0_98"/>
          <p:cNvSpPr txBox="1"/>
          <p:nvPr/>
        </p:nvSpPr>
        <p:spPr>
          <a:xfrm>
            <a:off x="3382975" y="3045176"/>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89" name="Google Shape;289;g237be279222_0_98"/>
          <p:cNvSpPr txBox="1"/>
          <p:nvPr/>
        </p:nvSpPr>
        <p:spPr>
          <a:xfrm>
            <a:off x="3574325" y="57148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90" name="Google Shape;290;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patos hay por grupo? </a:t>
            </a:r>
            <a:endParaRPr b="1" i="0" sz="2600" u="none" cap="none" strike="noStrike">
              <a:solidFill>
                <a:srgbClr val="000000"/>
              </a:solidFill>
              <a:latin typeface="Patrick Hand"/>
              <a:ea typeface="Patrick Hand"/>
              <a:cs typeface="Patrick Hand"/>
              <a:sym typeface="Patrick Hand"/>
            </a:endParaRPr>
          </a:p>
        </p:txBody>
      </p:sp>
      <p:sp>
        <p:nvSpPr>
          <p:cNvPr id="291" name="Google Shape;291;g237be279222_0_98"/>
          <p:cNvSpPr txBox="1"/>
          <p:nvPr/>
        </p:nvSpPr>
        <p:spPr>
          <a:xfrm>
            <a:off x="3631625" y="521306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5                4          20</a:t>
            </a:r>
            <a:endParaRPr b="0" i="0" sz="3200" u="none" cap="none" strike="noStrike">
              <a:solidFill>
                <a:schemeClr val="dk1"/>
              </a:solidFill>
              <a:latin typeface="Patrick Hand"/>
              <a:ea typeface="Patrick Hand"/>
              <a:cs typeface="Patrick Hand"/>
              <a:sym typeface="Patrick Hand"/>
            </a:endParaRPr>
          </a:p>
        </p:txBody>
      </p:sp>
      <p:sp>
        <p:nvSpPr>
          <p:cNvPr id="292" name="Google Shape;292;g237be279222_0_98"/>
          <p:cNvSpPr/>
          <p:nvPr/>
        </p:nvSpPr>
        <p:spPr>
          <a:xfrm>
            <a:off x="120775" y="137872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237be279222_0_98"/>
          <p:cNvSpPr/>
          <p:nvPr/>
        </p:nvSpPr>
        <p:spPr>
          <a:xfrm>
            <a:off x="120775" y="374727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37be279222_0_98"/>
          <p:cNvSpPr/>
          <p:nvPr/>
        </p:nvSpPr>
        <p:spPr>
          <a:xfrm>
            <a:off x="30023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37be279222_0_98"/>
          <p:cNvSpPr/>
          <p:nvPr/>
        </p:nvSpPr>
        <p:spPr>
          <a:xfrm>
            <a:off x="58839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37be279222_0_98"/>
          <p:cNvSpPr/>
          <p:nvPr/>
        </p:nvSpPr>
        <p:spPr>
          <a:xfrm>
            <a:off x="8765575" y="1413575"/>
            <a:ext cx="27483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37be279222_0_98"/>
          <p:cNvSpPr/>
          <p:nvPr/>
        </p:nvSpPr>
        <p:spPr>
          <a:xfrm>
            <a:off x="2530025" y="371662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237be279222_0_98"/>
          <p:cNvSpPr/>
          <p:nvPr/>
        </p:nvSpPr>
        <p:spPr>
          <a:xfrm>
            <a:off x="5050925" y="371662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37be279222_0_98"/>
          <p:cNvSpPr/>
          <p:nvPr/>
        </p:nvSpPr>
        <p:spPr>
          <a:xfrm>
            <a:off x="7472525" y="3720850"/>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37be279222_0_98"/>
          <p:cNvSpPr/>
          <p:nvPr/>
        </p:nvSpPr>
        <p:spPr>
          <a:xfrm>
            <a:off x="9894125" y="3671075"/>
            <a:ext cx="22761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1" name="Google Shape;301;g237be279222_0_98"/>
          <p:cNvPicPr preferRelativeResize="0"/>
          <p:nvPr/>
        </p:nvPicPr>
        <p:blipFill>
          <a:blip r:embed="rId4">
            <a:alphaModFix/>
          </a:blip>
          <a:stretch>
            <a:fillRect/>
          </a:stretch>
        </p:blipFill>
        <p:spPr>
          <a:xfrm>
            <a:off x="11045850" y="52234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g25bf903a7d5_1_16"/>
          <p:cNvPicPr preferRelativeResize="0"/>
          <p:nvPr/>
        </p:nvPicPr>
        <p:blipFill rotWithShape="1">
          <a:blip r:embed="rId3">
            <a:alphaModFix/>
          </a:blip>
          <a:srcRect b="0" l="0" r="0" t="0"/>
          <a:stretch/>
        </p:blipFill>
        <p:spPr>
          <a:xfrm>
            <a:off x="25" y="0"/>
            <a:ext cx="12191957" cy="6858000"/>
          </a:xfrm>
          <a:prstGeom prst="rect">
            <a:avLst/>
          </a:prstGeom>
          <a:noFill/>
          <a:ln>
            <a:noFill/>
          </a:ln>
        </p:spPr>
      </p:pic>
      <p:sp>
        <p:nvSpPr>
          <p:cNvPr id="307" name="Google Shape;307;g25bf903a7d5_1_16"/>
          <p:cNvSpPr txBox="1"/>
          <p:nvPr/>
        </p:nvSpPr>
        <p:spPr>
          <a:xfrm>
            <a:off x="-1" y="4828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Tabla del 4 </a:t>
            </a:r>
            <a:endParaRPr b="1" i="0" sz="3900" u="none" cap="none" strike="noStrike">
              <a:solidFill>
                <a:schemeClr val="dk1"/>
              </a:solidFill>
              <a:latin typeface="Patrick Hand"/>
              <a:ea typeface="Patrick Hand"/>
              <a:cs typeface="Patrick Hand"/>
              <a:sym typeface="Patrick Hand"/>
            </a:endParaRPr>
          </a:p>
        </p:txBody>
      </p:sp>
      <p:sp>
        <p:nvSpPr>
          <p:cNvPr id="308" name="Google Shape;308;g25bf903a7d5_1_16"/>
          <p:cNvSpPr txBox="1"/>
          <p:nvPr/>
        </p:nvSpPr>
        <p:spPr>
          <a:xfrm>
            <a:off x="25" y="948700"/>
            <a:ext cx="8016900" cy="221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Resolvamos estos ejercicios: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4 x 7 =                                                    7 x 4 = </a:t>
            </a:r>
            <a:endParaRPr b="0" i="0" sz="2800" u="none" cap="none" strike="noStrike">
              <a:solidFill>
                <a:schemeClr val="dk1"/>
              </a:solidFill>
              <a:latin typeface="Patrick Hand"/>
              <a:ea typeface="Patrick Hand"/>
              <a:cs typeface="Patrick Hand"/>
              <a:sym typeface="Patrick Hand"/>
            </a:endParaRPr>
          </a:p>
        </p:txBody>
      </p:sp>
      <p:sp>
        <p:nvSpPr>
          <p:cNvPr id="309" name="Google Shape;309;g25bf903a7d5_1_16"/>
          <p:cNvSpPr txBox="1"/>
          <p:nvPr/>
        </p:nvSpPr>
        <p:spPr>
          <a:xfrm>
            <a:off x="240750" y="4946000"/>
            <a:ext cx="94698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4 x 3 =                                                    __ x __ = </a:t>
            </a:r>
            <a:endParaRPr b="0" i="0" sz="1400" u="none" cap="none" strike="noStrike">
              <a:solidFill>
                <a:srgbClr val="000000"/>
              </a:solidFill>
              <a:latin typeface="Arial"/>
              <a:ea typeface="Arial"/>
              <a:cs typeface="Arial"/>
              <a:sym typeface="Arial"/>
            </a:endParaRPr>
          </a:p>
        </p:txBody>
      </p:sp>
      <p:sp>
        <p:nvSpPr>
          <p:cNvPr id="310" name="Google Shape;310;g25bf903a7d5_1_16"/>
          <p:cNvSpPr txBox="1"/>
          <p:nvPr/>
        </p:nvSpPr>
        <p:spPr>
          <a:xfrm>
            <a:off x="5103450" y="3615125"/>
            <a:ext cx="30000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311" name="Google Shape;311;g25bf903a7d5_1_16"/>
          <p:cNvSpPr/>
          <p:nvPr/>
        </p:nvSpPr>
        <p:spPr>
          <a:xfrm>
            <a:off x="5283450" y="3516475"/>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25bf903a7d5_1_16"/>
          <p:cNvSpPr txBox="1"/>
          <p:nvPr/>
        </p:nvSpPr>
        <p:spPr>
          <a:xfrm>
            <a:off x="1398650" y="25189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28</a:t>
            </a:r>
            <a:endParaRPr b="0" i="0" sz="1400" u="none" cap="none" strike="noStrike">
              <a:solidFill>
                <a:srgbClr val="000000"/>
              </a:solidFill>
              <a:latin typeface="Arial"/>
              <a:ea typeface="Arial"/>
              <a:cs typeface="Arial"/>
              <a:sym typeface="Arial"/>
            </a:endParaRPr>
          </a:p>
        </p:txBody>
      </p:sp>
      <p:sp>
        <p:nvSpPr>
          <p:cNvPr id="313" name="Google Shape;313;g25bf903a7d5_1_16"/>
          <p:cNvSpPr txBox="1"/>
          <p:nvPr/>
        </p:nvSpPr>
        <p:spPr>
          <a:xfrm>
            <a:off x="6830100" y="253255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28</a:t>
            </a:r>
            <a:endParaRPr b="0" i="0" sz="1400" u="none" cap="none" strike="noStrike">
              <a:solidFill>
                <a:srgbClr val="000000"/>
              </a:solidFill>
              <a:latin typeface="Arial"/>
              <a:ea typeface="Arial"/>
              <a:cs typeface="Arial"/>
              <a:sym typeface="Arial"/>
            </a:endParaRPr>
          </a:p>
        </p:txBody>
      </p:sp>
      <p:sp>
        <p:nvSpPr>
          <p:cNvPr id="314" name="Google Shape;314;g25bf903a7d5_1_16"/>
          <p:cNvSpPr txBox="1"/>
          <p:nvPr/>
        </p:nvSpPr>
        <p:spPr>
          <a:xfrm>
            <a:off x="196265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315" name="Google Shape;315;g25bf903a7d5_1_16"/>
          <p:cNvSpPr txBox="1"/>
          <p:nvPr/>
        </p:nvSpPr>
        <p:spPr>
          <a:xfrm>
            <a:off x="745100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316" name="Google Shape;316;g25bf903a7d5_1_16"/>
          <p:cNvSpPr txBox="1"/>
          <p:nvPr/>
        </p:nvSpPr>
        <p:spPr>
          <a:xfrm>
            <a:off x="6585850" y="4833225"/>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4</a:t>
            </a:r>
            <a:endParaRPr b="0" i="0" sz="1500" u="none" cap="none" strike="noStrike">
              <a:solidFill>
                <a:srgbClr val="000000"/>
              </a:solidFill>
              <a:latin typeface="Arial"/>
              <a:ea typeface="Arial"/>
              <a:cs typeface="Arial"/>
              <a:sym typeface="Arial"/>
            </a:endParaRPr>
          </a:p>
        </p:txBody>
      </p:sp>
      <p:sp>
        <p:nvSpPr>
          <p:cNvPr id="317" name="Google Shape;317;g25bf903a7d5_1_16"/>
          <p:cNvSpPr txBox="1"/>
          <p:nvPr/>
        </p:nvSpPr>
        <p:spPr>
          <a:xfrm>
            <a:off x="5921050" y="4862000"/>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3 </a:t>
            </a:r>
            <a:endParaRPr b="0" i="0" sz="1500" u="none" cap="none" strike="noStrike">
              <a:solidFill>
                <a:srgbClr val="000000"/>
              </a:solidFill>
              <a:latin typeface="Arial"/>
              <a:ea typeface="Arial"/>
              <a:cs typeface="Arial"/>
              <a:sym typeface="Arial"/>
            </a:endParaRPr>
          </a:p>
        </p:txBody>
      </p:sp>
      <p:pic>
        <p:nvPicPr>
          <p:cNvPr id="318" name="Google Shape;318;g25bf903a7d5_1_16"/>
          <p:cNvPicPr preferRelativeResize="0"/>
          <p:nvPr/>
        </p:nvPicPr>
        <p:blipFill>
          <a:blip r:embed="rId4">
            <a:alphaModFix/>
          </a:blip>
          <a:stretch>
            <a:fillRect/>
          </a:stretch>
        </p:blipFill>
        <p:spPr>
          <a:xfrm>
            <a:off x="11045850" y="52234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g237be279222_0_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4" name="Google Shape;324;g237be279222_0_36"/>
          <p:cNvSpPr txBox="1"/>
          <p:nvPr/>
        </p:nvSpPr>
        <p:spPr>
          <a:xfrm>
            <a:off x="54649" y="410601"/>
            <a:ext cx="6098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300" u="none" cap="none" strike="noStrike">
                <a:solidFill>
                  <a:schemeClr val="dk1"/>
                </a:solidFill>
                <a:latin typeface="Patrick Hand"/>
                <a:ea typeface="Patrick Hand"/>
                <a:cs typeface="Patrick Hand"/>
                <a:sym typeface="Patrick Hand"/>
              </a:rPr>
              <a:t>¡Desafío!</a:t>
            </a:r>
            <a:endParaRPr b="1" i="0" sz="4300" u="none" cap="none" strike="noStrike">
              <a:solidFill>
                <a:schemeClr val="dk1"/>
              </a:solidFill>
              <a:latin typeface="Patrick Hand"/>
              <a:ea typeface="Patrick Hand"/>
              <a:cs typeface="Patrick Hand"/>
              <a:sym typeface="Patrick Hand"/>
            </a:endParaRPr>
          </a:p>
        </p:txBody>
      </p:sp>
      <p:sp>
        <p:nvSpPr>
          <p:cNvPr id="325" name="Google Shape;325;g237be279222_0_36"/>
          <p:cNvSpPr txBox="1"/>
          <p:nvPr/>
        </p:nvSpPr>
        <p:spPr>
          <a:xfrm>
            <a:off x="764900" y="1426550"/>
            <a:ext cx="10989600" cy="9543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En cada una de las 2  hojas, hay 4 hormigas. ¿Cuántas hormigas hay en total en las 2 hojas? </a:t>
            </a:r>
            <a:endParaRPr b="0" i="0" sz="2800" u="none" cap="none" strike="noStrike">
              <a:solidFill>
                <a:schemeClr val="dk1"/>
              </a:solidFill>
              <a:latin typeface="Patrick Hand"/>
              <a:ea typeface="Patrick Hand"/>
              <a:cs typeface="Patrick Hand"/>
              <a:sym typeface="Patrick Hand"/>
            </a:endParaRPr>
          </a:p>
        </p:txBody>
      </p:sp>
      <p:sp>
        <p:nvSpPr>
          <p:cNvPr id="326" name="Google Shape;326;g237be279222_0_36"/>
          <p:cNvSpPr txBox="1"/>
          <p:nvPr/>
        </p:nvSpPr>
        <p:spPr>
          <a:xfrm>
            <a:off x="2008850" y="50237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27" name="Google Shape;327;g237be279222_0_36"/>
          <p:cNvSpPr txBox="1"/>
          <p:nvPr/>
        </p:nvSpPr>
        <p:spPr>
          <a:xfrm>
            <a:off x="6622450" y="4871325"/>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hormigas en total.</a:t>
            </a:r>
            <a:endParaRPr b="0" i="0" sz="2800" u="none" cap="none" strike="noStrike">
              <a:solidFill>
                <a:schemeClr val="dk1"/>
              </a:solidFill>
              <a:latin typeface="Patrick Hand"/>
              <a:ea typeface="Patrick Hand"/>
              <a:cs typeface="Patrick Hand"/>
              <a:sym typeface="Patrick Hand"/>
            </a:endParaRPr>
          </a:p>
        </p:txBody>
      </p:sp>
      <p:sp>
        <p:nvSpPr>
          <p:cNvPr id="328" name="Google Shape;328;g237be279222_0_36"/>
          <p:cNvSpPr txBox="1"/>
          <p:nvPr/>
        </p:nvSpPr>
        <p:spPr>
          <a:xfrm>
            <a:off x="2041675" y="54129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29" name="Google Shape;329;g237be279222_0_36"/>
          <p:cNvSpPr/>
          <p:nvPr/>
        </p:nvSpPr>
        <p:spPr>
          <a:xfrm>
            <a:off x="1001725" y="1426550"/>
            <a:ext cx="10752900" cy="4321200"/>
          </a:xfrm>
          <a:prstGeom prst="roundRect">
            <a:avLst>
              <a:gd fmla="val 14215"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237be279222_0_36"/>
          <p:cNvSpPr txBox="1"/>
          <p:nvPr/>
        </p:nvSpPr>
        <p:spPr>
          <a:xfrm>
            <a:off x="2051575" y="44315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31" name="Google Shape;331;g237be279222_0_36"/>
          <p:cNvSpPr txBox="1"/>
          <p:nvPr/>
        </p:nvSpPr>
        <p:spPr>
          <a:xfrm>
            <a:off x="2256450" y="43400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32" name="Google Shape;332;g237be279222_0_36"/>
          <p:cNvSpPr txBox="1"/>
          <p:nvPr/>
        </p:nvSpPr>
        <p:spPr>
          <a:xfrm>
            <a:off x="2256450"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33" name="Google Shape;333;g237be279222_0_36"/>
          <p:cNvSpPr txBox="1"/>
          <p:nvPr/>
        </p:nvSpPr>
        <p:spPr>
          <a:xfrm>
            <a:off x="3727100" y="43761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34" name="Google Shape;334;g237be279222_0_36"/>
          <p:cNvSpPr txBox="1"/>
          <p:nvPr/>
        </p:nvSpPr>
        <p:spPr>
          <a:xfrm>
            <a:off x="3196125"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sp>
        <p:nvSpPr>
          <p:cNvPr id="335" name="Google Shape;335;g237be279222_0_36"/>
          <p:cNvSpPr txBox="1"/>
          <p:nvPr/>
        </p:nvSpPr>
        <p:spPr>
          <a:xfrm>
            <a:off x="4363250" y="50237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336" name="Google Shape;336;g237be279222_0_36"/>
          <p:cNvSpPr txBox="1"/>
          <p:nvPr/>
        </p:nvSpPr>
        <p:spPr>
          <a:xfrm>
            <a:off x="7429300"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337" name="Google Shape;337;g237be279222_0_36"/>
          <p:cNvSpPr txBox="1"/>
          <p:nvPr/>
        </p:nvSpPr>
        <p:spPr>
          <a:xfrm>
            <a:off x="54650" y="915925"/>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Resolvamos lo siguiente: </a:t>
            </a:r>
            <a:endParaRPr b="0" i="0" sz="2800" u="none" cap="none" strike="noStrike">
              <a:solidFill>
                <a:schemeClr val="dk1"/>
              </a:solidFill>
              <a:latin typeface="Patrick Hand"/>
              <a:ea typeface="Patrick Hand"/>
              <a:cs typeface="Patrick Hand"/>
              <a:sym typeface="Patrick H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Forma&#10;&#10;Descripción generada automáticamente con confianza media" id="342" name="Google Shape;342;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43" name="Google Shape;343;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4</a:t>
            </a:r>
            <a:endParaRPr b="1" i="0" sz="4400" u="none" cap="none" strike="noStrike">
              <a:solidFill>
                <a:schemeClr val="dk1"/>
              </a:solidFill>
              <a:latin typeface="Patrick Hand"/>
              <a:ea typeface="Patrick Hand"/>
              <a:cs typeface="Patrick Hand"/>
              <a:sym typeface="Patrick Hand"/>
            </a:endParaRPr>
          </a:p>
        </p:txBody>
      </p:sp>
      <p:sp>
        <p:nvSpPr>
          <p:cNvPr id="344" name="Google Shape;344;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el siguiente truco para aprender la tabla del 4</a:t>
            </a:r>
            <a:endParaRPr b="0" i="0" sz="1400" u="none" cap="none" strike="noStrike">
              <a:solidFill>
                <a:srgbClr val="000000"/>
              </a:solidFill>
              <a:latin typeface="Arial"/>
              <a:ea typeface="Arial"/>
              <a:cs typeface="Arial"/>
              <a:sym typeface="Arial"/>
            </a:endParaRPr>
          </a:p>
        </p:txBody>
      </p:sp>
      <p:pic>
        <p:nvPicPr>
          <p:cNvPr descr="Hola, aqui les dejo este video en donde les explico un hack para aprenderse las tabla del 4, truco para aprenderse la tabla del 4&#10;&#10;✉️ NEGOCIOS / CONTRATACIONES / PRENSA: contacto@danielcarreon.com.mx&#10;&#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45" name="Google Shape;345;g237be279222_0_130" title="TRUCO TABLA DEL 4 / HACK TABLA DEL 4 Facilísimo!!">
            <a:hlinkClick r:id="rId4"/>
          </p:cNvPr>
          <p:cNvPicPr preferRelativeResize="0"/>
          <p:nvPr/>
        </p:nvPicPr>
        <p:blipFill rotWithShape="1">
          <a:blip r:embed="rId5">
            <a:alphaModFix/>
          </a:blip>
          <a:srcRect b="0" l="0" r="0" t="0"/>
          <a:stretch/>
        </p:blipFill>
        <p:spPr>
          <a:xfrm>
            <a:off x="3026625" y="2011900"/>
            <a:ext cx="6997950" cy="3936350"/>
          </a:xfrm>
          <a:prstGeom prst="rect">
            <a:avLst/>
          </a:prstGeom>
          <a:noFill/>
          <a:ln>
            <a:noFill/>
          </a:ln>
        </p:spPr>
      </p:pic>
      <p:pic>
        <p:nvPicPr>
          <p:cNvPr id="346" name="Google Shape;346;g237be279222_0_130"/>
          <p:cNvPicPr preferRelativeResize="0"/>
          <p:nvPr/>
        </p:nvPicPr>
        <p:blipFill>
          <a:blip r:embed="rId6">
            <a:alphaModFix/>
          </a:blip>
          <a:stretch>
            <a:fillRect/>
          </a:stretch>
        </p:blipFill>
        <p:spPr>
          <a:xfrm>
            <a:off x="11045850" y="52234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descr="Forma&#10;&#10;Descripción generada automáticamente con confianza media" id="351" name="Google Shape;351;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52" name="Google Shape;352;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4 </a:t>
            </a:r>
            <a:endParaRPr b="1" i="0" sz="4400" u="none" cap="none" strike="noStrike">
              <a:solidFill>
                <a:schemeClr val="dk1"/>
              </a:solidFill>
              <a:latin typeface="Patrick Hand"/>
              <a:ea typeface="Patrick Hand"/>
              <a:cs typeface="Patrick Hand"/>
              <a:sym typeface="Patrick Hand"/>
            </a:endParaRPr>
          </a:p>
        </p:txBody>
      </p:sp>
      <p:sp>
        <p:nvSpPr>
          <p:cNvPr id="353" name="Google Shape;353;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 ¡A</a:t>
            </a:r>
            <a:r>
              <a:rPr b="0" i="0" lang="es-CL" sz="3200" u="none" cap="none" strike="noStrike">
                <a:solidFill>
                  <a:schemeClr val="dk1"/>
                </a:solidFill>
                <a:latin typeface="Patrick Hand"/>
                <a:ea typeface="Patrick Hand"/>
                <a:cs typeface="Patrick Hand"/>
                <a:sym typeface="Patrick Hand"/>
              </a:rPr>
              <a:t>prendamos la tabla de 4!</a:t>
            </a:r>
            <a:endParaRPr b="0" i="0" sz="3200" u="none" cap="none" strike="noStrike">
              <a:solidFill>
                <a:schemeClr val="dk1"/>
              </a:solidFill>
              <a:latin typeface="Patrick Hand"/>
              <a:ea typeface="Patrick Hand"/>
              <a:cs typeface="Patrick Hand"/>
              <a:sym typeface="Patrick Hand"/>
            </a:endParaRPr>
          </a:p>
        </p:txBody>
      </p:sp>
      <p:sp>
        <p:nvSpPr>
          <p:cNvPr id="354" name="Google Shape;354;g237be279222_0_119"/>
          <p:cNvSpPr/>
          <p:nvPr/>
        </p:nvSpPr>
        <p:spPr>
          <a:xfrm>
            <a:off x="4733925" y="1747600"/>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237be279222_0_119"/>
          <p:cNvSpPr txBox="1"/>
          <p:nvPr/>
        </p:nvSpPr>
        <p:spPr>
          <a:xfrm>
            <a:off x="5324650" y="1747600"/>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1 = 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2 = 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3 = 12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4 = 16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5 = 20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6 = 24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7 = 28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8 = 32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9 = 36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10 = 40</a:t>
            </a:r>
            <a:endParaRPr b="1" i="0" sz="2800" u="none" cap="none" strike="noStrike">
              <a:solidFill>
                <a:schemeClr val="dk1"/>
              </a:solidFill>
              <a:latin typeface="Patrick Hand"/>
              <a:ea typeface="Patrick Hand"/>
              <a:cs typeface="Patrick Hand"/>
              <a:sym typeface="Patrick Hand"/>
            </a:endParaRPr>
          </a:p>
        </p:txBody>
      </p:sp>
      <p:pic>
        <p:nvPicPr>
          <p:cNvPr id="356" name="Google Shape;356;g237be279222_0_119"/>
          <p:cNvPicPr preferRelativeResize="0"/>
          <p:nvPr/>
        </p:nvPicPr>
        <p:blipFill>
          <a:blip r:embed="rId4">
            <a:alphaModFix/>
          </a:blip>
          <a:stretch>
            <a:fillRect/>
          </a:stretch>
        </p:blipFill>
        <p:spPr>
          <a:xfrm>
            <a:off x="11045850" y="5223450"/>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2af0780d32e_0_60"/>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2" name="Google Shape;362;g2af0780d32e_0_60"/>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Sofía ganó un concurso de escritura cuyo premio son cinco paquetes de distintos géneros con cuatro libros.</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¿Cuántos libros recibirá Sofía?</a:t>
            </a:r>
            <a:endParaRPr sz="1900"/>
          </a:p>
        </p:txBody>
      </p:sp>
      <p:sp>
        <p:nvSpPr>
          <p:cNvPr id="363" name="Google Shape;363;g2af0780d32e_0_60"/>
          <p:cNvSpPr txBox="1"/>
          <p:nvPr/>
        </p:nvSpPr>
        <p:spPr>
          <a:xfrm>
            <a:off x="5284133" y="33047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https://forms.gle/t7Nt1GeBXKHrTDQz8</a:t>
            </a:r>
            <a:r>
              <a:rPr b="1" lang="es-CL" sz="1900">
                <a:latin typeface="Calibri"/>
                <a:ea typeface="Calibri"/>
                <a:cs typeface="Calibri"/>
                <a:sym typeface="Calibri"/>
              </a:rPr>
              <a:t> </a:t>
            </a:r>
            <a:endParaRPr sz="1900"/>
          </a:p>
        </p:txBody>
      </p:sp>
      <p:pic>
        <p:nvPicPr>
          <p:cNvPr id="364" name="Google Shape;364;g2af0780d32e_0_60"/>
          <p:cNvPicPr preferRelativeResize="0"/>
          <p:nvPr/>
        </p:nvPicPr>
        <p:blipFill>
          <a:blip r:embed="rId4">
            <a:alphaModFix/>
          </a:blip>
          <a:stretch>
            <a:fillRect/>
          </a:stretch>
        </p:blipFill>
        <p:spPr>
          <a:xfrm>
            <a:off x="1839183" y="4795316"/>
            <a:ext cx="1339273" cy="1339284"/>
          </a:xfrm>
          <a:prstGeom prst="rect">
            <a:avLst/>
          </a:prstGeom>
          <a:noFill/>
          <a:ln>
            <a:noFill/>
          </a:ln>
        </p:spPr>
      </p:pic>
      <p:pic>
        <p:nvPicPr>
          <p:cNvPr id="365" name="Google Shape;365;g2af0780d32e_0_60"/>
          <p:cNvPicPr preferRelativeResize="0"/>
          <p:nvPr/>
        </p:nvPicPr>
        <p:blipFill>
          <a:blip r:embed="rId4">
            <a:alphaModFix/>
          </a:blip>
          <a:stretch>
            <a:fillRect/>
          </a:stretch>
        </p:blipFill>
        <p:spPr>
          <a:xfrm>
            <a:off x="3178456" y="4795316"/>
            <a:ext cx="1339273" cy="1339284"/>
          </a:xfrm>
          <a:prstGeom prst="rect">
            <a:avLst/>
          </a:prstGeom>
          <a:noFill/>
          <a:ln>
            <a:noFill/>
          </a:ln>
        </p:spPr>
      </p:pic>
      <p:pic>
        <p:nvPicPr>
          <p:cNvPr id="366" name="Google Shape;366;g2af0780d32e_0_60"/>
          <p:cNvPicPr preferRelativeResize="0"/>
          <p:nvPr/>
        </p:nvPicPr>
        <p:blipFill>
          <a:blip r:embed="rId4">
            <a:alphaModFix/>
          </a:blip>
          <a:stretch>
            <a:fillRect/>
          </a:stretch>
        </p:blipFill>
        <p:spPr>
          <a:xfrm>
            <a:off x="4517729" y="4795316"/>
            <a:ext cx="1339273" cy="1339284"/>
          </a:xfrm>
          <a:prstGeom prst="rect">
            <a:avLst/>
          </a:prstGeom>
          <a:noFill/>
          <a:ln>
            <a:noFill/>
          </a:ln>
        </p:spPr>
      </p:pic>
      <p:pic>
        <p:nvPicPr>
          <p:cNvPr id="367" name="Google Shape;367;g2af0780d32e_0_60"/>
          <p:cNvPicPr preferRelativeResize="0"/>
          <p:nvPr/>
        </p:nvPicPr>
        <p:blipFill>
          <a:blip r:embed="rId4">
            <a:alphaModFix/>
          </a:blip>
          <a:stretch>
            <a:fillRect/>
          </a:stretch>
        </p:blipFill>
        <p:spPr>
          <a:xfrm>
            <a:off x="2508815" y="3618167"/>
            <a:ext cx="1339273" cy="1339284"/>
          </a:xfrm>
          <a:prstGeom prst="rect">
            <a:avLst/>
          </a:prstGeom>
          <a:noFill/>
          <a:ln>
            <a:noFill/>
          </a:ln>
        </p:spPr>
      </p:pic>
      <p:pic>
        <p:nvPicPr>
          <p:cNvPr id="368" name="Google Shape;368;g2af0780d32e_0_60"/>
          <p:cNvPicPr preferRelativeResize="0"/>
          <p:nvPr/>
        </p:nvPicPr>
        <p:blipFill>
          <a:blip r:embed="rId4">
            <a:alphaModFix/>
          </a:blip>
          <a:stretch>
            <a:fillRect/>
          </a:stretch>
        </p:blipFill>
        <p:spPr>
          <a:xfrm>
            <a:off x="3848088" y="3618167"/>
            <a:ext cx="1339273" cy="1339284"/>
          </a:xfrm>
          <a:prstGeom prst="rect">
            <a:avLst/>
          </a:prstGeom>
          <a:noFill/>
          <a:ln>
            <a:noFill/>
          </a:ln>
        </p:spPr>
      </p:pic>
      <p:pic>
        <p:nvPicPr>
          <p:cNvPr id="369" name="Google Shape;369;g2af0780d32e_0_60"/>
          <p:cNvPicPr preferRelativeResize="0"/>
          <p:nvPr/>
        </p:nvPicPr>
        <p:blipFill rotWithShape="1">
          <a:blip r:embed="rId5">
            <a:alphaModFix/>
          </a:blip>
          <a:srcRect b="8354" l="8354" r="8354" t="8354"/>
          <a:stretch/>
        </p:blipFill>
        <p:spPr>
          <a:xfrm>
            <a:off x="7266017" y="4002367"/>
            <a:ext cx="2132235" cy="2132235"/>
          </a:xfrm>
          <a:prstGeom prst="rect">
            <a:avLst/>
          </a:prstGeom>
          <a:noFill/>
          <a:ln>
            <a:noFill/>
          </a:ln>
        </p:spPr>
      </p:pic>
      <p:pic>
        <p:nvPicPr>
          <p:cNvPr id="370" name="Google Shape;370;g2af0780d32e_0_60"/>
          <p:cNvPicPr preferRelativeResize="0"/>
          <p:nvPr/>
        </p:nvPicPr>
        <p:blipFill>
          <a:blip r:embed="rId6">
            <a:alphaModFix/>
          </a:blip>
          <a:stretch>
            <a:fillRect/>
          </a:stretch>
        </p:blipFill>
        <p:spPr>
          <a:xfrm>
            <a:off x="11045850" y="52234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descr="Forma&#10;&#10;Descripción generada automáticamente con confianza media" id="375" name="Google Shape;375;g2b4492d65bd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76" name="Google Shape;376;g2b4492d65bd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77" name="Google Shape;377;g2b4492d65bd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78" name="Google Shape;378;g2b4492d65bd_0_0" title="Reforzamiento - Multiplicación (7) - Tabla del 4">
            <a:hlinkClick r:id="rId4"/>
          </p:cNvPr>
          <p:cNvPicPr preferRelativeResize="0"/>
          <p:nvPr/>
        </p:nvPicPr>
        <p:blipFill>
          <a:blip r:embed="rId5">
            <a:alphaModFix/>
          </a:blip>
          <a:stretch>
            <a:fillRect/>
          </a:stretch>
        </p:blipFill>
        <p:spPr>
          <a:xfrm>
            <a:off x="1744325" y="1398450"/>
            <a:ext cx="8703550" cy="4895750"/>
          </a:xfrm>
          <a:prstGeom prst="rect">
            <a:avLst/>
          </a:prstGeom>
          <a:noFill/>
          <a:ln cap="flat" cmpd="sng" w="28575">
            <a:solidFill>
              <a:schemeClr val="dk2"/>
            </a:solidFill>
            <a:prstDash val="solid"/>
            <a:round/>
            <a:headEnd len="sm" w="sm" type="none"/>
            <a:tailEnd len="sm" w="sm" type="none"/>
          </a:ln>
        </p:spPr>
      </p:pic>
      <p:pic>
        <p:nvPicPr>
          <p:cNvPr id="379" name="Google Shape;379;g2b4492d65bd_0_0"/>
          <p:cNvPicPr preferRelativeResize="0"/>
          <p:nvPr/>
        </p:nvPicPr>
        <p:blipFill>
          <a:blip r:embed="rId6">
            <a:alphaModFix/>
          </a:blip>
          <a:stretch>
            <a:fillRect/>
          </a:stretch>
        </p:blipFill>
        <p:spPr>
          <a:xfrm>
            <a:off x="11045850" y="52234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