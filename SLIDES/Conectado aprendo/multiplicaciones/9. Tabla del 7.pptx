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6858000" cx="12192000"/>
  <p:notesSz cx="6858000" cy="9144000"/>
  <p:embeddedFontLst>
    <p:embeddedFont>
      <p:font typeface="Patrick Hand"/>
      <p:regular r:id="rId24"/>
    </p:embeddedFont>
    <p:embeddedFont>
      <p:font typeface="Poppins"/>
      <p:regular r:id="rId25"/>
      <p:bold r:id="rId26"/>
      <p:italic r:id="rId27"/>
      <p:boldItalic r:id="rId28"/>
    </p:embeddedFont>
    <p:embeddedFont>
      <p:font typeface="Poppins Light"/>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3" roundtripDataSignature="AMtx7mgNC6Ar7LexEWWFgu7mli/eKwa60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PatrickHand-regular.fntdata"/><Relationship Id="rId23" Type="http://schemas.openxmlformats.org/officeDocument/2006/relationships/slide" Target="slides/slide18.xml"/><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font" Target="fonts/Poppins-bold.fntdata"/><Relationship Id="rId25" Type="http://schemas.openxmlformats.org/officeDocument/2006/relationships/font" Target="fonts/Poppins-regular.fntdata"/><Relationship Id="rId28" Type="http://schemas.openxmlformats.org/officeDocument/2006/relationships/font" Target="fonts/Poppins-boldItalic.fntdata"/><Relationship Id="rId27" Type="http://schemas.openxmlformats.org/officeDocument/2006/relationships/font" Target="fonts/Poppins-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PoppinsLight-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PoppinsLight-italic.fntdata"/><Relationship Id="rId30" Type="http://schemas.openxmlformats.org/officeDocument/2006/relationships/font" Target="fonts/PoppinsLight-bold.fntdata"/><Relationship Id="rId11" Type="http://schemas.openxmlformats.org/officeDocument/2006/relationships/slide" Target="slides/slide6.xml"/><Relationship Id="rId33" Type="http://customschemas.google.com/relationships/presentationmetadata" Target="metadata"/><Relationship Id="rId10" Type="http://schemas.openxmlformats.org/officeDocument/2006/relationships/slide" Target="slides/slide5.xml"/><Relationship Id="rId32" Type="http://schemas.openxmlformats.org/officeDocument/2006/relationships/font" Target="fonts/PoppinsLight-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9" name="Google Shape;129;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7" name="Google Shape;137;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30cd662d27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30cd662d2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30cd662d27_0_8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30cd662d27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30cd662d27_0_16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30cd662d27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30cd662d27_0_25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30cd662d27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31a1e87452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31a1e8745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237be279222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4" name="Google Shape;194;g237be279222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1" name="Google Shape;211;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237be279222_0_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2" name="Google Shape;232;g237be279222_0_7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237be279222_0_6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1" name="Google Shape;251;g237be279222_0_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237be279222_0_9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5" name="Google Shape;265;g237be279222_0_9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25bf903a7d5_1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5" name="Google Shape;285;g25bf903a7d5_1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237be279222_0_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8" name="Google Shape;298;g237be279222_0_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237be279222_0_1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6" name="Google Shape;316;g237be279222_0_1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237be279222_0_1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5" name="Google Shape;325;g237be279222_0_1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265bf782a17_0_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s-CL"/>
              <a:t>&lt;a href="https://www.flaticon.es/iconos-gratis/hoja" title="hoja iconos"&gt;Hoja iconos creados por Vitaly Gorbachev - Flaticon&lt;/a&gt;</a:t>
            </a:r>
            <a:endParaRPr/>
          </a:p>
        </p:txBody>
      </p:sp>
      <p:sp>
        <p:nvSpPr>
          <p:cNvPr id="335" name="Google Shape;335;g265bf782a17_0_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2b523135e15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1" name="Google Shape;351;g2b523135e15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1" name="Shape 11"/>
        <p:cNvGrpSpPr/>
        <p:nvPr/>
      </p:nvGrpSpPr>
      <p:grpSpPr>
        <a:xfrm>
          <a:off x="0" y="0"/>
          <a:ext cx="0" cy="0"/>
          <a:chOff x="0" y="0"/>
          <a:chExt cx="0" cy="0"/>
        </a:xfrm>
      </p:grpSpPr>
      <p:sp>
        <p:nvSpPr>
          <p:cNvPr id="12" name="Google Shape;12;p5"/>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5"/>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7" name="Shape 17"/>
        <p:cNvGrpSpPr/>
        <p:nvPr/>
      </p:nvGrpSpPr>
      <p:grpSpPr>
        <a:xfrm>
          <a:off x="0" y="0"/>
          <a:ext cx="0" cy="0"/>
          <a:chOff x="0" y="0"/>
          <a:chExt cx="0" cy="0"/>
        </a:xfrm>
      </p:grpSpPr>
      <p:sp>
        <p:nvSpPr>
          <p:cNvPr id="18" name="Google Shape;18;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3" name="Shape 23"/>
        <p:cNvGrpSpPr/>
        <p:nvPr/>
      </p:nvGrpSpPr>
      <p:grpSpPr>
        <a:xfrm>
          <a:off x="0" y="0"/>
          <a:ext cx="0" cy="0"/>
          <a:chOff x="0" y="0"/>
          <a:chExt cx="0" cy="0"/>
        </a:xfrm>
      </p:grpSpPr>
      <p:sp>
        <p:nvSpPr>
          <p:cNvPr id="24" name="Google Shape;24;p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29" name="Shape 29"/>
        <p:cNvGrpSpPr/>
        <p:nvPr/>
      </p:nvGrpSpPr>
      <p:grpSpPr>
        <a:xfrm>
          <a:off x="0" y="0"/>
          <a:ext cx="0" cy="0"/>
          <a:chOff x="0" y="0"/>
          <a:chExt cx="0" cy="0"/>
        </a:xfrm>
      </p:grpSpPr>
      <p:sp>
        <p:nvSpPr>
          <p:cNvPr id="30" name="Google Shape;30;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36" name="Shape 36"/>
        <p:cNvGrpSpPr/>
        <p:nvPr/>
      </p:nvGrpSpPr>
      <p:grpSpPr>
        <a:xfrm>
          <a:off x="0" y="0"/>
          <a:ext cx="0" cy="0"/>
          <a:chOff x="0" y="0"/>
          <a:chExt cx="0" cy="0"/>
        </a:xfrm>
      </p:grpSpPr>
      <p:sp>
        <p:nvSpPr>
          <p:cNvPr id="37" name="Google Shape;37;p9"/>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45" name="Shape 45"/>
        <p:cNvGrpSpPr/>
        <p:nvPr/>
      </p:nvGrpSpPr>
      <p:grpSpPr>
        <a:xfrm>
          <a:off x="0" y="0"/>
          <a:ext cx="0" cy="0"/>
          <a:chOff x="0" y="0"/>
          <a:chExt cx="0" cy="0"/>
        </a:xfrm>
      </p:grpSpPr>
      <p:sp>
        <p:nvSpPr>
          <p:cNvPr id="46" name="Google Shape;46;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0" name="Shape 50"/>
        <p:cNvGrpSpPr/>
        <p:nvPr/>
      </p:nvGrpSpPr>
      <p:grpSpPr>
        <a:xfrm>
          <a:off x="0" y="0"/>
          <a:ext cx="0" cy="0"/>
          <a:chOff x="0" y="0"/>
          <a:chExt cx="0" cy="0"/>
        </a:xfrm>
      </p:grpSpPr>
      <p:sp>
        <p:nvSpPr>
          <p:cNvPr id="51" name="Google Shape;51;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4" name="Shape 54"/>
        <p:cNvGrpSpPr/>
        <p:nvPr/>
      </p:nvGrpSpPr>
      <p:grpSpPr>
        <a:xfrm>
          <a:off x="0" y="0"/>
          <a:ext cx="0" cy="0"/>
          <a:chOff x="0" y="0"/>
          <a:chExt cx="0" cy="0"/>
        </a:xfrm>
      </p:grpSpPr>
      <p:sp>
        <p:nvSpPr>
          <p:cNvPr id="55" name="Google Shape;55;p1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1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1" name="Shape 61"/>
        <p:cNvGrpSpPr/>
        <p:nvPr/>
      </p:nvGrpSpPr>
      <p:grpSpPr>
        <a:xfrm>
          <a:off x="0" y="0"/>
          <a:ext cx="0" cy="0"/>
          <a:chOff x="0" y="0"/>
          <a:chExt cx="0" cy="0"/>
        </a:xfrm>
      </p:grpSpPr>
      <p:sp>
        <p:nvSpPr>
          <p:cNvPr id="62" name="Google Shape;62;p1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3"/>
          <p:cNvSpPr/>
          <p:nvPr>
            <p:ph idx="2" type="pic"/>
          </p:nvPr>
        </p:nvSpPr>
        <p:spPr>
          <a:xfrm>
            <a:off x="5183188" y="987425"/>
            <a:ext cx="6172200" cy="4873625"/>
          </a:xfrm>
          <a:prstGeom prst="rect">
            <a:avLst/>
          </a:prstGeom>
          <a:noFill/>
          <a:ln>
            <a:noFill/>
          </a:ln>
        </p:spPr>
      </p:sp>
      <p:sp>
        <p:nvSpPr>
          <p:cNvPr id="64" name="Google Shape;64;p1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68" name="Shape 68"/>
        <p:cNvGrpSpPr/>
        <p:nvPr/>
      </p:nvGrpSpPr>
      <p:grpSpPr>
        <a:xfrm>
          <a:off x="0" y="0"/>
          <a:ext cx="0" cy="0"/>
          <a:chOff x="0" y="0"/>
          <a:chExt cx="0" cy="0"/>
        </a:xfrm>
      </p:grpSpPr>
      <p:sp>
        <p:nvSpPr>
          <p:cNvPr id="69" name="Google Shape;69;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4" name="Shape 74"/>
        <p:cNvGrpSpPr/>
        <p:nvPr/>
      </p:nvGrpSpPr>
      <p:grpSpPr>
        <a:xfrm>
          <a:off x="0" y="0"/>
          <a:ext cx="0" cy="0"/>
          <a:chOff x="0" y="0"/>
          <a:chExt cx="0" cy="0"/>
        </a:xfrm>
      </p:grpSpPr>
      <p:sp>
        <p:nvSpPr>
          <p:cNvPr id="75" name="Google Shape;75;p15"/>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84" name="Shape 84"/>
        <p:cNvGrpSpPr/>
        <p:nvPr/>
      </p:nvGrpSpPr>
      <p:grpSpPr>
        <a:xfrm>
          <a:off x="0" y="0"/>
          <a:ext cx="0" cy="0"/>
          <a:chOff x="0" y="0"/>
          <a:chExt cx="0" cy="0"/>
        </a:xfrm>
      </p:grpSpPr>
      <p:sp>
        <p:nvSpPr>
          <p:cNvPr id="85" name="Google Shape;85;g265bf782a17_0_81"/>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dk1"/>
              </a:buClr>
              <a:buSzPts val="1900"/>
              <a:buNone/>
              <a:defRPr/>
            </a:lvl1pPr>
            <a:lvl2pPr lvl="1" rtl="0" algn="l">
              <a:lnSpc>
                <a:spcPct val="100000"/>
              </a:lnSpc>
              <a:spcBef>
                <a:spcPts val="0"/>
              </a:spcBef>
              <a:spcAft>
                <a:spcPts val="0"/>
              </a:spcAft>
              <a:buSzPts val="1500"/>
              <a:buNone/>
              <a:defRPr/>
            </a:lvl2pPr>
            <a:lvl3pPr lvl="2" rtl="0" algn="l">
              <a:lnSpc>
                <a:spcPct val="100000"/>
              </a:lnSpc>
              <a:spcBef>
                <a:spcPts val="0"/>
              </a:spcBef>
              <a:spcAft>
                <a:spcPts val="0"/>
              </a:spcAft>
              <a:buSzPts val="1500"/>
              <a:buNone/>
              <a:defRPr/>
            </a:lvl3pPr>
            <a:lvl4pPr lvl="3" rtl="0" algn="l">
              <a:lnSpc>
                <a:spcPct val="100000"/>
              </a:lnSpc>
              <a:spcBef>
                <a:spcPts val="0"/>
              </a:spcBef>
              <a:spcAft>
                <a:spcPts val="0"/>
              </a:spcAft>
              <a:buSzPts val="1500"/>
              <a:buNone/>
              <a:defRPr/>
            </a:lvl4pPr>
            <a:lvl5pPr lvl="4" rtl="0" algn="l">
              <a:lnSpc>
                <a:spcPct val="100000"/>
              </a:lnSpc>
              <a:spcBef>
                <a:spcPts val="0"/>
              </a:spcBef>
              <a:spcAft>
                <a:spcPts val="0"/>
              </a:spcAft>
              <a:buSzPts val="1500"/>
              <a:buNone/>
              <a:defRPr/>
            </a:lvl5pPr>
            <a:lvl6pPr lvl="5" rtl="0" algn="l">
              <a:lnSpc>
                <a:spcPct val="100000"/>
              </a:lnSpc>
              <a:spcBef>
                <a:spcPts val="0"/>
              </a:spcBef>
              <a:spcAft>
                <a:spcPts val="0"/>
              </a:spcAft>
              <a:buSzPts val="1500"/>
              <a:buNone/>
              <a:defRPr/>
            </a:lvl6pPr>
            <a:lvl7pPr lvl="6" rtl="0" algn="l">
              <a:lnSpc>
                <a:spcPct val="100000"/>
              </a:lnSpc>
              <a:spcBef>
                <a:spcPts val="0"/>
              </a:spcBef>
              <a:spcAft>
                <a:spcPts val="0"/>
              </a:spcAft>
              <a:buSzPts val="1500"/>
              <a:buNone/>
              <a:defRPr/>
            </a:lvl7pPr>
            <a:lvl8pPr lvl="7" rtl="0" algn="l">
              <a:lnSpc>
                <a:spcPct val="100000"/>
              </a:lnSpc>
              <a:spcBef>
                <a:spcPts val="0"/>
              </a:spcBef>
              <a:spcAft>
                <a:spcPts val="0"/>
              </a:spcAft>
              <a:buSzPts val="1500"/>
              <a:buNone/>
              <a:defRPr/>
            </a:lvl8pPr>
            <a:lvl9pPr lvl="8" rtl="0" algn="l">
              <a:lnSpc>
                <a:spcPct val="100000"/>
              </a:lnSpc>
              <a:spcBef>
                <a:spcPts val="0"/>
              </a:spcBef>
              <a:spcAft>
                <a:spcPts val="0"/>
              </a:spcAft>
              <a:buSzPts val="1500"/>
              <a:buNone/>
              <a:defRPr/>
            </a:lvl9pPr>
          </a:lstStyle>
          <a:p/>
        </p:txBody>
      </p:sp>
      <p:sp>
        <p:nvSpPr>
          <p:cNvPr id="86" name="Google Shape;86;g265bf782a17_0_81"/>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49250" lvl="0" marL="457200" rtl="0" algn="l">
              <a:lnSpc>
                <a:spcPct val="90000"/>
              </a:lnSpc>
              <a:spcBef>
                <a:spcPts val="1100"/>
              </a:spcBef>
              <a:spcAft>
                <a:spcPts val="0"/>
              </a:spcAft>
              <a:buClr>
                <a:schemeClr val="dk1"/>
              </a:buClr>
              <a:buSzPts val="1900"/>
              <a:buChar char="•"/>
              <a:defRPr/>
            </a:lvl1pPr>
            <a:lvl2pPr indent="-349250" lvl="1" marL="914400" rtl="0" algn="l">
              <a:lnSpc>
                <a:spcPct val="90000"/>
              </a:lnSpc>
              <a:spcBef>
                <a:spcPts val="500"/>
              </a:spcBef>
              <a:spcAft>
                <a:spcPts val="0"/>
              </a:spcAft>
              <a:buClr>
                <a:schemeClr val="dk1"/>
              </a:buClr>
              <a:buSzPts val="1900"/>
              <a:buChar char="•"/>
              <a:defRPr/>
            </a:lvl2pPr>
            <a:lvl3pPr indent="-349250" lvl="2" marL="1371600" rtl="0" algn="l">
              <a:lnSpc>
                <a:spcPct val="90000"/>
              </a:lnSpc>
              <a:spcBef>
                <a:spcPts val="500"/>
              </a:spcBef>
              <a:spcAft>
                <a:spcPts val="0"/>
              </a:spcAft>
              <a:buClr>
                <a:schemeClr val="dk1"/>
              </a:buClr>
              <a:buSzPts val="1900"/>
              <a:buChar char="•"/>
              <a:defRPr/>
            </a:lvl3pPr>
            <a:lvl4pPr indent="-349250" lvl="3" marL="1828800" rtl="0" algn="l">
              <a:lnSpc>
                <a:spcPct val="90000"/>
              </a:lnSpc>
              <a:spcBef>
                <a:spcPts val="500"/>
              </a:spcBef>
              <a:spcAft>
                <a:spcPts val="0"/>
              </a:spcAft>
              <a:buClr>
                <a:schemeClr val="dk1"/>
              </a:buClr>
              <a:buSzPts val="1900"/>
              <a:buChar char="•"/>
              <a:defRPr/>
            </a:lvl4pPr>
            <a:lvl5pPr indent="-349250" lvl="4" marL="2286000" rtl="0" algn="l">
              <a:lnSpc>
                <a:spcPct val="90000"/>
              </a:lnSpc>
              <a:spcBef>
                <a:spcPts val="500"/>
              </a:spcBef>
              <a:spcAft>
                <a:spcPts val="0"/>
              </a:spcAft>
              <a:buClr>
                <a:schemeClr val="dk1"/>
              </a:buClr>
              <a:buSzPts val="1900"/>
              <a:buChar char="•"/>
              <a:defRPr/>
            </a:lvl5pPr>
            <a:lvl6pPr indent="-349250" lvl="5" marL="2743200" rtl="0" algn="l">
              <a:lnSpc>
                <a:spcPct val="90000"/>
              </a:lnSpc>
              <a:spcBef>
                <a:spcPts val="500"/>
              </a:spcBef>
              <a:spcAft>
                <a:spcPts val="0"/>
              </a:spcAft>
              <a:buClr>
                <a:schemeClr val="dk1"/>
              </a:buClr>
              <a:buSzPts val="1900"/>
              <a:buChar char="•"/>
              <a:defRPr/>
            </a:lvl6pPr>
            <a:lvl7pPr indent="-349250" lvl="6" marL="3200400" rtl="0" algn="l">
              <a:lnSpc>
                <a:spcPct val="90000"/>
              </a:lnSpc>
              <a:spcBef>
                <a:spcPts val="500"/>
              </a:spcBef>
              <a:spcAft>
                <a:spcPts val="0"/>
              </a:spcAft>
              <a:buClr>
                <a:schemeClr val="dk1"/>
              </a:buClr>
              <a:buSzPts val="1900"/>
              <a:buChar char="•"/>
              <a:defRPr/>
            </a:lvl7pPr>
            <a:lvl8pPr indent="-349250" lvl="7" marL="3657600" rtl="0" algn="l">
              <a:lnSpc>
                <a:spcPct val="90000"/>
              </a:lnSpc>
              <a:spcBef>
                <a:spcPts val="500"/>
              </a:spcBef>
              <a:spcAft>
                <a:spcPts val="0"/>
              </a:spcAft>
              <a:buClr>
                <a:schemeClr val="dk1"/>
              </a:buClr>
              <a:buSzPts val="1900"/>
              <a:buChar char="•"/>
              <a:defRPr/>
            </a:lvl8pPr>
            <a:lvl9pPr indent="-349250" lvl="8" marL="4114800" rtl="0" algn="l">
              <a:lnSpc>
                <a:spcPct val="90000"/>
              </a:lnSpc>
              <a:spcBef>
                <a:spcPts val="500"/>
              </a:spcBef>
              <a:spcAft>
                <a:spcPts val="0"/>
              </a:spcAft>
              <a:buClr>
                <a:schemeClr val="dk1"/>
              </a:buClr>
              <a:buSzPts val="1900"/>
              <a:buChar char="•"/>
              <a:defRPr/>
            </a:lvl9pPr>
          </a:lstStyle>
          <a:p/>
        </p:txBody>
      </p:sp>
      <p:sp>
        <p:nvSpPr>
          <p:cNvPr id="87" name="Google Shape;87;g265bf782a17_0_81"/>
          <p:cNvSpPr txBox="1"/>
          <p:nvPr>
            <p:ph idx="10" type="dt"/>
          </p:nvPr>
        </p:nvSpPr>
        <p:spPr>
          <a:xfrm>
            <a:off x="838200" y="6356351"/>
            <a:ext cx="27432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
        <p:nvSpPr>
          <p:cNvPr id="88" name="Google Shape;88;g265bf782a17_0_81"/>
          <p:cNvSpPr txBox="1"/>
          <p:nvPr>
            <p:ph idx="11" type="ftr"/>
          </p:nvPr>
        </p:nvSpPr>
        <p:spPr>
          <a:xfrm>
            <a:off x="4038600" y="6356351"/>
            <a:ext cx="41148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
        <p:nvSpPr>
          <p:cNvPr id="89" name="Google Shape;89;g265bf782a17_0_81"/>
          <p:cNvSpPr txBox="1"/>
          <p:nvPr>
            <p:ph idx="12" type="sldNum"/>
          </p:nvPr>
        </p:nvSpPr>
        <p:spPr>
          <a:xfrm>
            <a:off x="8610600" y="6356351"/>
            <a:ext cx="2743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0" name="Shape 90"/>
        <p:cNvGrpSpPr/>
        <p:nvPr/>
      </p:nvGrpSpPr>
      <p:grpSpPr>
        <a:xfrm>
          <a:off x="0" y="0"/>
          <a:ext cx="0" cy="0"/>
          <a:chOff x="0" y="0"/>
          <a:chExt cx="0" cy="0"/>
        </a:xfrm>
      </p:grpSpPr>
      <p:sp>
        <p:nvSpPr>
          <p:cNvPr id="91" name="Google Shape;91;g265bf782a17_0_87"/>
          <p:cNvSpPr txBox="1"/>
          <p:nvPr>
            <p:ph type="ctrTitle"/>
          </p:nvPr>
        </p:nvSpPr>
        <p:spPr>
          <a:xfrm>
            <a:off x="415611" y="992767"/>
            <a:ext cx="11360700" cy="2736900"/>
          </a:xfrm>
          <a:prstGeom prst="rect">
            <a:avLst/>
          </a:prstGeom>
          <a:noFill/>
          <a:ln>
            <a:noFill/>
          </a:ln>
        </p:spPr>
        <p:txBody>
          <a:bodyPr anchorCtr="0" anchor="b" bIns="121900" lIns="121900" spcFirstLastPara="1" rIns="121900" wrap="square" tIns="121900">
            <a:normAutofit/>
          </a:bodyPr>
          <a:lstStyle>
            <a:lvl1pPr lvl="0" rtl="0" algn="ctr">
              <a:lnSpc>
                <a:spcPct val="100000"/>
              </a:lnSpc>
              <a:spcBef>
                <a:spcPts val="0"/>
              </a:spcBef>
              <a:spcAft>
                <a:spcPts val="0"/>
              </a:spcAft>
              <a:buSzPts val="6900"/>
              <a:buNone/>
              <a:defRPr sz="6900"/>
            </a:lvl1pPr>
            <a:lvl2pPr lvl="1" rtl="0" algn="ctr">
              <a:lnSpc>
                <a:spcPct val="100000"/>
              </a:lnSpc>
              <a:spcBef>
                <a:spcPts val="0"/>
              </a:spcBef>
              <a:spcAft>
                <a:spcPts val="0"/>
              </a:spcAft>
              <a:buSzPts val="6900"/>
              <a:buNone/>
              <a:defRPr sz="6900"/>
            </a:lvl2pPr>
            <a:lvl3pPr lvl="2" rtl="0" algn="ctr">
              <a:lnSpc>
                <a:spcPct val="100000"/>
              </a:lnSpc>
              <a:spcBef>
                <a:spcPts val="0"/>
              </a:spcBef>
              <a:spcAft>
                <a:spcPts val="0"/>
              </a:spcAft>
              <a:buSzPts val="6900"/>
              <a:buNone/>
              <a:defRPr sz="6900"/>
            </a:lvl3pPr>
            <a:lvl4pPr lvl="3" rtl="0" algn="ctr">
              <a:lnSpc>
                <a:spcPct val="100000"/>
              </a:lnSpc>
              <a:spcBef>
                <a:spcPts val="0"/>
              </a:spcBef>
              <a:spcAft>
                <a:spcPts val="0"/>
              </a:spcAft>
              <a:buSzPts val="6900"/>
              <a:buNone/>
              <a:defRPr sz="6900"/>
            </a:lvl4pPr>
            <a:lvl5pPr lvl="4" rtl="0" algn="ctr">
              <a:lnSpc>
                <a:spcPct val="100000"/>
              </a:lnSpc>
              <a:spcBef>
                <a:spcPts val="0"/>
              </a:spcBef>
              <a:spcAft>
                <a:spcPts val="0"/>
              </a:spcAft>
              <a:buSzPts val="6900"/>
              <a:buNone/>
              <a:defRPr sz="6900"/>
            </a:lvl5pPr>
            <a:lvl6pPr lvl="5" rtl="0" algn="ctr">
              <a:lnSpc>
                <a:spcPct val="100000"/>
              </a:lnSpc>
              <a:spcBef>
                <a:spcPts val="0"/>
              </a:spcBef>
              <a:spcAft>
                <a:spcPts val="0"/>
              </a:spcAft>
              <a:buSzPts val="6900"/>
              <a:buNone/>
              <a:defRPr sz="6900"/>
            </a:lvl6pPr>
            <a:lvl7pPr lvl="6" rtl="0" algn="ctr">
              <a:lnSpc>
                <a:spcPct val="100000"/>
              </a:lnSpc>
              <a:spcBef>
                <a:spcPts val="0"/>
              </a:spcBef>
              <a:spcAft>
                <a:spcPts val="0"/>
              </a:spcAft>
              <a:buSzPts val="6900"/>
              <a:buNone/>
              <a:defRPr sz="6900"/>
            </a:lvl7pPr>
            <a:lvl8pPr lvl="7" rtl="0" algn="ctr">
              <a:lnSpc>
                <a:spcPct val="100000"/>
              </a:lnSpc>
              <a:spcBef>
                <a:spcPts val="0"/>
              </a:spcBef>
              <a:spcAft>
                <a:spcPts val="0"/>
              </a:spcAft>
              <a:buSzPts val="6900"/>
              <a:buNone/>
              <a:defRPr sz="6900"/>
            </a:lvl8pPr>
            <a:lvl9pPr lvl="8" rtl="0" algn="ctr">
              <a:lnSpc>
                <a:spcPct val="100000"/>
              </a:lnSpc>
              <a:spcBef>
                <a:spcPts val="0"/>
              </a:spcBef>
              <a:spcAft>
                <a:spcPts val="0"/>
              </a:spcAft>
              <a:buSzPts val="6900"/>
              <a:buNone/>
              <a:defRPr sz="6900"/>
            </a:lvl9pPr>
          </a:lstStyle>
          <a:p/>
        </p:txBody>
      </p:sp>
      <p:sp>
        <p:nvSpPr>
          <p:cNvPr id="92" name="Google Shape;92;g265bf782a17_0_87"/>
          <p:cNvSpPr txBox="1"/>
          <p:nvPr>
            <p:ph idx="1" type="subTitle"/>
          </p:nvPr>
        </p:nvSpPr>
        <p:spPr>
          <a:xfrm>
            <a:off x="415600" y="3778833"/>
            <a:ext cx="11360700" cy="1056900"/>
          </a:xfrm>
          <a:prstGeom prst="rect">
            <a:avLst/>
          </a:prstGeom>
          <a:noFill/>
          <a:ln>
            <a:noFill/>
          </a:ln>
        </p:spPr>
        <p:txBody>
          <a:bodyPr anchorCtr="0" anchor="t" bIns="121900" lIns="121900" spcFirstLastPara="1" rIns="121900" wrap="square" tIns="121900">
            <a:normAutofit/>
          </a:bodyPr>
          <a:lstStyle>
            <a:lvl1pPr lvl="0" rtl="0" algn="ctr">
              <a:lnSpc>
                <a:spcPct val="100000"/>
              </a:lnSpc>
              <a:spcBef>
                <a:spcPts val="0"/>
              </a:spcBef>
              <a:spcAft>
                <a:spcPts val="0"/>
              </a:spcAft>
              <a:buSzPts val="3700"/>
              <a:buNone/>
              <a:defRPr sz="3700"/>
            </a:lvl1pPr>
            <a:lvl2pPr lvl="1" rtl="0" algn="ctr">
              <a:lnSpc>
                <a:spcPct val="100000"/>
              </a:lnSpc>
              <a:spcBef>
                <a:spcPts val="0"/>
              </a:spcBef>
              <a:spcAft>
                <a:spcPts val="0"/>
              </a:spcAft>
              <a:buSzPts val="3700"/>
              <a:buNone/>
              <a:defRPr sz="3700"/>
            </a:lvl2pPr>
            <a:lvl3pPr lvl="2" rtl="0" algn="ctr">
              <a:lnSpc>
                <a:spcPct val="100000"/>
              </a:lnSpc>
              <a:spcBef>
                <a:spcPts val="0"/>
              </a:spcBef>
              <a:spcAft>
                <a:spcPts val="0"/>
              </a:spcAft>
              <a:buSzPts val="3700"/>
              <a:buNone/>
              <a:defRPr sz="3700"/>
            </a:lvl3pPr>
            <a:lvl4pPr lvl="3" rtl="0" algn="ctr">
              <a:lnSpc>
                <a:spcPct val="100000"/>
              </a:lnSpc>
              <a:spcBef>
                <a:spcPts val="0"/>
              </a:spcBef>
              <a:spcAft>
                <a:spcPts val="0"/>
              </a:spcAft>
              <a:buSzPts val="3700"/>
              <a:buNone/>
              <a:defRPr sz="3700"/>
            </a:lvl4pPr>
            <a:lvl5pPr lvl="4" rtl="0" algn="ctr">
              <a:lnSpc>
                <a:spcPct val="100000"/>
              </a:lnSpc>
              <a:spcBef>
                <a:spcPts val="0"/>
              </a:spcBef>
              <a:spcAft>
                <a:spcPts val="0"/>
              </a:spcAft>
              <a:buSzPts val="3700"/>
              <a:buNone/>
              <a:defRPr sz="3700"/>
            </a:lvl5pPr>
            <a:lvl6pPr lvl="5" rtl="0" algn="ctr">
              <a:lnSpc>
                <a:spcPct val="100000"/>
              </a:lnSpc>
              <a:spcBef>
                <a:spcPts val="0"/>
              </a:spcBef>
              <a:spcAft>
                <a:spcPts val="0"/>
              </a:spcAft>
              <a:buSzPts val="3700"/>
              <a:buNone/>
              <a:defRPr sz="3700"/>
            </a:lvl6pPr>
            <a:lvl7pPr lvl="6" rtl="0" algn="ctr">
              <a:lnSpc>
                <a:spcPct val="100000"/>
              </a:lnSpc>
              <a:spcBef>
                <a:spcPts val="0"/>
              </a:spcBef>
              <a:spcAft>
                <a:spcPts val="0"/>
              </a:spcAft>
              <a:buSzPts val="3700"/>
              <a:buNone/>
              <a:defRPr sz="3700"/>
            </a:lvl7pPr>
            <a:lvl8pPr lvl="7" rtl="0" algn="ctr">
              <a:lnSpc>
                <a:spcPct val="100000"/>
              </a:lnSpc>
              <a:spcBef>
                <a:spcPts val="0"/>
              </a:spcBef>
              <a:spcAft>
                <a:spcPts val="0"/>
              </a:spcAft>
              <a:buSzPts val="3700"/>
              <a:buNone/>
              <a:defRPr sz="3700"/>
            </a:lvl8pPr>
            <a:lvl9pPr lvl="8" rtl="0" algn="ctr">
              <a:lnSpc>
                <a:spcPct val="100000"/>
              </a:lnSpc>
              <a:spcBef>
                <a:spcPts val="0"/>
              </a:spcBef>
              <a:spcAft>
                <a:spcPts val="0"/>
              </a:spcAft>
              <a:buSzPts val="3700"/>
              <a:buNone/>
              <a:defRPr sz="3700"/>
            </a:lvl9pPr>
          </a:lstStyle>
          <a:p/>
        </p:txBody>
      </p:sp>
      <p:sp>
        <p:nvSpPr>
          <p:cNvPr id="93" name="Google Shape;93;g265bf782a17_0_87"/>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4" name="Shape 94"/>
        <p:cNvGrpSpPr/>
        <p:nvPr/>
      </p:nvGrpSpPr>
      <p:grpSpPr>
        <a:xfrm>
          <a:off x="0" y="0"/>
          <a:ext cx="0" cy="0"/>
          <a:chOff x="0" y="0"/>
          <a:chExt cx="0" cy="0"/>
        </a:xfrm>
      </p:grpSpPr>
      <p:sp>
        <p:nvSpPr>
          <p:cNvPr id="95" name="Google Shape;95;g265bf782a17_0_91"/>
          <p:cNvSpPr txBox="1"/>
          <p:nvPr>
            <p:ph type="title"/>
          </p:nvPr>
        </p:nvSpPr>
        <p:spPr>
          <a:xfrm>
            <a:off x="415600" y="2867800"/>
            <a:ext cx="11360700" cy="1122300"/>
          </a:xfrm>
          <a:prstGeom prst="rect">
            <a:avLst/>
          </a:prstGeom>
          <a:noFill/>
          <a:ln>
            <a:noFill/>
          </a:ln>
        </p:spPr>
        <p:txBody>
          <a:bodyPr anchorCtr="0" anchor="ctr" bIns="121900" lIns="121900" spcFirstLastPara="1" rIns="121900" wrap="square" tIns="121900">
            <a:normAutofit/>
          </a:bodyPr>
          <a:lstStyle>
            <a:lvl1pPr lvl="0" rtl="0" algn="ctr">
              <a:lnSpc>
                <a:spcPct val="100000"/>
              </a:lnSpc>
              <a:spcBef>
                <a:spcPts val="0"/>
              </a:spcBef>
              <a:spcAft>
                <a:spcPts val="0"/>
              </a:spcAft>
              <a:buSzPts val="4800"/>
              <a:buNone/>
              <a:defRPr sz="4800"/>
            </a:lvl1pPr>
            <a:lvl2pPr lvl="1" rtl="0" algn="ctr">
              <a:lnSpc>
                <a:spcPct val="100000"/>
              </a:lnSpc>
              <a:spcBef>
                <a:spcPts val="0"/>
              </a:spcBef>
              <a:spcAft>
                <a:spcPts val="0"/>
              </a:spcAft>
              <a:buSzPts val="4800"/>
              <a:buNone/>
              <a:defRPr sz="4800"/>
            </a:lvl2pPr>
            <a:lvl3pPr lvl="2" rtl="0" algn="ctr">
              <a:lnSpc>
                <a:spcPct val="100000"/>
              </a:lnSpc>
              <a:spcBef>
                <a:spcPts val="0"/>
              </a:spcBef>
              <a:spcAft>
                <a:spcPts val="0"/>
              </a:spcAft>
              <a:buSzPts val="4800"/>
              <a:buNone/>
              <a:defRPr sz="4800"/>
            </a:lvl3pPr>
            <a:lvl4pPr lvl="3" rtl="0" algn="ctr">
              <a:lnSpc>
                <a:spcPct val="100000"/>
              </a:lnSpc>
              <a:spcBef>
                <a:spcPts val="0"/>
              </a:spcBef>
              <a:spcAft>
                <a:spcPts val="0"/>
              </a:spcAft>
              <a:buSzPts val="4800"/>
              <a:buNone/>
              <a:defRPr sz="4800"/>
            </a:lvl4pPr>
            <a:lvl5pPr lvl="4" rtl="0" algn="ctr">
              <a:lnSpc>
                <a:spcPct val="100000"/>
              </a:lnSpc>
              <a:spcBef>
                <a:spcPts val="0"/>
              </a:spcBef>
              <a:spcAft>
                <a:spcPts val="0"/>
              </a:spcAft>
              <a:buSzPts val="4800"/>
              <a:buNone/>
              <a:defRPr sz="4800"/>
            </a:lvl5pPr>
            <a:lvl6pPr lvl="5" rtl="0" algn="ctr">
              <a:lnSpc>
                <a:spcPct val="100000"/>
              </a:lnSpc>
              <a:spcBef>
                <a:spcPts val="0"/>
              </a:spcBef>
              <a:spcAft>
                <a:spcPts val="0"/>
              </a:spcAft>
              <a:buSzPts val="4800"/>
              <a:buNone/>
              <a:defRPr sz="4800"/>
            </a:lvl6pPr>
            <a:lvl7pPr lvl="6" rtl="0" algn="ctr">
              <a:lnSpc>
                <a:spcPct val="100000"/>
              </a:lnSpc>
              <a:spcBef>
                <a:spcPts val="0"/>
              </a:spcBef>
              <a:spcAft>
                <a:spcPts val="0"/>
              </a:spcAft>
              <a:buSzPts val="4800"/>
              <a:buNone/>
              <a:defRPr sz="4800"/>
            </a:lvl7pPr>
            <a:lvl8pPr lvl="7" rtl="0" algn="ctr">
              <a:lnSpc>
                <a:spcPct val="100000"/>
              </a:lnSpc>
              <a:spcBef>
                <a:spcPts val="0"/>
              </a:spcBef>
              <a:spcAft>
                <a:spcPts val="0"/>
              </a:spcAft>
              <a:buSzPts val="4800"/>
              <a:buNone/>
              <a:defRPr sz="4800"/>
            </a:lvl8pPr>
            <a:lvl9pPr lvl="8" rtl="0" algn="ctr">
              <a:lnSpc>
                <a:spcPct val="100000"/>
              </a:lnSpc>
              <a:spcBef>
                <a:spcPts val="0"/>
              </a:spcBef>
              <a:spcAft>
                <a:spcPts val="0"/>
              </a:spcAft>
              <a:buSzPts val="4800"/>
              <a:buNone/>
              <a:defRPr sz="4800"/>
            </a:lvl9pPr>
          </a:lstStyle>
          <a:p/>
        </p:txBody>
      </p:sp>
      <p:sp>
        <p:nvSpPr>
          <p:cNvPr id="96" name="Google Shape;96;g265bf782a17_0_91"/>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7" name="Shape 97"/>
        <p:cNvGrpSpPr/>
        <p:nvPr/>
      </p:nvGrpSpPr>
      <p:grpSpPr>
        <a:xfrm>
          <a:off x="0" y="0"/>
          <a:ext cx="0" cy="0"/>
          <a:chOff x="0" y="0"/>
          <a:chExt cx="0" cy="0"/>
        </a:xfrm>
      </p:grpSpPr>
      <p:sp>
        <p:nvSpPr>
          <p:cNvPr id="98" name="Google Shape;98;g265bf782a17_0_94"/>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rtl="0" algn="l">
              <a:lnSpc>
                <a:spcPct val="100000"/>
              </a:lnSpc>
              <a:spcBef>
                <a:spcPts val="0"/>
              </a:spcBef>
              <a:spcAft>
                <a:spcPts val="0"/>
              </a:spcAft>
              <a:buSzPts val="3700"/>
              <a:buNone/>
              <a:defRPr/>
            </a:lvl1pPr>
            <a:lvl2pPr lvl="1" rtl="0" algn="l">
              <a:lnSpc>
                <a:spcPct val="100000"/>
              </a:lnSpc>
              <a:spcBef>
                <a:spcPts val="0"/>
              </a:spcBef>
              <a:spcAft>
                <a:spcPts val="0"/>
              </a:spcAft>
              <a:buSzPts val="3700"/>
              <a:buNone/>
              <a:defRPr/>
            </a:lvl2pPr>
            <a:lvl3pPr lvl="2" rtl="0" algn="l">
              <a:lnSpc>
                <a:spcPct val="100000"/>
              </a:lnSpc>
              <a:spcBef>
                <a:spcPts val="0"/>
              </a:spcBef>
              <a:spcAft>
                <a:spcPts val="0"/>
              </a:spcAft>
              <a:buSzPts val="3700"/>
              <a:buNone/>
              <a:defRPr/>
            </a:lvl3pPr>
            <a:lvl4pPr lvl="3" rtl="0" algn="l">
              <a:lnSpc>
                <a:spcPct val="100000"/>
              </a:lnSpc>
              <a:spcBef>
                <a:spcPts val="0"/>
              </a:spcBef>
              <a:spcAft>
                <a:spcPts val="0"/>
              </a:spcAft>
              <a:buSzPts val="3700"/>
              <a:buNone/>
              <a:defRPr/>
            </a:lvl4pPr>
            <a:lvl5pPr lvl="4" rtl="0" algn="l">
              <a:lnSpc>
                <a:spcPct val="100000"/>
              </a:lnSpc>
              <a:spcBef>
                <a:spcPts val="0"/>
              </a:spcBef>
              <a:spcAft>
                <a:spcPts val="0"/>
              </a:spcAft>
              <a:buSzPts val="3700"/>
              <a:buNone/>
              <a:defRPr/>
            </a:lvl5pPr>
            <a:lvl6pPr lvl="5" rtl="0" algn="l">
              <a:lnSpc>
                <a:spcPct val="100000"/>
              </a:lnSpc>
              <a:spcBef>
                <a:spcPts val="0"/>
              </a:spcBef>
              <a:spcAft>
                <a:spcPts val="0"/>
              </a:spcAft>
              <a:buSzPts val="3700"/>
              <a:buNone/>
              <a:defRPr/>
            </a:lvl6pPr>
            <a:lvl7pPr lvl="6" rtl="0" algn="l">
              <a:lnSpc>
                <a:spcPct val="100000"/>
              </a:lnSpc>
              <a:spcBef>
                <a:spcPts val="0"/>
              </a:spcBef>
              <a:spcAft>
                <a:spcPts val="0"/>
              </a:spcAft>
              <a:buSzPts val="3700"/>
              <a:buNone/>
              <a:defRPr/>
            </a:lvl7pPr>
            <a:lvl8pPr lvl="7" rtl="0" algn="l">
              <a:lnSpc>
                <a:spcPct val="100000"/>
              </a:lnSpc>
              <a:spcBef>
                <a:spcPts val="0"/>
              </a:spcBef>
              <a:spcAft>
                <a:spcPts val="0"/>
              </a:spcAft>
              <a:buSzPts val="3700"/>
              <a:buNone/>
              <a:defRPr/>
            </a:lvl8pPr>
            <a:lvl9pPr lvl="8" rtl="0" algn="l">
              <a:lnSpc>
                <a:spcPct val="100000"/>
              </a:lnSpc>
              <a:spcBef>
                <a:spcPts val="0"/>
              </a:spcBef>
              <a:spcAft>
                <a:spcPts val="0"/>
              </a:spcAft>
              <a:buSzPts val="3700"/>
              <a:buNone/>
              <a:defRPr/>
            </a:lvl9pPr>
          </a:lstStyle>
          <a:p/>
        </p:txBody>
      </p:sp>
      <p:sp>
        <p:nvSpPr>
          <p:cNvPr id="99" name="Google Shape;99;g265bf782a17_0_94"/>
          <p:cNvSpPr txBox="1"/>
          <p:nvPr>
            <p:ph idx="1" type="body"/>
          </p:nvPr>
        </p:nvSpPr>
        <p:spPr>
          <a:xfrm>
            <a:off x="415600" y="1536633"/>
            <a:ext cx="5333100" cy="4555200"/>
          </a:xfrm>
          <a:prstGeom prst="rect">
            <a:avLst/>
          </a:prstGeom>
          <a:noFill/>
          <a:ln>
            <a:noFill/>
          </a:ln>
        </p:spPr>
        <p:txBody>
          <a:bodyPr anchorCtr="0" anchor="t" bIns="121900" lIns="121900" spcFirstLastPara="1" rIns="121900" wrap="square" tIns="121900">
            <a:normAutofit/>
          </a:bodyPr>
          <a:lstStyle>
            <a:lvl1pPr indent="-349250" lvl="0" marL="457200" rtl="0" algn="l">
              <a:lnSpc>
                <a:spcPct val="115000"/>
              </a:lnSpc>
              <a:spcBef>
                <a:spcPts val="0"/>
              </a:spcBef>
              <a:spcAft>
                <a:spcPts val="0"/>
              </a:spcAft>
              <a:buSzPts val="1900"/>
              <a:buChar char="●"/>
              <a:defRPr sz="1900"/>
            </a:lvl1pPr>
            <a:lvl2pPr indent="-330200" lvl="1" marL="914400" rtl="0" algn="l">
              <a:lnSpc>
                <a:spcPct val="115000"/>
              </a:lnSpc>
              <a:spcBef>
                <a:spcPts val="0"/>
              </a:spcBef>
              <a:spcAft>
                <a:spcPts val="0"/>
              </a:spcAft>
              <a:buSzPts val="1600"/>
              <a:buChar char="○"/>
              <a:defRPr sz="1600"/>
            </a:lvl2pPr>
            <a:lvl3pPr indent="-330200" lvl="2" marL="1371600" rtl="0" algn="l">
              <a:lnSpc>
                <a:spcPct val="115000"/>
              </a:lnSpc>
              <a:spcBef>
                <a:spcPts val="0"/>
              </a:spcBef>
              <a:spcAft>
                <a:spcPts val="0"/>
              </a:spcAft>
              <a:buSzPts val="1600"/>
              <a:buChar char="■"/>
              <a:defRPr sz="1600"/>
            </a:lvl3pPr>
            <a:lvl4pPr indent="-330200" lvl="3" marL="1828800" rtl="0" algn="l">
              <a:lnSpc>
                <a:spcPct val="115000"/>
              </a:lnSpc>
              <a:spcBef>
                <a:spcPts val="0"/>
              </a:spcBef>
              <a:spcAft>
                <a:spcPts val="0"/>
              </a:spcAft>
              <a:buSzPts val="1600"/>
              <a:buChar char="●"/>
              <a:defRPr sz="1600"/>
            </a:lvl4pPr>
            <a:lvl5pPr indent="-330200" lvl="4" marL="2286000" rtl="0" algn="l">
              <a:lnSpc>
                <a:spcPct val="115000"/>
              </a:lnSpc>
              <a:spcBef>
                <a:spcPts val="0"/>
              </a:spcBef>
              <a:spcAft>
                <a:spcPts val="0"/>
              </a:spcAft>
              <a:buSzPts val="1600"/>
              <a:buChar char="○"/>
              <a:defRPr sz="1600"/>
            </a:lvl5pPr>
            <a:lvl6pPr indent="-330200" lvl="5" marL="2743200" rtl="0" algn="l">
              <a:lnSpc>
                <a:spcPct val="115000"/>
              </a:lnSpc>
              <a:spcBef>
                <a:spcPts val="0"/>
              </a:spcBef>
              <a:spcAft>
                <a:spcPts val="0"/>
              </a:spcAft>
              <a:buSzPts val="1600"/>
              <a:buChar char="■"/>
              <a:defRPr sz="1600"/>
            </a:lvl6pPr>
            <a:lvl7pPr indent="-330200" lvl="6" marL="3200400" rtl="0" algn="l">
              <a:lnSpc>
                <a:spcPct val="115000"/>
              </a:lnSpc>
              <a:spcBef>
                <a:spcPts val="0"/>
              </a:spcBef>
              <a:spcAft>
                <a:spcPts val="0"/>
              </a:spcAft>
              <a:buSzPts val="1600"/>
              <a:buChar char="●"/>
              <a:defRPr sz="1600"/>
            </a:lvl7pPr>
            <a:lvl8pPr indent="-330200" lvl="7" marL="3657600" rtl="0" algn="l">
              <a:lnSpc>
                <a:spcPct val="115000"/>
              </a:lnSpc>
              <a:spcBef>
                <a:spcPts val="0"/>
              </a:spcBef>
              <a:spcAft>
                <a:spcPts val="0"/>
              </a:spcAft>
              <a:buSzPts val="1600"/>
              <a:buChar char="○"/>
              <a:defRPr sz="1600"/>
            </a:lvl8pPr>
            <a:lvl9pPr indent="-330200" lvl="8" marL="4114800" rtl="0" algn="l">
              <a:lnSpc>
                <a:spcPct val="115000"/>
              </a:lnSpc>
              <a:spcBef>
                <a:spcPts val="0"/>
              </a:spcBef>
              <a:spcAft>
                <a:spcPts val="0"/>
              </a:spcAft>
              <a:buSzPts val="1600"/>
              <a:buChar char="■"/>
              <a:defRPr sz="1600"/>
            </a:lvl9pPr>
          </a:lstStyle>
          <a:p/>
        </p:txBody>
      </p:sp>
      <p:sp>
        <p:nvSpPr>
          <p:cNvPr id="100" name="Google Shape;100;g265bf782a17_0_94"/>
          <p:cNvSpPr txBox="1"/>
          <p:nvPr>
            <p:ph idx="2" type="body"/>
          </p:nvPr>
        </p:nvSpPr>
        <p:spPr>
          <a:xfrm>
            <a:off x="6443200" y="1536633"/>
            <a:ext cx="5333100" cy="4555200"/>
          </a:xfrm>
          <a:prstGeom prst="rect">
            <a:avLst/>
          </a:prstGeom>
          <a:noFill/>
          <a:ln>
            <a:noFill/>
          </a:ln>
        </p:spPr>
        <p:txBody>
          <a:bodyPr anchorCtr="0" anchor="t" bIns="121900" lIns="121900" spcFirstLastPara="1" rIns="121900" wrap="square" tIns="121900">
            <a:normAutofit/>
          </a:bodyPr>
          <a:lstStyle>
            <a:lvl1pPr indent="-349250" lvl="0" marL="457200" rtl="0" algn="l">
              <a:lnSpc>
                <a:spcPct val="115000"/>
              </a:lnSpc>
              <a:spcBef>
                <a:spcPts val="0"/>
              </a:spcBef>
              <a:spcAft>
                <a:spcPts val="0"/>
              </a:spcAft>
              <a:buSzPts val="1900"/>
              <a:buChar char="●"/>
              <a:defRPr sz="1900"/>
            </a:lvl1pPr>
            <a:lvl2pPr indent="-330200" lvl="1" marL="914400" rtl="0" algn="l">
              <a:lnSpc>
                <a:spcPct val="115000"/>
              </a:lnSpc>
              <a:spcBef>
                <a:spcPts val="0"/>
              </a:spcBef>
              <a:spcAft>
                <a:spcPts val="0"/>
              </a:spcAft>
              <a:buSzPts val="1600"/>
              <a:buChar char="○"/>
              <a:defRPr sz="1600"/>
            </a:lvl2pPr>
            <a:lvl3pPr indent="-330200" lvl="2" marL="1371600" rtl="0" algn="l">
              <a:lnSpc>
                <a:spcPct val="115000"/>
              </a:lnSpc>
              <a:spcBef>
                <a:spcPts val="0"/>
              </a:spcBef>
              <a:spcAft>
                <a:spcPts val="0"/>
              </a:spcAft>
              <a:buSzPts val="1600"/>
              <a:buChar char="■"/>
              <a:defRPr sz="1600"/>
            </a:lvl3pPr>
            <a:lvl4pPr indent="-330200" lvl="3" marL="1828800" rtl="0" algn="l">
              <a:lnSpc>
                <a:spcPct val="115000"/>
              </a:lnSpc>
              <a:spcBef>
                <a:spcPts val="0"/>
              </a:spcBef>
              <a:spcAft>
                <a:spcPts val="0"/>
              </a:spcAft>
              <a:buSzPts val="1600"/>
              <a:buChar char="●"/>
              <a:defRPr sz="1600"/>
            </a:lvl4pPr>
            <a:lvl5pPr indent="-330200" lvl="4" marL="2286000" rtl="0" algn="l">
              <a:lnSpc>
                <a:spcPct val="115000"/>
              </a:lnSpc>
              <a:spcBef>
                <a:spcPts val="0"/>
              </a:spcBef>
              <a:spcAft>
                <a:spcPts val="0"/>
              </a:spcAft>
              <a:buSzPts val="1600"/>
              <a:buChar char="○"/>
              <a:defRPr sz="1600"/>
            </a:lvl5pPr>
            <a:lvl6pPr indent="-330200" lvl="5" marL="2743200" rtl="0" algn="l">
              <a:lnSpc>
                <a:spcPct val="115000"/>
              </a:lnSpc>
              <a:spcBef>
                <a:spcPts val="0"/>
              </a:spcBef>
              <a:spcAft>
                <a:spcPts val="0"/>
              </a:spcAft>
              <a:buSzPts val="1600"/>
              <a:buChar char="■"/>
              <a:defRPr sz="1600"/>
            </a:lvl6pPr>
            <a:lvl7pPr indent="-330200" lvl="6" marL="3200400" rtl="0" algn="l">
              <a:lnSpc>
                <a:spcPct val="115000"/>
              </a:lnSpc>
              <a:spcBef>
                <a:spcPts val="0"/>
              </a:spcBef>
              <a:spcAft>
                <a:spcPts val="0"/>
              </a:spcAft>
              <a:buSzPts val="1600"/>
              <a:buChar char="●"/>
              <a:defRPr sz="1600"/>
            </a:lvl7pPr>
            <a:lvl8pPr indent="-330200" lvl="7" marL="3657600" rtl="0" algn="l">
              <a:lnSpc>
                <a:spcPct val="115000"/>
              </a:lnSpc>
              <a:spcBef>
                <a:spcPts val="0"/>
              </a:spcBef>
              <a:spcAft>
                <a:spcPts val="0"/>
              </a:spcAft>
              <a:buSzPts val="1600"/>
              <a:buChar char="○"/>
              <a:defRPr sz="1600"/>
            </a:lvl8pPr>
            <a:lvl9pPr indent="-330200" lvl="8" marL="4114800" rtl="0" algn="l">
              <a:lnSpc>
                <a:spcPct val="115000"/>
              </a:lnSpc>
              <a:spcBef>
                <a:spcPts val="0"/>
              </a:spcBef>
              <a:spcAft>
                <a:spcPts val="0"/>
              </a:spcAft>
              <a:buSzPts val="1600"/>
              <a:buChar char="■"/>
              <a:defRPr sz="1600"/>
            </a:lvl9pPr>
          </a:lstStyle>
          <a:p/>
        </p:txBody>
      </p:sp>
      <p:sp>
        <p:nvSpPr>
          <p:cNvPr id="101" name="Google Shape;101;g265bf782a17_0_94"/>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2" name="Shape 102"/>
        <p:cNvGrpSpPr/>
        <p:nvPr/>
      </p:nvGrpSpPr>
      <p:grpSpPr>
        <a:xfrm>
          <a:off x="0" y="0"/>
          <a:ext cx="0" cy="0"/>
          <a:chOff x="0" y="0"/>
          <a:chExt cx="0" cy="0"/>
        </a:xfrm>
      </p:grpSpPr>
      <p:sp>
        <p:nvSpPr>
          <p:cNvPr id="103" name="Google Shape;103;g265bf782a17_0_99"/>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rtl="0" algn="l">
              <a:lnSpc>
                <a:spcPct val="100000"/>
              </a:lnSpc>
              <a:spcBef>
                <a:spcPts val="0"/>
              </a:spcBef>
              <a:spcAft>
                <a:spcPts val="0"/>
              </a:spcAft>
              <a:buSzPts val="3700"/>
              <a:buNone/>
              <a:defRPr/>
            </a:lvl1pPr>
            <a:lvl2pPr lvl="1" rtl="0" algn="l">
              <a:lnSpc>
                <a:spcPct val="100000"/>
              </a:lnSpc>
              <a:spcBef>
                <a:spcPts val="0"/>
              </a:spcBef>
              <a:spcAft>
                <a:spcPts val="0"/>
              </a:spcAft>
              <a:buSzPts val="3700"/>
              <a:buNone/>
              <a:defRPr/>
            </a:lvl2pPr>
            <a:lvl3pPr lvl="2" rtl="0" algn="l">
              <a:lnSpc>
                <a:spcPct val="100000"/>
              </a:lnSpc>
              <a:spcBef>
                <a:spcPts val="0"/>
              </a:spcBef>
              <a:spcAft>
                <a:spcPts val="0"/>
              </a:spcAft>
              <a:buSzPts val="3700"/>
              <a:buNone/>
              <a:defRPr/>
            </a:lvl3pPr>
            <a:lvl4pPr lvl="3" rtl="0" algn="l">
              <a:lnSpc>
                <a:spcPct val="100000"/>
              </a:lnSpc>
              <a:spcBef>
                <a:spcPts val="0"/>
              </a:spcBef>
              <a:spcAft>
                <a:spcPts val="0"/>
              </a:spcAft>
              <a:buSzPts val="3700"/>
              <a:buNone/>
              <a:defRPr/>
            </a:lvl4pPr>
            <a:lvl5pPr lvl="4" rtl="0" algn="l">
              <a:lnSpc>
                <a:spcPct val="100000"/>
              </a:lnSpc>
              <a:spcBef>
                <a:spcPts val="0"/>
              </a:spcBef>
              <a:spcAft>
                <a:spcPts val="0"/>
              </a:spcAft>
              <a:buSzPts val="3700"/>
              <a:buNone/>
              <a:defRPr/>
            </a:lvl5pPr>
            <a:lvl6pPr lvl="5" rtl="0" algn="l">
              <a:lnSpc>
                <a:spcPct val="100000"/>
              </a:lnSpc>
              <a:spcBef>
                <a:spcPts val="0"/>
              </a:spcBef>
              <a:spcAft>
                <a:spcPts val="0"/>
              </a:spcAft>
              <a:buSzPts val="3700"/>
              <a:buNone/>
              <a:defRPr/>
            </a:lvl6pPr>
            <a:lvl7pPr lvl="6" rtl="0" algn="l">
              <a:lnSpc>
                <a:spcPct val="100000"/>
              </a:lnSpc>
              <a:spcBef>
                <a:spcPts val="0"/>
              </a:spcBef>
              <a:spcAft>
                <a:spcPts val="0"/>
              </a:spcAft>
              <a:buSzPts val="3700"/>
              <a:buNone/>
              <a:defRPr/>
            </a:lvl7pPr>
            <a:lvl8pPr lvl="7" rtl="0" algn="l">
              <a:lnSpc>
                <a:spcPct val="100000"/>
              </a:lnSpc>
              <a:spcBef>
                <a:spcPts val="0"/>
              </a:spcBef>
              <a:spcAft>
                <a:spcPts val="0"/>
              </a:spcAft>
              <a:buSzPts val="3700"/>
              <a:buNone/>
              <a:defRPr/>
            </a:lvl8pPr>
            <a:lvl9pPr lvl="8" rtl="0" algn="l">
              <a:lnSpc>
                <a:spcPct val="100000"/>
              </a:lnSpc>
              <a:spcBef>
                <a:spcPts val="0"/>
              </a:spcBef>
              <a:spcAft>
                <a:spcPts val="0"/>
              </a:spcAft>
              <a:buSzPts val="3700"/>
              <a:buNone/>
              <a:defRPr/>
            </a:lvl9pPr>
          </a:lstStyle>
          <a:p/>
        </p:txBody>
      </p:sp>
      <p:sp>
        <p:nvSpPr>
          <p:cNvPr id="104" name="Google Shape;104;g265bf782a17_0_99"/>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sp>
        <p:nvSpPr>
          <p:cNvPr id="106" name="Google Shape;106;g265bf782a17_0_102"/>
          <p:cNvSpPr txBox="1"/>
          <p:nvPr>
            <p:ph type="title"/>
          </p:nvPr>
        </p:nvSpPr>
        <p:spPr>
          <a:xfrm>
            <a:off x="415600" y="740800"/>
            <a:ext cx="3744000" cy="1007700"/>
          </a:xfrm>
          <a:prstGeom prst="rect">
            <a:avLst/>
          </a:prstGeom>
          <a:noFill/>
          <a:ln>
            <a:noFill/>
          </a:ln>
        </p:spPr>
        <p:txBody>
          <a:bodyPr anchorCtr="0" anchor="b" bIns="121900" lIns="121900" spcFirstLastPara="1" rIns="121900" wrap="square" tIns="121900">
            <a:normAutofit/>
          </a:bodyPr>
          <a:lstStyle>
            <a:lvl1pPr lvl="0" rtl="0" algn="l">
              <a:lnSpc>
                <a:spcPct val="100000"/>
              </a:lnSpc>
              <a:spcBef>
                <a:spcPts val="0"/>
              </a:spcBef>
              <a:spcAft>
                <a:spcPts val="0"/>
              </a:spcAft>
              <a:buSzPts val="3200"/>
              <a:buNone/>
              <a:defRPr sz="3200"/>
            </a:lvl1pPr>
            <a:lvl2pPr lvl="1" rtl="0" algn="l">
              <a:lnSpc>
                <a:spcPct val="100000"/>
              </a:lnSpc>
              <a:spcBef>
                <a:spcPts val="0"/>
              </a:spcBef>
              <a:spcAft>
                <a:spcPts val="0"/>
              </a:spcAft>
              <a:buSzPts val="3200"/>
              <a:buNone/>
              <a:defRPr sz="3200"/>
            </a:lvl2pPr>
            <a:lvl3pPr lvl="2" rtl="0" algn="l">
              <a:lnSpc>
                <a:spcPct val="100000"/>
              </a:lnSpc>
              <a:spcBef>
                <a:spcPts val="0"/>
              </a:spcBef>
              <a:spcAft>
                <a:spcPts val="0"/>
              </a:spcAft>
              <a:buSzPts val="3200"/>
              <a:buNone/>
              <a:defRPr sz="3200"/>
            </a:lvl3pPr>
            <a:lvl4pPr lvl="3" rtl="0" algn="l">
              <a:lnSpc>
                <a:spcPct val="100000"/>
              </a:lnSpc>
              <a:spcBef>
                <a:spcPts val="0"/>
              </a:spcBef>
              <a:spcAft>
                <a:spcPts val="0"/>
              </a:spcAft>
              <a:buSzPts val="3200"/>
              <a:buNone/>
              <a:defRPr sz="3200"/>
            </a:lvl4pPr>
            <a:lvl5pPr lvl="4" rtl="0" algn="l">
              <a:lnSpc>
                <a:spcPct val="100000"/>
              </a:lnSpc>
              <a:spcBef>
                <a:spcPts val="0"/>
              </a:spcBef>
              <a:spcAft>
                <a:spcPts val="0"/>
              </a:spcAft>
              <a:buSzPts val="3200"/>
              <a:buNone/>
              <a:defRPr sz="3200"/>
            </a:lvl5pPr>
            <a:lvl6pPr lvl="5" rtl="0" algn="l">
              <a:lnSpc>
                <a:spcPct val="100000"/>
              </a:lnSpc>
              <a:spcBef>
                <a:spcPts val="0"/>
              </a:spcBef>
              <a:spcAft>
                <a:spcPts val="0"/>
              </a:spcAft>
              <a:buSzPts val="3200"/>
              <a:buNone/>
              <a:defRPr sz="3200"/>
            </a:lvl6pPr>
            <a:lvl7pPr lvl="6" rtl="0" algn="l">
              <a:lnSpc>
                <a:spcPct val="100000"/>
              </a:lnSpc>
              <a:spcBef>
                <a:spcPts val="0"/>
              </a:spcBef>
              <a:spcAft>
                <a:spcPts val="0"/>
              </a:spcAft>
              <a:buSzPts val="3200"/>
              <a:buNone/>
              <a:defRPr sz="3200"/>
            </a:lvl7pPr>
            <a:lvl8pPr lvl="7" rtl="0" algn="l">
              <a:lnSpc>
                <a:spcPct val="100000"/>
              </a:lnSpc>
              <a:spcBef>
                <a:spcPts val="0"/>
              </a:spcBef>
              <a:spcAft>
                <a:spcPts val="0"/>
              </a:spcAft>
              <a:buSzPts val="3200"/>
              <a:buNone/>
              <a:defRPr sz="3200"/>
            </a:lvl8pPr>
            <a:lvl9pPr lvl="8" rtl="0" algn="l">
              <a:lnSpc>
                <a:spcPct val="100000"/>
              </a:lnSpc>
              <a:spcBef>
                <a:spcPts val="0"/>
              </a:spcBef>
              <a:spcAft>
                <a:spcPts val="0"/>
              </a:spcAft>
              <a:buSzPts val="3200"/>
              <a:buNone/>
              <a:defRPr sz="3200"/>
            </a:lvl9pPr>
          </a:lstStyle>
          <a:p/>
        </p:txBody>
      </p:sp>
      <p:sp>
        <p:nvSpPr>
          <p:cNvPr id="107" name="Google Shape;107;g265bf782a17_0_102"/>
          <p:cNvSpPr txBox="1"/>
          <p:nvPr>
            <p:ph idx="1" type="body"/>
          </p:nvPr>
        </p:nvSpPr>
        <p:spPr>
          <a:xfrm>
            <a:off x="415600" y="1852800"/>
            <a:ext cx="3744000" cy="4239300"/>
          </a:xfrm>
          <a:prstGeom prst="rect">
            <a:avLst/>
          </a:prstGeom>
          <a:noFill/>
          <a:ln>
            <a:noFill/>
          </a:ln>
        </p:spPr>
        <p:txBody>
          <a:bodyPr anchorCtr="0" anchor="t" bIns="121900" lIns="121900" spcFirstLastPara="1" rIns="121900" wrap="square" tIns="121900">
            <a:normAutofit/>
          </a:bodyPr>
          <a:lstStyle>
            <a:lvl1pPr indent="-330200" lvl="0" marL="457200" rtl="0" algn="l">
              <a:lnSpc>
                <a:spcPct val="115000"/>
              </a:lnSpc>
              <a:spcBef>
                <a:spcPts val="0"/>
              </a:spcBef>
              <a:spcAft>
                <a:spcPts val="0"/>
              </a:spcAft>
              <a:buSzPts val="1600"/>
              <a:buChar char="●"/>
              <a:defRPr sz="1600"/>
            </a:lvl1pPr>
            <a:lvl2pPr indent="-330200" lvl="1" marL="914400" rtl="0" algn="l">
              <a:lnSpc>
                <a:spcPct val="115000"/>
              </a:lnSpc>
              <a:spcBef>
                <a:spcPts val="0"/>
              </a:spcBef>
              <a:spcAft>
                <a:spcPts val="0"/>
              </a:spcAft>
              <a:buSzPts val="1600"/>
              <a:buChar char="○"/>
              <a:defRPr sz="1600"/>
            </a:lvl2pPr>
            <a:lvl3pPr indent="-330200" lvl="2" marL="1371600" rtl="0" algn="l">
              <a:lnSpc>
                <a:spcPct val="115000"/>
              </a:lnSpc>
              <a:spcBef>
                <a:spcPts val="0"/>
              </a:spcBef>
              <a:spcAft>
                <a:spcPts val="0"/>
              </a:spcAft>
              <a:buSzPts val="1600"/>
              <a:buChar char="■"/>
              <a:defRPr sz="1600"/>
            </a:lvl3pPr>
            <a:lvl4pPr indent="-330200" lvl="3" marL="1828800" rtl="0" algn="l">
              <a:lnSpc>
                <a:spcPct val="115000"/>
              </a:lnSpc>
              <a:spcBef>
                <a:spcPts val="0"/>
              </a:spcBef>
              <a:spcAft>
                <a:spcPts val="0"/>
              </a:spcAft>
              <a:buSzPts val="1600"/>
              <a:buChar char="●"/>
              <a:defRPr sz="1600"/>
            </a:lvl4pPr>
            <a:lvl5pPr indent="-330200" lvl="4" marL="2286000" rtl="0" algn="l">
              <a:lnSpc>
                <a:spcPct val="115000"/>
              </a:lnSpc>
              <a:spcBef>
                <a:spcPts val="0"/>
              </a:spcBef>
              <a:spcAft>
                <a:spcPts val="0"/>
              </a:spcAft>
              <a:buSzPts val="1600"/>
              <a:buChar char="○"/>
              <a:defRPr sz="1600"/>
            </a:lvl5pPr>
            <a:lvl6pPr indent="-330200" lvl="5" marL="2743200" rtl="0" algn="l">
              <a:lnSpc>
                <a:spcPct val="115000"/>
              </a:lnSpc>
              <a:spcBef>
                <a:spcPts val="0"/>
              </a:spcBef>
              <a:spcAft>
                <a:spcPts val="0"/>
              </a:spcAft>
              <a:buSzPts val="1600"/>
              <a:buChar char="■"/>
              <a:defRPr sz="1600"/>
            </a:lvl6pPr>
            <a:lvl7pPr indent="-330200" lvl="6" marL="3200400" rtl="0" algn="l">
              <a:lnSpc>
                <a:spcPct val="115000"/>
              </a:lnSpc>
              <a:spcBef>
                <a:spcPts val="0"/>
              </a:spcBef>
              <a:spcAft>
                <a:spcPts val="0"/>
              </a:spcAft>
              <a:buSzPts val="1600"/>
              <a:buChar char="●"/>
              <a:defRPr sz="1600"/>
            </a:lvl7pPr>
            <a:lvl8pPr indent="-330200" lvl="7" marL="3657600" rtl="0" algn="l">
              <a:lnSpc>
                <a:spcPct val="115000"/>
              </a:lnSpc>
              <a:spcBef>
                <a:spcPts val="0"/>
              </a:spcBef>
              <a:spcAft>
                <a:spcPts val="0"/>
              </a:spcAft>
              <a:buSzPts val="1600"/>
              <a:buChar char="○"/>
              <a:defRPr sz="1600"/>
            </a:lvl8pPr>
            <a:lvl9pPr indent="-330200" lvl="8" marL="4114800" rtl="0" algn="l">
              <a:lnSpc>
                <a:spcPct val="115000"/>
              </a:lnSpc>
              <a:spcBef>
                <a:spcPts val="0"/>
              </a:spcBef>
              <a:spcAft>
                <a:spcPts val="0"/>
              </a:spcAft>
              <a:buSzPts val="1600"/>
              <a:buChar char="■"/>
              <a:defRPr sz="1600"/>
            </a:lvl9pPr>
          </a:lstStyle>
          <a:p/>
        </p:txBody>
      </p:sp>
      <p:sp>
        <p:nvSpPr>
          <p:cNvPr id="108" name="Google Shape;108;g265bf782a17_0_102"/>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09" name="Shape 109"/>
        <p:cNvGrpSpPr/>
        <p:nvPr/>
      </p:nvGrpSpPr>
      <p:grpSpPr>
        <a:xfrm>
          <a:off x="0" y="0"/>
          <a:ext cx="0" cy="0"/>
          <a:chOff x="0" y="0"/>
          <a:chExt cx="0" cy="0"/>
        </a:xfrm>
      </p:grpSpPr>
      <p:sp>
        <p:nvSpPr>
          <p:cNvPr id="110" name="Google Shape;110;g265bf782a17_0_106"/>
          <p:cNvSpPr txBox="1"/>
          <p:nvPr>
            <p:ph type="title"/>
          </p:nvPr>
        </p:nvSpPr>
        <p:spPr>
          <a:xfrm>
            <a:off x="653667" y="600200"/>
            <a:ext cx="8490300" cy="5454300"/>
          </a:xfrm>
          <a:prstGeom prst="rect">
            <a:avLst/>
          </a:prstGeom>
          <a:noFill/>
          <a:ln>
            <a:noFill/>
          </a:ln>
        </p:spPr>
        <p:txBody>
          <a:bodyPr anchorCtr="0" anchor="ctr" bIns="121900" lIns="121900" spcFirstLastPara="1" rIns="121900" wrap="square" tIns="121900">
            <a:normAutofit/>
          </a:bodyPr>
          <a:lstStyle>
            <a:lvl1pPr lvl="0" rtl="0" algn="l">
              <a:lnSpc>
                <a:spcPct val="100000"/>
              </a:lnSpc>
              <a:spcBef>
                <a:spcPts val="0"/>
              </a:spcBef>
              <a:spcAft>
                <a:spcPts val="0"/>
              </a:spcAft>
              <a:buSzPts val="6400"/>
              <a:buNone/>
              <a:defRPr sz="6400"/>
            </a:lvl1pPr>
            <a:lvl2pPr lvl="1" rtl="0" algn="l">
              <a:lnSpc>
                <a:spcPct val="100000"/>
              </a:lnSpc>
              <a:spcBef>
                <a:spcPts val="0"/>
              </a:spcBef>
              <a:spcAft>
                <a:spcPts val="0"/>
              </a:spcAft>
              <a:buSzPts val="6400"/>
              <a:buNone/>
              <a:defRPr sz="6400"/>
            </a:lvl2pPr>
            <a:lvl3pPr lvl="2" rtl="0" algn="l">
              <a:lnSpc>
                <a:spcPct val="100000"/>
              </a:lnSpc>
              <a:spcBef>
                <a:spcPts val="0"/>
              </a:spcBef>
              <a:spcAft>
                <a:spcPts val="0"/>
              </a:spcAft>
              <a:buSzPts val="6400"/>
              <a:buNone/>
              <a:defRPr sz="6400"/>
            </a:lvl3pPr>
            <a:lvl4pPr lvl="3" rtl="0" algn="l">
              <a:lnSpc>
                <a:spcPct val="100000"/>
              </a:lnSpc>
              <a:spcBef>
                <a:spcPts val="0"/>
              </a:spcBef>
              <a:spcAft>
                <a:spcPts val="0"/>
              </a:spcAft>
              <a:buSzPts val="6400"/>
              <a:buNone/>
              <a:defRPr sz="6400"/>
            </a:lvl4pPr>
            <a:lvl5pPr lvl="4" rtl="0" algn="l">
              <a:lnSpc>
                <a:spcPct val="100000"/>
              </a:lnSpc>
              <a:spcBef>
                <a:spcPts val="0"/>
              </a:spcBef>
              <a:spcAft>
                <a:spcPts val="0"/>
              </a:spcAft>
              <a:buSzPts val="6400"/>
              <a:buNone/>
              <a:defRPr sz="6400"/>
            </a:lvl5pPr>
            <a:lvl6pPr lvl="5" rtl="0" algn="l">
              <a:lnSpc>
                <a:spcPct val="100000"/>
              </a:lnSpc>
              <a:spcBef>
                <a:spcPts val="0"/>
              </a:spcBef>
              <a:spcAft>
                <a:spcPts val="0"/>
              </a:spcAft>
              <a:buSzPts val="6400"/>
              <a:buNone/>
              <a:defRPr sz="6400"/>
            </a:lvl6pPr>
            <a:lvl7pPr lvl="6" rtl="0" algn="l">
              <a:lnSpc>
                <a:spcPct val="100000"/>
              </a:lnSpc>
              <a:spcBef>
                <a:spcPts val="0"/>
              </a:spcBef>
              <a:spcAft>
                <a:spcPts val="0"/>
              </a:spcAft>
              <a:buSzPts val="6400"/>
              <a:buNone/>
              <a:defRPr sz="6400"/>
            </a:lvl7pPr>
            <a:lvl8pPr lvl="7" rtl="0" algn="l">
              <a:lnSpc>
                <a:spcPct val="100000"/>
              </a:lnSpc>
              <a:spcBef>
                <a:spcPts val="0"/>
              </a:spcBef>
              <a:spcAft>
                <a:spcPts val="0"/>
              </a:spcAft>
              <a:buSzPts val="6400"/>
              <a:buNone/>
              <a:defRPr sz="6400"/>
            </a:lvl8pPr>
            <a:lvl9pPr lvl="8" rtl="0" algn="l">
              <a:lnSpc>
                <a:spcPct val="100000"/>
              </a:lnSpc>
              <a:spcBef>
                <a:spcPts val="0"/>
              </a:spcBef>
              <a:spcAft>
                <a:spcPts val="0"/>
              </a:spcAft>
              <a:buSzPts val="6400"/>
              <a:buNone/>
              <a:defRPr sz="6400"/>
            </a:lvl9pPr>
          </a:lstStyle>
          <a:p/>
        </p:txBody>
      </p:sp>
      <p:sp>
        <p:nvSpPr>
          <p:cNvPr id="111" name="Google Shape;111;g265bf782a17_0_106"/>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12" name="Shape 112"/>
        <p:cNvGrpSpPr/>
        <p:nvPr/>
      </p:nvGrpSpPr>
      <p:grpSpPr>
        <a:xfrm>
          <a:off x="0" y="0"/>
          <a:ext cx="0" cy="0"/>
          <a:chOff x="0" y="0"/>
          <a:chExt cx="0" cy="0"/>
        </a:xfrm>
      </p:grpSpPr>
      <p:sp>
        <p:nvSpPr>
          <p:cNvPr id="113" name="Google Shape;113;g265bf782a17_0_109"/>
          <p:cNvSpPr/>
          <p:nvPr/>
        </p:nvSpPr>
        <p:spPr>
          <a:xfrm>
            <a:off x="6096000" y="-167"/>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14" name="Google Shape;114;g265bf782a17_0_109"/>
          <p:cNvSpPr txBox="1"/>
          <p:nvPr>
            <p:ph type="title"/>
          </p:nvPr>
        </p:nvSpPr>
        <p:spPr>
          <a:xfrm>
            <a:off x="354000" y="1644233"/>
            <a:ext cx="5393700" cy="1976400"/>
          </a:xfrm>
          <a:prstGeom prst="rect">
            <a:avLst/>
          </a:prstGeom>
          <a:noFill/>
          <a:ln>
            <a:noFill/>
          </a:ln>
        </p:spPr>
        <p:txBody>
          <a:bodyPr anchorCtr="0" anchor="b" bIns="121900" lIns="121900" spcFirstLastPara="1" rIns="121900" wrap="square" tIns="121900">
            <a:normAutofit/>
          </a:bodyPr>
          <a:lstStyle>
            <a:lvl1pPr lvl="0" rtl="0" algn="ctr">
              <a:lnSpc>
                <a:spcPct val="100000"/>
              </a:lnSpc>
              <a:spcBef>
                <a:spcPts val="0"/>
              </a:spcBef>
              <a:spcAft>
                <a:spcPts val="0"/>
              </a:spcAft>
              <a:buSzPts val="5600"/>
              <a:buNone/>
              <a:defRPr sz="5600"/>
            </a:lvl1pPr>
            <a:lvl2pPr lvl="1" rtl="0" algn="ctr">
              <a:lnSpc>
                <a:spcPct val="100000"/>
              </a:lnSpc>
              <a:spcBef>
                <a:spcPts val="0"/>
              </a:spcBef>
              <a:spcAft>
                <a:spcPts val="0"/>
              </a:spcAft>
              <a:buSzPts val="5600"/>
              <a:buNone/>
              <a:defRPr sz="5600"/>
            </a:lvl2pPr>
            <a:lvl3pPr lvl="2" rtl="0" algn="ctr">
              <a:lnSpc>
                <a:spcPct val="100000"/>
              </a:lnSpc>
              <a:spcBef>
                <a:spcPts val="0"/>
              </a:spcBef>
              <a:spcAft>
                <a:spcPts val="0"/>
              </a:spcAft>
              <a:buSzPts val="5600"/>
              <a:buNone/>
              <a:defRPr sz="5600"/>
            </a:lvl3pPr>
            <a:lvl4pPr lvl="3" rtl="0" algn="ctr">
              <a:lnSpc>
                <a:spcPct val="100000"/>
              </a:lnSpc>
              <a:spcBef>
                <a:spcPts val="0"/>
              </a:spcBef>
              <a:spcAft>
                <a:spcPts val="0"/>
              </a:spcAft>
              <a:buSzPts val="5600"/>
              <a:buNone/>
              <a:defRPr sz="5600"/>
            </a:lvl4pPr>
            <a:lvl5pPr lvl="4" rtl="0" algn="ctr">
              <a:lnSpc>
                <a:spcPct val="100000"/>
              </a:lnSpc>
              <a:spcBef>
                <a:spcPts val="0"/>
              </a:spcBef>
              <a:spcAft>
                <a:spcPts val="0"/>
              </a:spcAft>
              <a:buSzPts val="5600"/>
              <a:buNone/>
              <a:defRPr sz="5600"/>
            </a:lvl5pPr>
            <a:lvl6pPr lvl="5" rtl="0" algn="ctr">
              <a:lnSpc>
                <a:spcPct val="100000"/>
              </a:lnSpc>
              <a:spcBef>
                <a:spcPts val="0"/>
              </a:spcBef>
              <a:spcAft>
                <a:spcPts val="0"/>
              </a:spcAft>
              <a:buSzPts val="5600"/>
              <a:buNone/>
              <a:defRPr sz="5600"/>
            </a:lvl6pPr>
            <a:lvl7pPr lvl="6" rtl="0" algn="ctr">
              <a:lnSpc>
                <a:spcPct val="100000"/>
              </a:lnSpc>
              <a:spcBef>
                <a:spcPts val="0"/>
              </a:spcBef>
              <a:spcAft>
                <a:spcPts val="0"/>
              </a:spcAft>
              <a:buSzPts val="5600"/>
              <a:buNone/>
              <a:defRPr sz="5600"/>
            </a:lvl7pPr>
            <a:lvl8pPr lvl="7" rtl="0" algn="ctr">
              <a:lnSpc>
                <a:spcPct val="100000"/>
              </a:lnSpc>
              <a:spcBef>
                <a:spcPts val="0"/>
              </a:spcBef>
              <a:spcAft>
                <a:spcPts val="0"/>
              </a:spcAft>
              <a:buSzPts val="5600"/>
              <a:buNone/>
              <a:defRPr sz="5600"/>
            </a:lvl8pPr>
            <a:lvl9pPr lvl="8" rtl="0" algn="ctr">
              <a:lnSpc>
                <a:spcPct val="100000"/>
              </a:lnSpc>
              <a:spcBef>
                <a:spcPts val="0"/>
              </a:spcBef>
              <a:spcAft>
                <a:spcPts val="0"/>
              </a:spcAft>
              <a:buSzPts val="5600"/>
              <a:buNone/>
              <a:defRPr sz="5600"/>
            </a:lvl9pPr>
          </a:lstStyle>
          <a:p/>
        </p:txBody>
      </p:sp>
      <p:sp>
        <p:nvSpPr>
          <p:cNvPr id="115" name="Google Shape;115;g265bf782a17_0_109"/>
          <p:cNvSpPr txBox="1"/>
          <p:nvPr>
            <p:ph idx="1" type="subTitle"/>
          </p:nvPr>
        </p:nvSpPr>
        <p:spPr>
          <a:xfrm>
            <a:off x="354000" y="3737433"/>
            <a:ext cx="5393700" cy="1646700"/>
          </a:xfrm>
          <a:prstGeom prst="rect">
            <a:avLst/>
          </a:prstGeom>
          <a:noFill/>
          <a:ln>
            <a:noFill/>
          </a:ln>
        </p:spPr>
        <p:txBody>
          <a:bodyPr anchorCtr="0" anchor="t" bIns="121900" lIns="121900" spcFirstLastPara="1" rIns="121900" wrap="square" tIns="121900">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16" name="Google Shape;116;g265bf782a17_0_109"/>
          <p:cNvSpPr txBox="1"/>
          <p:nvPr>
            <p:ph idx="2" type="body"/>
          </p:nvPr>
        </p:nvSpPr>
        <p:spPr>
          <a:xfrm>
            <a:off x="6586000" y="965433"/>
            <a:ext cx="5115900" cy="4926900"/>
          </a:xfrm>
          <a:prstGeom prst="rect">
            <a:avLst/>
          </a:prstGeom>
          <a:noFill/>
          <a:ln>
            <a:noFill/>
          </a:ln>
        </p:spPr>
        <p:txBody>
          <a:bodyPr anchorCtr="0" anchor="ctr" bIns="121900" lIns="121900" spcFirstLastPara="1" rIns="121900" wrap="square" tIns="121900">
            <a:normAutofit/>
          </a:bodyPr>
          <a:lstStyle>
            <a:lvl1pPr indent="-381000" lvl="0" marL="457200" rtl="0" algn="l">
              <a:lnSpc>
                <a:spcPct val="115000"/>
              </a:lnSpc>
              <a:spcBef>
                <a:spcPts val="0"/>
              </a:spcBef>
              <a:spcAft>
                <a:spcPts val="0"/>
              </a:spcAft>
              <a:buSzPts val="2400"/>
              <a:buChar char="●"/>
              <a:defRPr/>
            </a:lvl1pPr>
            <a:lvl2pPr indent="-349250" lvl="1" marL="914400" rtl="0" algn="l">
              <a:lnSpc>
                <a:spcPct val="115000"/>
              </a:lnSpc>
              <a:spcBef>
                <a:spcPts val="0"/>
              </a:spcBef>
              <a:spcAft>
                <a:spcPts val="0"/>
              </a:spcAft>
              <a:buSzPts val="1900"/>
              <a:buChar char="○"/>
              <a:defRPr/>
            </a:lvl2pPr>
            <a:lvl3pPr indent="-349250" lvl="2" marL="1371600" rtl="0" algn="l">
              <a:lnSpc>
                <a:spcPct val="115000"/>
              </a:lnSpc>
              <a:spcBef>
                <a:spcPts val="0"/>
              </a:spcBef>
              <a:spcAft>
                <a:spcPts val="0"/>
              </a:spcAft>
              <a:buSzPts val="1900"/>
              <a:buChar char="■"/>
              <a:defRPr/>
            </a:lvl3pPr>
            <a:lvl4pPr indent="-349250" lvl="3" marL="1828800" rtl="0" algn="l">
              <a:lnSpc>
                <a:spcPct val="115000"/>
              </a:lnSpc>
              <a:spcBef>
                <a:spcPts val="0"/>
              </a:spcBef>
              <a:spcAft>
                <a:spcPts val="0"/>
              </a:spcAft>
              <a:buSzPts val="1900"/>
              <a:buChar char="●"/>
              <a:defRPr/>
            </a:lvl4pPr>
            <a:lvl5pPr indent="-349250" lvl="4" marL="2286000" rtl="0" algn="l">
              <a:lnSpc>
                <a:spcPct val="115000"/>
              </a:lnSpc>
              <a:spcBef>
                <a:spcPts val="0"/>
              </a:spcBef>
              <a:spcAft>
                <a:spcPts val="0"/>
              </a:spcAft>
              <a:buSzPts val="1900"/>
              <a:buChar char="○"/>
              <a:defRPr/>
            </a:lvl5pPr>
            <a:lvl6pPr indent="-349250" lvl="5" marL="2743200" rtl="0" algn="l">
              <a:lnSpc>
                <a:spcPct val="115000"/>
              </a:lnSpc>
              <a:spcBef>
                <a:spcPts val="0"/>
              </a:spcBef>
              <a:spcAft>
                <a:spcPts val="0"/>
              </a:spcAft>
              <a:buSzPts val="1900"/>
              <a:buChar char="■"/>
              <a:defRPr/>
            </a:lvl6pPr>
            <a:lvl7pPr indent="-349250" lvl="6" marL="3200400" rtl="0" algn="l">
              <a:lnSpc>
                <a:spcPct val="115000"/>
              </a:lnSpc>
              <a:spcBef>
                <a:spcPts val="0"/>
              </a:spcBef>
              <a:spcAft>
                <a:spcPts val="0"/>
              </a:spcAft>
              <a:buSzPts val="1900"/>
              <a:buChar char="●"/>
              <a:defRPr/>
            </a:lvl7pPr>
            <a:lvl8pPr indent="-349250" lvl="7" marL="3657600" rtl="0" algn="l">
              <a:lnSpc>
                <a:spcPct val="115000"/>
              </a:lnSpc>
              <a:spcBef>
                <a:spcPts val="0"/>
              </a:spcBef>
              <a:spcAft>
                <a:spcPts val="0"/>
              </a:spcAft>
              <a:buSzPts val="1900"/>
              <a:buChar char="○"/>
              <a:defRPr/>
            </a:lvl8pPr>
            <a:lvl9pPr indent="-349250" lvl="8" marL="4114800" rtl="0" algn="l">
              <a:lnSpc>
                <a:spcPct val="115000"/>
              </a:lnSpc>
              <a:spcBef>
                <a:spcPts val="0"/>
              </a:spcBef>
              <a:spcAft>
                <a:spcPts val="0"/>
              </a:spcAft>
              <a:buSzPts val="1900"/>
              <a:buChar char="■"/>
              <a:defRPr/>
            </a:lvl9pPr>
          </a:lstStyle>
          <a:p/>
        </p:txBody>
      </p:sp>
      <p:sp>
        <p:nvSpPr>
          <p:cNvPr id="117" name="Google Shape;117;g265bf782a17_0_109"/>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18" name="Shape 118"/>
        <p:cNvGrpSpPr/>
        <p:nvPr/>
      </p:nvGrpSpPr>
      <p:grpSpPr>
        <a:xfrm>
          <a:off x="0" y="0"/>
          <a:ext cx="0" cy="0"/>
          <a:chOff x="0" y="0"/>
          <a:chExt cx="0" cy="0"/>
        </a:xfrm>
      </p:grpSpPr>
      <p:sp>
        <p:nvSpPr>
          <p:cNvPr id="119" name="Google Shape;119;g265bf782a17_0_115"/>
          <p:cNvSpPr txBox="1"/>
          <p:nvPr>
            <p:ph idx="1" type="body"/>
          </p:nvPr>
        </p:nvSpPr>
        <p:spPr>
          <a:xfrm>
            <a:off x="415600" y="5640767"/>
            <a:ext cx="7998300" cy="806700"/>
          </a:xfrm>
          <a:prstGeom prst="rect">
            <a:avLst/>
          </a:prstGeom>
          <a:noFill/>
          <a:ln>
            <a:noFill/>
          </a:ln>
        </p:spPr>
        <p:txBody>
          <a:bodyPr anchorCtr="0" anchor="ctr" bIns="121900" lIns="121900" spcFirstLastPara="1" rIns="121900" wrap="square" tIns="121900">
            <a:normAutofit/>
          </a:bodyPr>
          <a:lstStyle>
            <a:lvl1pPr indent="-228600" lvl="0" marL="457200" rtl="0" algn="l">
              <a:lnSpc>
                <a:spcPct val="100000"/>
              </a:lnSpc>
              <a:spcBef>
                <a:spcPts val="0"/>
              </a:spcBef>
              <a:spcAft>
                <a:spcPts val="0"/>
              </a:spcAft>
              <a:buSzPts val="2400"/>
              <a:buNone/>
              <a:defRPr/>
            </a:lvl1pPr>
          </a:lstStyle>
          <a:p/>
        </p:txBody>
      </p:sp>
      <p:sp>
        <p:nvSpPr>
          <p:cNvPr id="120" name="Google Shape;120;g265bf782a17_0_115"/>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1" name="Shape 121"/>
        <p:cNvGrpSpPr/>
        <p:nvPr/>
      </p:nvGrpSpPr>
      <p:grpSpPr>
        <a:xfrm>
          <a:off x="0" y="0"/>
          <a:ext cx="0" cy="0"/>
          <a:chOff x="0" y="0"/>
          <a:chExt cx="0" cy="0"/>
        </a:xfrm>
      </p:grpSpPr>
      <p:sp>
        <p:nvSpPr>
          <p:cNvPr id="122" name="Google Shape;122;g265bf782a17_0_118"/>
          <p:cNvSpPr txBox="1"/>
          <p:nvPr>
            <p:ph hasCustomPrompt="1" type="title"/>
          </p:nvPr>
        </p:nvSpPr>
        <p:spPr>
          <a:xfrm>
            <a:off x="415600" y="1474833"/>
            <a:ext cx="11360700" cy="2618100"/>
          </a:xfrm>
          <a:prstGeom prst="rect">
            <a:avLst/>
          </a:prstGeom>
          <a:noFill/>
          <a:ln>
            <a:noFill/>
          </a:ln>
        </p:spPr>
        <p:txBody>
          <a:bodyPr anchorCtr="0" anchor="b" bIns="121900" lIns="121900" spcFirstLastPara="1" rIns="121900" wrap="square" tIns="121900">
            <a:normAutofit/>
          </a:bodyPr>
          <a:lstStyle>
            <a:lvl1pPr lvl="0" rtl="0" algn="ctr">
              <a:lnSpc>
                <a:spcPct val="100000"/>
              </a:lnSpc>
              <a:spcBef>
                <a:spcPts val="0"/>
              </a:spcBef>
              <a:spcAft>
                <a:spcPts val="0"/>
              </a:spcAft>
              <a:buSzPts val="16000"/>
              <a:buNone/>
              <a:defRPr sz="16000"/>
            </a:lvl1pPr>
            <a:lvl2pPr lvl="1" rtl="0" algn="ctr">
              <a:lnSpc>
                <a:spcPct val="100000"/>
              </a:lnSpc>
              <a:spcBef>
                <a:spcPts val="0"/>
              </a:spcBef>
              <a:spcAft>
                <a:spcPts val="0"/>
              </a:spcAft>
              <a:buSzPts val="16000"/>
              <a:buNone/>
              <a:defRPr sz="16000"/>
            </a:lvl2pPr>
            <a:lvl3pPr lvl="2" rtl="0" algn="ctr">
              <a:lnSpc>
                <a:spcPct val="100000"/>
              </a:lnSpc>
              <a:spcBef>
                <a:spcPts val="0"/>
              </a:spcBef>
              <a:spcAft>
                <a:spcPts val="0"/>
              </a:spcAft>
              <a:buSzPts val="16000"/>
              <a:buNone/>
              <a:defRPr sz="16000"/>
            </a:lvl3pPr>
            <a:lvl4pPr lvl="3" rtl="0" algn="ctr">
              <a:lnSpc>
                <a:spcPct val="100000"/>
              </a:lnSpc>
              <a:spcBef>
                <a:spcPts val="0"/>
              </a:spcBef>
              <a:spcAft>
                <a:spcPts val="0"/>
              </a:spcAft>
              <a:buSzPts val="16000"/>
              <a:buNone/>
              <a:defRPr sz="16000"/>
            </a:lvl4pPr>
            <a:lvl5pPr lvl="4" rtl="0" algn="ctr">
              <a:lnSpc>
                <a:spcPct val="100000"/>
              </a:lnSpc>
              <a:spcBef>
                <a:spcPts val="0"/>
              </a:spcBef>
              <a:spcAft>
                <a:spcPts val="0"/>
              </a:spcAft>
              <a:buSzPts val="16000"/>
              <a:buNone/>
              <a:defRPr sz="16000"/>
            </a:lvl5pPr>
            <a:lvl6pPr lvl="5" rtl="0" algn="ctr">
              <a:lnSpc>
                <a:spcPct val="100000"/>
              </a:lnSpc>
              <a:spcBef>
                <a:spcPts val="0"/>
              </a:spcBef>
              <a:spcAft>
                <a:spcPts val="0"/>
              </a:spcAft>
              <a:buSzPts val="16000"/>
              <a:buNone/>
              <a:defRPr sz="16000"/>
            </a:lvl6pPr>
            <a:lvl7pPr lvl="6" rtl="0" algn="ctr">
              <a:lnSpc>
                <a:spcPct val="100000"/>
              </a:lnSpc>
              <a:spcBef>
                <a:spcPts val="0"/>
              </a:spcBef>
              <a:spcAft>
                <a:spcPts val="0"/>
              </a:spcAft>
              <a:buSzPts val="16000"/>
              <a:buNone/>
              <a:defRPr sz="16000"/>
            </a:lvl7pPr>
            <a:lvl8pPr lvl="7" rtl="0" algn="ctr">
              <a:lnSpc>
                <a:spcPct val="100000"/>
              </a:lnSpc>
              <a:spcBef>
                <a:spcPts val="0"/>
              </a:spcBef>
              <a:spcAft>
                <a:spcPts val="0"/>
              </a:spcAft>
              <a:buSzPts val="16000"/>
              <a:buNone/>
              <a:defRPr sz="16000"/>
            </a:lvl8pPr>
            <a:lvl9pPr lvl="8" rtl="0" algn="ctr">
              <a:lnSpc>
                <a:spcPct val="100000"/>
              </a:lnSpc>
              <a:spcBef>
                <a:spcPts val="0"/>
              </a:spcBef>
              <a:spcAft>
                <a:spcPts val="0"/>
              </a:spcAft>
              <a:buSzPts val="16000"/>
              <a:buNone/>
              <a:defRPr sz="16000"/>
            </a:lvl9pPr>
          </a:lstStyle>
          <a:p>
            <a:r>
              <a:t>xx%</a:t>
            </a:r>
          </a:p>
        </p:txBody>
      </p:sp>
      <p:sp>
        <p:nvSpPr>
          <p:cNvPr id="123" name="Google Shape;123;g265bf782a17_0_118"/>
          <p:cNvSpPr txBox="1"/>
          <p:nvPr>
            <p:ph idx="1" type="body"/>
          </p:nvPr>
        </p:nvSpPr>
        <p:spPr>
          <a:xfrm>
            <a:off x="415600" y="4202967"/>
            <a:ext cx="11360700" cy="1734300"/>
          </a:xfrm>
          <a:prstGeom prst="rect">
            <a:avLst/>
          </a:prstGeom>
          <a:noFill/>
          <a:ln>
            <a:noFill/>
          </a:ln>
        </p:spPr>
        <p:txBody>
          <a:bodyPr anchorCtr="0" anchor="t" bIns="121900" lIns="121900" spcFirstLastPara="1" rIns="121900" wrap="square" tIns="121900">
            <a:normAutofit/>
          </a:bodyPr>
          <a:lstStyle>
            <a:lvl1pPr indent="-381000" lvl="0" marL="457200" rtl="0" algn="ctr">
              <a:lnSpc>
                <a:spcPct val="115000"/>
              </a:lnSpc>
              <a:spcBef>
                <a:spcPts val="0"/>
              </a:spcBef>
              <a:spcAft>
                <a:spcPts val="0"/>
              </a:spcAft>
              <a:buSzPts val="2400"/>
              <a:buChar char="●"/>
              <a:defRPr/>
            </a:lvl1pPr>
            <a:lvl2pPr indent="-349250" lvl="1" marL="914400" rtl="0" algn="ctr">
              <a:lnSpc>
                <a:spcPct val="115000"/>
              </a:lnSpc>
              <a:spcBef>
                <a:spcPts val="0"/>
              </a:spcBef>
              <a:spcAft>
                <a:spcPts val="0"/>
              </a:spcAft>
              <a:buSzPts val="1900"/>
              <a:buChar char="○"/>
              <a:defRPr/>
            </a:lvl2pPr>
            <a:lvl3pPr indent="-349250" lvl="2" marL="1371600" rtl="0" algn="ctr">
              <a:lnSpc>
                <a:spcPct val="115000"/>
              </a:lnSpc>
              <a:spcBef>
                <a:spcPts val="0"/>
              </a:spcBef>
              <a:spcAft>
                <a:spcPts val="0"/>
              </a:spcAft>
              <a:buSzPts val="1900"/>
              <a:buChar char="■"/>
              <a:defRPr/>
            </a:lvl3pPr>
            <a:lvl4pPr indent="-349250" lvl="3" marL="1828800" rtl="0" algn="ctr">
              <a:lnSpc>
                <a:spcPct val="115000"/>
              </a:lnSpc>
              <a:spcBef>
                <a:spcPts val="0"/>
              </a:spcBef>
              <a:spcAft>
                <a:spcPts val="0"/>
              </a:spcAft>
              <a:buSzPts val="1900"/>
              <a:buChar char="●"/>
              <a:defRPr/>
            </a:lvl4pPr>
            <a:lvl5pPr indent="-349250" lvl="4" marL="2286000" rtl="0" algn="ctr">
              <a:lnSpc>
                <a:spcPct val="115000"/>
              </a:lnSpc>
              <a:spcBef>
                <a:spcPts val="0"/>
              </a:spcBef>
              <a:spcAft>
                <a:spcPts val="0"/>
              </a:spcAft>
              <a:buSzPts val="1900"/>
              <a:buChar char="○"/>
              <a:defRPr/>
            </a:lvl5pPr>
            <a:lvl6pPr indent="-349250" lvl="5" marL="2743200" rtl="0" algn="ctr">
              <a:lnSpc>
                <a:spcPct val="115000"/>
              </a:lnSpc>
              <a:spcBef>
                <a:spcPts val="0"/>
              </a:spcBef>
              <a:spcAft>
                <a:spcPts val="0"/>
              </a:spcAft>
              <a:buSzPts val="1900"/>
              <a:buChar char="■"/>
              <a:defRPr/>
            </a:lvl6pPr>
            <a:lvl7pPr indent="-349250" lvl="6" marL="3200400" rtl="0" algn="ctr">
              <a:lnSpc>
                <a:spcPct val="115000"/>
              </a:lnSpc>
              <a:spcBef>
                <a:spcPts val="0"/>
              </a:spcBef>
              <a:spcAft>
                <a:spcPts val="0"/>
              </a:spcAft>
              <a:buSzPts val="1900"/>
              <a:buChar char="●"/>
              <a:defRPr/>
            </a:lvl7pPr>
            <a:lvl8pPr indent="-349250" lvl="7" marL="3657600" rtl="0" algn="ctr">
              <a:lnSpc>
                <a:spcPct val="115000"/>
              </a:lnSpc>
              <a:spcBef>
                <a:spcPts val="0"/>
              </a:spcBef>
              <a:spcAft>
                <a:spcPts val="0"/>
              </a:spcAft>
              <a:buSzPts val="1900"/>
              <a:buChar char="○"/>
              <a:defRPr/>
            </a:lvl8pPr>
            <a:lvl9pPr indent="-349250" lvl="8" marL="4114800" rtl="0" algn="ctr">
              <a:lnSpc>
                <a:spcPct val="115000"/>
              </a:lnSpc>
              <a:spcBef>
                <a:spcPts val="0"/>
              </a:spcBef>
              <a:spcAft>
                <a:spcPts val="0"/>
              </a:spcAft>
              <a:buSzPts val="1900"/>
              <a:buChar char="■"/>
              <a:defRPr/>
            </a:lvl9pPr>
          </a:lstStyle>
          <a:p/>
        </p:txBody>
      </p:sp>
      <p:sp>
        <p:nvSpPr>
          <p:cNvPr id="124" name="Google Shape;124;g265bf782a17_0_118"/>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5" name="Shape 125"/>
        <p:cNvGrpSpPr/>
        <p:nvPr/>
      </p:nvGrpSpPr>
      <p:grpSpPr>
        <a:xfrm>
          <a:off x="0" y="0"/>
          <a:ext cx="0" cy="0"/>
          <a:chOff x="0" y="0"/>
          <a:chExt cx="0" cy="0"/>
        </a:xfrm>
      </p:grpSpPr>
      <p:sp>
        <p:nvSpPr>
          <p:cNvPr id="126" name="Google Shape;126;g265bf782a17_0_122"/>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1.xml"/><Relationship Id="rId10" Type="http://schemas.openxmlformats.org/officeDocument/2006/relationships/slideLayout" Target="../slideLayouts/slideLayout20.xml"/><Relationship Id="rId13" Type="http://schemas.openxmlformats.org/officeDocument/2006/relationships/theme" Target="../theme/theme1.xml"/><Relationship Id="rId12" Type="http://schemas.openxmlformats.org/officeDocument/2006/relationships/slideLayout" Target="../slideLayouts/slideLayout22.xml"/><Relationship Id="rId1" Type="http://schemas.openxmlformats.org/officeDocument/2006/relationships/image" Target="../media/image1.jp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80" name="Shape 80"/>
        <p:cNvGrpSpPr/>
        <p:nvPr/>
      </p:nvGrpSpPr>
      <p:grpSpPr>
        <a:xfrm>
          <a:off x="0" y="0"/>
          <a:ext cx="0" cy="0"/>
          <a:chOff x="0" y="0"/>
          <a:chExt cx="0" cy="0"/>
        </a:xfrm>
      </p:grpSpPr>
      <p:sp>
        <p:nvSpPr>
          <p:cNvPr id="81" name="Google Shape;81;g265bf782a17_0_77"/>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9pPr>
          </a:lstStyle>
          <a:p/>
        </p:txBody>
      </p:sp>
      <p:sp>
        <p:nvSpPr>
          <p:cNvPr id="82" name="Google Shape;82;g265bf782a17_0_77"/>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81000" lvl="0" marL="457200" marR="0" rtl="0" algn="l">
              <a:lnSpc>
                <a:spcPct val="115000"/>
              </a:lnSpc>
              <a:spcBef>
                <a:spcPts val="0"/>
              </a:spcBef>
              <a:spcAft>
                <a:spcPts val="0"/>
              </a:spcAft>
              <a:buClr>
                <a:schemeClr val="dk2"/>
              </a:buClr>
              <a:buSzPts val="2400"/>
              <a:buFont typeface="Arial"/>
              <a:buChar char="●"/>
              <a:defRPr b="0" i="0" sz="2400" u="none" cap="none" strike="noStrike">
                <a:solidFill>
                  <a:schemeClr val="dk2"/>
                </a:solidFill>
                <a:latin typeface="Arial"/>
                <a:ea typeface="Arial"/>
                <a:cs typeface="Arial"/>
                <a:sym typeface="Arial"/>
              </a:defRPr>
            </a:lvl1pPr>
            <a:lvl2pPr indent="-349250" lvl="1" marL="9144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2pPr>
            <a:lvl3pPr indent="-349250" lvl="2" marL="13716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3pPr>
            <a:lvl4pPr indent="-349250" lvl="3" marL="18288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4pPr>
            <a:lvl5pPr indent="-349250" lvl="4" marL="22860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5pPr>
            <a:lvl6pPr indent="-349250" lvl="5" marL="27432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6pPr>
            <a:lvl7pPr indent="-349250" lvl="6" marL="32004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7pPr>
            <a:lvl8pPr indent="-349250" lvl="7" marL="36576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8pPr>
            <a:lvl9pPr indent="-349250" lvl="8" marL="41148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9pPr>
          </a:lstStyle>
          <a:p/>
        </p:txBody>
      </p:sp>
      <p:sp>
        <p:nvSpPr>
          <p:cNvPr id="83" name="Google Shape;83;g265bf782a17_0_77"/>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L"/>
              <a:t>‹#›</a:t>
            </a:fld>
            <a:endParaRPr/>
          </a:p>
        </p:txBody>
      </p:sp>
    </p:spTree>
  </p:cSld>
  <p:clrMap accent1="accent1" accent2="accent2" accent3="accent3" accent4="accent4" accent5="accent5" accent6="accent6" bg1="lt1" bg2="dk2" tx1="dk1" tx2="lt2" folHlink="folHlink" hlink="hlink"/>
  <p:sldLayoutIdLst>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7.jp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n9.cl/tablasmultiplicar" TargetMode="External"/><Relationship Id="rId4" Type="http://schemas.openxmlformats.org/officeDocument/2006/relationships/hyperlink" Target="http://n9.cl/visualizartablas" TargetMode="External"/><Relationship Id="rId5" Type="http://schemas.openxmlformats.org/officeDocument/2006/relationships/hyperlink" Target="http://n9.cl/dbu4p" TargetMode="External"/><Relationship Id="rId6"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jpg"/><Relationship Id="rId4" Type="http://schemas.openxmlformats.org/officeDocument/2006/relationships/hyperlink" Target="https://es.khanacademy.org/" TargetMode="External"/><Relationship Id="rId5" Type="http://schemas.openxmlformats.org/officeDocument/2006/relationships/hyperlink" Target="https://mateslibres.com/" TargetMode="External"/><Relationship Id="rId6" Type="http://schemas.openxmlformats.org/officeDocument/2006/relationships/hyperlink" Target="https://www.cokitos.com/" TargetMode="External"/><Relationship Id="rId7" Type="http://schemas.openxmlformats.org/officeDocument/2006/relationships/hyperlink" Target="http://www.teachy.app" TargetMode="External"/><Relationship Id="rId8"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8.jpg"/><Relationship Id="rId4" Type="http://schemas.openxmlformats.org/officeDocument/2006/relationships/image" Target="../media/image5.png"/><Relationship Id="rId5"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1.jpg"/><Relationship Id="rId4" Type="http://schemas.openxmlformats.org/officeDocument/2006/relationships/image" Target="../media/image20.png"/><Relationship Id="rId5"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9.jpg"/><Relationship Id="rId4" Type="http://schemas.openxmlformats.org/officeDocument/2006/relationships/image" Target="../media/image9.png"/><Relationship Id="rId5"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1.jp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8.jp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4.jp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6.jp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4.jpg"/><Relationship Id="rId4" Type="http://schemas.openxmlformats.org/officeDocument/2006/relationships/hyperlink" Target="http://www.youtube.com/watch?v=8EJopjfTOgU" TargetMode="External"/><Relationship Id="rId5" Type="http://schemas.openxmlformats.org/officeDocument/2006/relationships/image" Target="../media/image12.jpg"/><Relationship Id="rId6"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4.jp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hyperlink" Target="https://forms.gle/fG99c4wyrnL3XEMM8" TargetMode="External"/><Relationship Id="rId4" Type="http://schemas.openxmlformats.org/officeDocument/2006/relationships/image" Target="../media/image17.png"/><Relationship Id="rId5" Type="http://schemas.openxmlformats.org/officeDocument/2006/relationships/image" Target="../media/image22.png"/><Relationship Id="rId6"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15.jpg"/><Relationship Id="rId4" Type="http://schemas.openxmlformats.org/officeDocument/2006/relationships/hyperlink" Target="http://www.youtube.com/watch?v=8cWZpPxSuNA" TargetMode="External"/><Relationship Id="rId5" Type="http://schemas.openxmlformats.org/officeDocument/2006/relationships/image" Target="../media/image23.jpg"/><Relationship Id="rId6"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t/>
            </a:r>
            <a:endParaRPr/>
          </a:p>
        </p:txBody>
      </p:sp>
      <p:sp>
        <p:nvSpPr>
          <p:cNvPr id="132" name="Google Shape;132;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t/>
            </a:r>
            <a:endParaRPr/>
          </a:p>
        </p:txBody>
      </p:sp>
      <p:pic>
        <p:nvPicPr>
          <p:cNvPr descr="Imagen que contiene Escala de tiempo&#10;&#10;Descripción generada automáticamente" id="133" name="Google Shape;133;p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134" name="Google Shape;134;p1"/>
          <p:cNvPicPr preferRelativeResize="0"/>
          <p:nvPr/>
        </p:nvPicPr>
        <p:blipFill>
          <a:blip r:embed="rId4">
            <a:alphaModFix/>
          </a:blip>
          <a:stretch>
            <a:fillRect/>
          </a:stretch>
        </p:blipFill>
        <p:spPr>
          <a:xfrm>
            <a:off x="11045850" y="5596562"/>
            <a:ext cx="975700" cy="10291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pic>
        <p:nvPicPr>
          <p:cNvPr id="139" name="Google Shape;139;p2"/>
          <p:cNvPicPr preferRelativeResize="0"/>
          <p:nvPr/>
        </p:nvPicPr>
        <p:blipFill rotWithShape="1">
          <a:blip r:embed="rId3">
            <a:alphaModFix/>
          </a:blip>
          <a:srcRect b="0" l="0" r="0" t="0"/>
          <a:stretch/>
        </p:blipFill>
        <p:spPr>
          <a:xfrm>
            <a:off x="1" y="0"/>
            <a:ext cx="12192000" cy="6858003"/>
          </a:xfrm>
          <a:prstGeom prst="rect">
            <a:avLst/>
          </a:prstGeom>
          <a:noFill/>
          <a:ln>
            <a:noFill/>
          </a:ln>
        </p:spPr>
      </p:pic>
      <p:pic>
        <p:nvPicPr>
          <p:cNvPr id="140" name="Google Shape;140;p2"/>
          <p:cNvPicPr preferRelativeResize="0"/>
          <p:nvPr/>
        </p:nvPicPr>
        <p:blipFill>
          <a:blip r:embed="rId4">
            <a:alphaModFix/>
          </a:blip>
          <a:stretch>
            <a:fillRect/>
          </a:stretch>
        </p:blipFill>
        <p:spPr>
          <a:xfrm>
            <a:off x="11045850" y="5241237"/>
            <a:ext cx="975700" cy="10291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g330cd662d27_0_0"/>
          <p:cNvSpPr txBox="1"/>
          <p:nvPr/>
        </p:nvSpPr>
        <p:spPr>
          <a:xfrm>
            <a:off x="786350" y="1673375"/>
            <a:ext cx="10918500" cy="93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CL" sz="1700">
                <a:solidFill>
                  <a:srgbClr val="3259A4"/>
                </a:solidFill>
                <a:latin typeface="Poppins"/>
                <a:ea typeface="Poppins"/>
                <a:cs typeface="Poppins"/>
                <a:sym typeface="Poppins"/>
              </a:rPr>
              <a:t>Sesión 3 a 11: Tablas del 2 al 10</a:t>
            </a:r>
            <a:endParaRPr b="1" sz="1700">
              <a:solidFill>
                <a:srgbClr val="3259A4"/>
              </a:solidFill>
              <a:latin typeface="Poppins"/>
              <a:ea typeface="Poppins"/>
              <a:cs typeface="Poppins"/>
              <a:sym typeface="Poppins"/>
            </a:endParaRPr>
          </a:p>
          <a:p>
            <a:pPr indent="0" lvl="0" marL="0" rtl="0" algn="ctr">
              <a:spcBef>
                <a:spcPts val="0"/>
              </a:spcBef>
              <a:spcAft>
                <a:spcPts val="0"/>
              </a:spcAft>
              <a:buNone/>
            </a:pPr>
            <a:r>
              <a:t/>
            </a:r>
            <a:endParaRPr b="1" sz="1700">
              <a:solidFill>
                <a:srgbClr val="3259A4"/>
              </a:solidFill>
              <a:latin typeface="Poppins"/>
              <a:ea typeface="Poppins"/>
              <a:cs typeface="Poppins"/>
              <a:sym typeface="Poppins"/>
            </a:endParaRPr>
          </a:p>
          <a:p>
            <a:pPr indent="0" lvl="0" marL="0" rtl="0" algn="ctr">
              <a:spcBef>
                <a:spcPts val="0"/>
              </a:spcBef>
              <a:spcAft>
                <a:spcPts val="0"/>
              </a:spcAft>
              <a:buNone/>
            </a:pPr>
            <a:r>
              <a:rPr b="1" lang="es-CL" sz="1600">
                <a:solidFill>
                  <a:srgbClr val="3259A4"/>
                </a:solidFill>
                <a:latin typeface="Poppins"/>
                <a:ea typeface="Poppins"/>
                <a:cs typeface="Poppins"/>
                <a:sym typeface="Poppins"/>
              </a:rPr>
              <a:t>Propósito</a:t>
            </a:r>
            <a:r>
              <a:rPr b="1" lang="es-CL" sz="1600">
                <a:solidFill>
                  <a:schemeClr val="dk1"/>
                </a:solidFill>
                <a:latin typeface="Poppins"/>
                <a:ea typeface="Poppins"/>
                <a:cs typeface="Poppins"/>
                <a:sym typeface="Poppins"/>
              </a:rPr>
              <a:t>:</a:t>
            </a:r>
            <a:r>
              <a:rPr lang="es-CL" sz="1800">
                <a:solidFill>
                  <a:schemeClr val="dk1"/>
                </a:solidFill>
                <a:latin typeface="Poppins Light"/>
                <a:ea typeface="Poppins Light"/>
                <a:cs typeface="Poppins Light"/>
                <a:sym typeface="Poppins Light"/>
              </a:rPr>
              <a:t> </a:t>
            </a:r>
            <a:r>
              <a:rPr lang="es-CL" sz="1450">
                <a:solidFill>
                  <a:schemeClr val="dk1"/>
                </a:solidFill>
                <a:latin typeface="Poppins"/>
                <a:ea typeface="Poppins"/>
                <a:cs typeface="Poppins"/>
                <a:sym typeface="Poppins"/>
              </a:rPr>
              <a:t>Enseñar las tablas de multiplicar del 2 al 10 de manera progresiva, utilizando estrategias de</a:t>
            </a:r>
            <a:endParaRPr sz="1450">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rPr lang="es-CL" sz="1450">
                <a:solidFill>
                  <a:schemeClr val="dk1"/>
                </a:solidFill>
                <a:latin typeface="Poppins"/>
                <a:ea typeface="Poppins"/>
                <a:cs typeface="Poppins"/>
                <a:sym typeface="Poppins"/>
              </a:rPr>
              <a:t>comprensión y memorización que permitan a tu estudiante adquirir fluidez en la multiplicación.</a:t>
            </a:r>
            <a:endParaRPr sz="1450">
              <a:solidFill>
                <a:schemeClr val="dk1"/>
              </a:solidFill>
              <a:latin typeface="Poppins"/>
              <a:ea typeface="Poppins"/>
              <a:cs typeface="Poppins"/>
              <a:sym typeface="Poppins"/>
            </a:endParaRPr>
          </a:p>
          <a:p>
            <a:pPr indent="0" lvl="0" marL="0" rtl="0" algn="ctr">
              <a:spcBef>
                <a:spcPts val="0"/>
              </a:spcBef>
              <a:spcAft>
                <a:spcPts val="0"/>
              </a:spcAft>
              <a:buNone/>
            </a:pPr>
            <a:r>
              <a:t/>
            </a:r>
            <a:endParaRPr sz="1600">
              <a:solidFill>
                <a:schemeClr val="dk1"/>
              </a:solidFill>
              <a:latin typeface="Poppins"/>
              <a:ea typeface="Poppins"/>
              <a:cs typeface="Poppins"/>
              <a:sym typeface="Poppins"/>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p:txBody>
      </p:sp>
      <p:sp>
        <p:nvSpPr>
          <p:cNvPr id="146" name="Google Shape;146;g330cd662d27_0_0"/>
          <p:cNvSpPr txBox="1"/>
          <p:nvPr/>
        </p:nvSpPr>
        <p:spPr>
          <a:xfrm>
            <a:off x="1148550" y="2902000"/>
            <a:ext cx="4698900" cy="3239100"/>
          </a:xfrm>
          <a:prstGeom prst="rect">
            <a:avLst/>
          </a:prstGeom>
          <a:noFill/>
          <a:ln cap="flat" cmpd="sng" w="28575">
            <a:solidFill>
              <a:srgbClr val="3259A4"/>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s-CL" sz="2500">
                <a:solidFill>
                  <a:schemeClr val="dk1"/>
                </a:solidFill>
                <a:latin typeface="Poppins"/>
                <a:ea typeface="Poppins"/>
                <a:cs typeface="Poppins"/>
                <a:sym typeface="Poppins"/>
              </a:rPr>
              <a:t>Objetivos de la Clase</a:t>
            </a:r>
            <a:endParaRPr sz="2500">
              <a:solidFill>
                <a:schemeClr val="dk1"/>
              </a:solidFill>
              <a:latin typeface="Poppins"/>
              <a:ea typeface="Poppins"/>
              <a:cs typeface="Poppins"/>
              <a:sym typeface="Poppins"/>
            </a:endParaRPr>
          </a:p>
          <a:p>
            <a:pPr indent="0" lvl="0" marL="0" rtl="0" algn="ctr">
              <a:spcBef>
                <a:spcPts val="0"/>
              </a:spcBef>
              <a:spcAft>
                <a:spcPts val="0"/>
              </a:spcAft>
              <a:buNone/>
            </a:pPr>
            <a:r>
              <a:t/>
            </a:r>
            <a:endParaRPr sz="25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CL" sz="1800">
                <a:solidFill>
                  <a:schemeClr val="dk1"/>
                </a:solidFill>
                <a:latin typeface="Poppins"/>
                <a:ea typeface="Poppins"/>
                <a:cs typeface="Poppins"/>
                <a:sym typeface="Poppins"/>
              </a:rPr>
              <a:t>1. Enseñar las tablas del 2 al 10.</a:t>
            </a:r>
            <a:endParaRPr sz="18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2500">
              <a:solidFill>
                <a:schemeClr val="dk1"/>
              </a:solidFill>
              <a:latin typeface="Poppins"/>
              <a:ea typeface="Poppins"/>
              <a:cs typeface="Poppins"/>
              <a:sym typeface="Poppins"/>
            </a:endParaRPr>
          </a:p>
          <a:p>
            <a:pPr indent="0" lvl="0" marL="0" rtl="0" algn="ctr">
              <a:spcBef>
                <a:spcPts val="0"/>
              </a:spcBef>
              <a:spcAft>
                <a:spcPts val="0"/>
              </a:spcAft>
              <a:buNone/>
            </a:pPr>
            <a:r>
              <a:t/>
            </a:r>
            <a:endParaRPr sz="2800">
              <a:solidFill>
                <a:schemeClr val="dk1"/>
              </a:solidFill>
              <a:latin typeface="Poppins"/>
              <a:ea typeface="Poppins"/>
              <a:cs typeface="Poppins"/>
              <a:sym typeface="Poppins"/>
            </a:endParaRPr>
          </a:p>
        </p:txBody>
      </p:sp>
      <p:sp>
        <p:nvSpPr>
          <p:cNvPr id="147" name="Google Shape;147;g330cd662d27_0_0"/>
          <p:cNvSpPr txBox="1"/>
          <p:nvPr/>
        </p:nvSpPr>
        <p:spPr>
          <a:xfrm>
            <a:off x="6346950" y="2900925"/>
            <a:ext cx="4698900" cy="3239100"/>
          </a:xfrm>
          <a:prstGeom prst="rect">
            <a:avLst/>
          </a:prstGeom>
          <a:noFill/>
          <a:ln cap="flat" cmpd="sng" w="28575">
            <a:solidFill>
              <a:srgbClr val="3259A4"/>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s-CL" sz="2500">
                <a:solidFill>
                  <a:schemeClr val="dk1"/>
                </a:solidFill>
                <a:latin typeface="Poppins"/>
                <a:ea typeface="Poppins"/>
                <a:cs typeface="Poppins"/>
                <a:sym typeface="Poppins"/>
              </a:rPr>
              <a:t>Conceptos Clave</a:t>
            </a:r>
            <a:endParaRPr sz="25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CL" sz="1800">
                <a:solidFill>
                  <a:schemeClr val="dk1"/>
                </a:solidFill>
                <a:latin typeface="Poppins"/>
                <a:ea typeface="Poppins"/>
                <a:cs typeface="Poppins"/>
                <a:sym typeface="Poppins"/>
              </a:rPr>
              <a:t>1. Patrones específicos de cada tabla.</a:t>
            </a:r>
            <a:endParaRPr sz="18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CL" sz="1800">
                <a:solidFill>
                  <a:schemeClr val="dk1"/>
                </a:solidFill>
                <a:latin typeface="Poppins"/>
                <a:ea typeface="Poppins"/>
                <a:cs typeface="Poppins"/>
                <a:sym typeface="Poppins"/>
              </a:rPr>
              <a:t>2. Estrategias de memorización.</a:t>
            </a:r>
            <a:endParaRPr sz="18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2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ctr">
              <a:spcBef>
                <a:spcPts val="0"/>
              </a:spcBef>
              <a:spcAft>
                <a:spcPts val="0"/>
              </a:spcAft>
              <a:buNone/>
            </a:pPr>
            <a:r>
              <a:t/>
            </a:r>
            <a:endParaRPr sz="2800">
              <a:solidFill>
                <a:schemeClr val="dk1"/>
              </a:solidFill>
              <a:latin typeface="Poppins"/>
              <a:ea typeface="Poppins"/>
              <a:cs typeface="Poppins"/>
              <a:sym typeface="Poppins"/>
            </a:endParaRPr>
          </a:p>
        </p:txBody>
      </p:sp>
      <p:sp>
        <p:nvSpPr>
          <p:cNvPr id="148" name="Google Shape;148;g330cd662d27_0_0"/>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CL"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sp>
        <p:nvSpPr>
          <p:cNvPr id="149" name="Google Shape;149;g330cd662d27_0_0"/>
          <p:cNvSpPr/>
          <p:nvPr/>
        </p:nvSpPr>
        <p:spPr>
          <a:xfrm>
            <a:off x="2538175" y="630575"/>
            <a:ext cx="7727100" cy="630300"/>
          </a:xfrm>
          <a:prstGeom prst="roundRect">
            <a:avLst>
              <a:gd fmla="val 16667" name="adj"/>
            </a:avLst>
          </a:prstGeom>
          <a:solidFill>
            <a:srgbClr val="3259A4"/>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50" name="Google Shape;150;g330cd662d27_0_0"/>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CL" sz="2800">
                <a:solidFill>
                  <a:srgbClr val="FFFFFF"/>
                </a:solidFill>
                <a:latin typeface="Poppins"/>
                <a:ea typeface="Poppins"/>
                <a:cs typeface="Poppins"/>
                <a:sym typeface="Poppins"/>
              </a:rPr>
              <a:t>PLANIFICACIÓN TUTORÍA</a:t>
            </a:r>
            <a:endParaRPr sz="2800">
              <a:solidFill>
                <a:srgbClr val="FFFFFF"/>
              </a:solidFill>
              <a:latin typeface="Poppins"/>
              <a:ea typeface="Poppins"/>
              <a:cs typeface="Poppins"/>
              <a:sym typeface="Poppins"/>
            </a:endParaRPr>
          </a:p>
        </p:txBody>
      </p:sp>
      <p:pic>
        <p:nvPicPr>
          <p:cNvPr id="151" name="Google Shape;151;g330cd662d27_0_0"/>
          <p:cNvPicPr preferRelativeResize="0"/>
          <p:nvPr/>
        </p:nvPicPr>
        <p:blipFill>
          <a:blip r:embed="rId3">
            <a:alphaModFix/>
          </a:blip>
          <a:stretch>
            <a:fillRect/>
          </a:stretch>
        </p:blipFill>
        <p:spPr>
          <a:xfrm>
            <a:off x="10957025" y="277737"/>
            <a:ext cx="975700" cy="10291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g330cd662d27_0_85"/>
          <p:cNvSpPr txBox="1"/>
          <p:nvPr/>
        </p:nvSpPr>
        <p:spPr>
          <a:xfrm>
            <a:off x="786350" y="1597175"/>
            <a:ext cx="10918500" cy="93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CL" sz="1600">
                <a:solidFill>
                  <a:srgbClr val="3259A4"/>
                </a:solidFill>
                <a:latin typeface="Poppins"/>
                <a:ea typeface="Poppins"/>
                <a:cs typeface="Poppins"/>
                <a:sym typeface="Poppins"/>
              </a:rPr>
              <a:t>Consejos para realizar la sesión</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p:txBody>
      </p:sp>
      <p:sp>
        <p:nvSpPr>
          <p:cNvPr id="157" name="Google Shape;157;g330cd662d27_0_85"/>
          <p:cNvSpPr txBox="1"/>
          <p:nvPr/>
        </p:nvSpPr>
        <p:spPr>
          <a:xfrm>
            <a:off x="786350" y="2131575"/>
            <a:ext cx="10500000" cy="5240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es-CL">
                <a:solidFill>
                  <a:schemeClr val="dk1"/>
                </a:solidFill>
                <a:latin typeface="Poppins"/>
                <a:ea typeface="Poppins"/>
                <a:cs typeface="Poppins"/>
                <a:sym typeface="Poppins"/>
              </a:rPr>
              <a:t>A lo largo de las siguientes sesiones, explorarás una tabla de multiplicar específica, enfocándote en enseñar patrones y estrategias que faciliten la memorización y comprensión.</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CL">
                <a:solidFill>
                  <a:schemeClr val="dk1"/>
                </a:solidFill>
                <a:latin typeface="Poppins"/>
                <a:ea typeface="Poppins"/>
                <a:cs typeface="Poppins"/>
                <a:sym typeface="Poppins"/>
              </a:rPr>
              <a:t>Esta guía te ofrece recomendaciones generales para cada tabla, así como técnicas para superar las dificultades comunes y reforzar la aplicación de las tablas en distintos contextos. Utiliza esta guía para mantener una estructura coherente y progresiva a lo largo de las sesiones.</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rPr lang="es-CL">
                <a:solidFill>
                  <a:schemeClr val="dk1"/>
                </a:solidFill>
                <a:latin typeface="Poppins"/>
                <a:ea typeface="Poppins"/>
                <a:cs typeface="Poppins"/>
                <a:sym typeface="Poppins"/>
              </a:rPr>
              <a:t>De ese modo, cada sesión se estructura de la siguiente manera la cual te recomendamos </a:t>
            </a:r>
            <a:r>
              <a:rPr b="1" lang="es-CL">
                <a:solidFill>
                  <a:schemeClr val="dk1"/>
                </a:solidFill>
                <a:latin typeface="Poppins"/>
                <a:ea typeface="Poppins"/>
                <a:cs typeface="Poppins"/>
                <a:sym typeface="Poppins"/>
              </a:rPr>
              <a:t>revisar de antemano</a:t>
            </a:r>
            <a:r>
              <a:rPr lang="es-CL">
                <a:solidFill>
                  <a:schemeClr val="dk1"/>
                </a:solidFill>
                <a:latin typeface="Poppins"/>
                <a:ea typeface="Poppins"/>
                <a:cs typeface="Poppins"/>
                <a:sym typeface="Poppins"/>
              </a:rPr>
              <a:t> para saber cómo explicar cada tabla:</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rPr lang="es-CL">
                <a:solidFill>
                  <a:schemeClr val="dk1"/>
                </a:solidFill>
                <a:latin typeface="Poppins"/>
                <a:ea typeface="Poppins"/>
                <a:cs typeface="Poppins"/>
                <a:sym typeface="Poppins"/>
              </a:rPr>
              <a:t>1. </a:t>
            </a:r>
            <a:r>
              <a:rPr b="1" lang="es-CL">
                <a:solidFill>
                  <a:schemeClr val="dk1"/>
                </a:solidFill>
                <a:latin typeface="Poppins"/>
                <a:ea typeface="Poppins"/>
                <a:cs typeface="Poppins"/>
                <a:sym typeface="Poppins"/>
              </a:rPr>
              <a:t>Presentarás la tabla de multiplicación </a:t>
            </a:r>
            <a:r>
              <a:rPr lang="es-CL">
                <a:solidFill>
                  <a:schemeClr val="dk1"/>
                </a:solidFill>
                <a:latin typeface="Poppins"/>
                <a:ea typeface="Poppins"/>
                <a:cs typeface="Poppins"/>
                <a:sym typeface="Poppins"/>
              </a:rPr>
              <a:t>y cómo hay que contar para representarla como </a:t>
            </a:r>
            <a:r>
              <a:rPr b="1" lang="es-CL">
                <a:solidFill>
                  <a:schemeClr val="dk1"/>
                </a:solidFill>
                <a:latin typeface="Poppins"/>
                <a:ea typeface="Poppins"/>
                <a:cs typeface="Poppins"/>
                <a:sym typeface="Poppins"/>
              </a:rPr>
              <a:t>suma iterada.</a:t>
            </a:r>
            <a:endParaRPr b="1">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rPr lang="es-CL">
                <a:solidFill>
                  <a:schemeClr val="dk1"/>
                </a:solidFill>
                <a:latin typeface="Poppins"/>
                <a:ea typeface="Poppins"/>
                <a:cs typeface="Poppins"/>
                <a:sym typeface="Poppins"/>
              </a:rPr>
              <a:t>2. Vincularán la</a:t>
            </a:r>
            <a:r>
              <a:rPr b="1" lang="es-CL">
                <a:solidFill>
                  <a:schemeClr val="dk1"/>
                </a:solidFill>
                <a:latin typeface="Poppins"/>
                <a:ea typeface="Poppins"/>
                <a:cs typeface="Poppins"/>
                <a:sym typeface="Poppins"/>
              </a:rPr>
              <a:t> noción de “grupo x elementos”</a:t>
            </a:r>
            <a:r>
              <a:rPr lang="es-CL">
                <a:solidFill>
                  <a:schemeClr val="dk1"/>
                </a:solidFill>
                <a:latin typeface="Poppins"/>
                <a:ea typeface="Poppins"/>
                <a:cs typeface="Poppins"/>
                <a:sym typeface="Poppins"/>
              </a:rPr>
              <a:t>, donde los “elementos” serán los de la tabla que estén revisando.</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rPr lang="es-CL">
                <a:solidFill>
                  <a:schemeClr val="dk1"/>
                </a:solidFill>
                <a:latin typeface="Poppins"/>
                <a:ea typeface="Poppins"/>
                <a:cs typeface="Poppins"/>
                <a:sym typeface="Poppins"/>
              </a:rPr>
              <a:t>3. </a:t>
            </a:r>
            <a:r>
              <a:rPr b="1" lang="es-CL">
                <a:solidFill>
                  <a:schemeClr val="dk1"/>
                </a:solidFill>
                <a:latin typeface="Poppins"/>
                <a:ea typeface="Poppins"/>
                <a:cs typeface="Poppins"/>
                <a:sym typeface="Poppins"/>
              </a:rPr>
              <a:t>Ordenarán en matrices </a:t>
            </a:r>
            <a:r>
              <a:rPr lang="es-CL">
                <a:solidFill>
                  <a:schemeClr val="dk1"/>
                </a:solidFill>
                <a:latin typeface="Poppins"/>
                <a:ea typeface="Poppins"/>
                <a:cs typeface="Poppins"/>
                <a:sym typeface="Poppins"/>
              </a:rPr>
              <a:t>ejemplos de la tabla.</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rPr lang="es-CL">
                <a:solidFill>
                  <a:schemeClr val="dk1"/>
                </a:solidFill>
                <a:latin typeface="Poppins"/>
                <a:ea typeface="Poppins"/>
                <a:cs typeface="Poppins"/>
                <a:sym typeface="Poppins"/>
              </a:rPr>
              <a:t>4. Finalizarán con un </a:t>
            </a:r>
            <a:r>
              <a:rPr b="1" lang="es-CL">
                <a:solidFill>
                  <a:schemeClr val="dk1"/>
                </a:solidFill>
                <a:latin typeface="Poppins"/>
                <a:ea typeface="Poppins"/>
                <a:cs typeface="Poppins"/>
                <a:sym typeface="Poppins"/>
              </a:rPr>
              <a:t>problema aplicado </a:t>
            </a:r>
            <a:r>
              <a:rPr lang="es-CL">
                <a:solidFill>
                  <a:schemeClr val="dk1"/>
                </a:solidFill>
                <a:latin typeface="Poppins"/>
                <a:ea typeface="Poppins"/>
                <a:cs typeface="Poppins"/>
                <a:sym typeface="Poppins"/>
              </a:rPr>
              <a:t>que involucre la tabla.</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sz="1500">
              <a:latin typeface="Poppins"/>
              <a:ea typeface="Poppins"/>
              <a:cs typeface="Poppins"/>
              <a:sym typeface="Poppins"/>
            </a:endParaRPr>
          </a:p>
          <a:p>
            <a:pPr indent="0" lvl="0" marL="0" rtl="0" algn="just">
              <a:lnSpc>
                <a:spcPct val="150000"/>
              </a:lnSpc>
              <a:spcBef>
                <a:spcPts val="0"/>
              </a:spcBef>
              <a:spcAft>
                <a:spcPts val="0"/>
              </a:spcAft>
              <a:buNone/>
            </a:pPr>
            <a:r>
              <a:t/>
            </a:r>
            <a:endParaRPr sz="1500">
              <a:latin typeface="Poppins"/>
              <a:ea typeface="Poppins"/>
              <a:cs typeface="Poppins"/>
              <a:sym typeface="Poppins"/>
            </a:endParaRPr>
          </a:p>
          <a:p>
            <a:pPr indent="0" lvl="0" marL="0" rtl="0" algn="just">
              <a:lnSpc>
                <a:spcPct val="150000"/>
              </a:lnSpc>
              <a:spcBef>
                <a:spcPts val="0"/>
              </a:spcBef>
              <a:spcAft>
                <a:spcPts val="0"/>
              </a:spcAft>
              <a:buNone/>
            </a:pPr>
            <a:r>
              <a:t/>
            </a:r>
            <a:endParaRPr sz="1500">
              <a:latin typeface="Poppins"/>
              <a:ea typeface="Poppins"/>
              <a:cs typeface="Poppins"/>
              <a:sym typeface="Poppins"/>
            </a:endParaRPr>
          </a:p>
        </p:txBody>
      </p:sp>
      <p:sp>
        <p:nvSpPr>
          <p:cNvPr id="158" name="Google Shape;158;g330cd662d27_0_85"/>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CL"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sp>
        <p:nvSpPr>
          <p:cNvPr id="159" name="Google Shape;159;g330cd662d27_0_85"/>
          <p:cNvSpPr/>
          <p:nvPr/>
        </p:nvSpPr>
        <p:spPr>
          <a:xfrm>
            <a:off x="2538175" y="630575"/>
            <a:ext cx="7727100" cy="630300"/>
          </a:xfrm>
          <a:prstGeom prst="roundRect">
            <a:avLst>
              <a:gd fmla="val 16667" name="adj"/>
            </a:avLst>
          </a:prstGeom>
          <a:solidFill>
            <a:srgbClr val="3259A4"/>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60" name="Google Shape;160;g330cd662d27_0_85"/>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CL" sz="2800">
                <a:solidFill>
                  <a:srgbClr val="FFFFFF"/>
                </a:solidFill>
                <a:latin typeface="Poppins"/>
                <a:ea typeface="Poppins"/>
                <a:cs typeface="Poppins"/>
                <a:sym typeface="Poppins"/>
              </a:rPr>
              <a:t>PLANIFICACIÓN TUTORÍA</a:t>
            </a:r>
            <a:endParaRPr sz="2800">
              <a:solidFill>
                <a:srgbClr val="FFFFFF"/>
              </a:solidFill>
              <a:latin typeface="Poppins"/>
              <a:ea typeface="Poppins"/>
              <a:cs typeface="Poppins"/>
              <a:sym typeface="Poppins"/>
            </a:endParaRPr>
          </a:p>
        </p:txBody>
      </p:sp>
      <p:pic>
        <p:nvPicPr>
          <p:cNvPr id="161" name="Google Shape;161;g330cd662d27_0_85"/>
          <p:cNvPicPr preferRelativeResize="0"/>
          <p:nvPr/>
        </p:nvPicPr>
        <p:blipFill>
          <a:blip r:embed="rId3">
            <a:alphaModFix/>
          </a:blip>
          <a:stretch>
            <a:fillRect/>
          </a:stretch>
        </p:blipFill>
        <p:spPr>
          <a:xfrm>
            <a:off x="10957025" y="277737"/>
            <a:ext cx="975700" cy="10291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g330cd662d27_0_169"/>
          <p:cNvSpPr txBox="1"/>
          <p:nvPr/>
        </p:nvSpPr>
        <p:spPr>
          <a:xfrm>
            <a:off x="786350" y="1597175"/>
            <a:ext cx="10918500" cy="93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CL" sz="1600">
                <a:solidFill>
                  <a:srgbClr val="3259A4"/>
                </a:solidFill>
                <a:latin typeface="Poppins"/>
                <a:ea typeface="Poppins"/>
                <a:cs typeface="Poppins"/>
                <a:sym typeface="Poppins"/>
              </a:rPr>
              <a:t>Consejos para realizar la sesión</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p:txBody>
      </p:sp>
      <p:sp>
        <p:nvSpPr>
          <p:cNvPr id="167" name="Google Shape;167;g330cd662d27_0_169"/>
          <p:cNvSpPr txBox="1"/>
          <p:nvPr/>
        </p:nvSpPr>
        <p:spPr>
          <a:xfrm>
            <a:off x="786350" y="2283975"/>
            <a:ext cx="10500000" cy="4265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CL">
                <a:solidFill>
                  <a:schemeClr val="dk1"/>
                </a:solidFill>
                <a:latin typeface="Poppins"/>
                <a:ea typeface="Poppins"/>
                <a:cs typeface="Poppins"/>
                <a:sym typeface="Poppins"/>
              </a:rPr>
              <a:t>Al término de cada sesión, es fundamental pedirle a tu estudiante que </a:t>
            </a:r>
            <a:r>
              <a:rPr b="1" lang="es-CL">
                <a:solidFill>
                  <a:schemeClr val="dk1"/>
                </a:solidFill>
                <a:latin typeface="Poppins"/>
                <a:ea typeface="Poppins"/>
                <a:cs typeface="Poppins"/>
                <a:sym typeface="Poppins"/>
              </a:rPr>
              <a:t>construya su propia tabla </a:t>
            </a:r>
            <a:r>
              <a:rPr lang="es-CL">
                <a:solidFill>
                  <a:schemeClr val="dk1"/>
                </a:solidFill>
                <a:latin typeface="Poppins"/>
                <a:ea typeface="Poppins"/>
                <a:cs typeface="Poppins"/>
                <a:sym typeface="Poppins"/>
              </a:rPr>
              <a:t>para que progresivamente las vaya interiorizando. Es por eso que, al comienzo de la siguiente sesión, </a:t>
            </a:r>
            <a:r>
              <a:rPr b="1" lang="es-CL">
                <a:solidFill>
                  <a:schemeClr val="dk1"/>
                </a:solidFill>
                <a:latin typeface="Poppins"/>
                <a:ea typeface="Poppins"/>
                <a:cs typeface="Poppins"/>
                <a:sym typeface="Poppins"/>
              </a:rPr>
              <a:t>deben hacer un repaso de las tablas que han revisado hasta ese momento mediante preguntas del tipo: “Cuánto es___ por ___”</a:t>
            </a:r>
            <a:r>
              <a:rPr lang="es-CL">
                <a:solidFill>
                  <a:schemeClr val="dk1"/>
                </a:solidFill>
                <a:latin typeface="Poppins"/>
                <a:ea typeface="Poppins"/>
                <a:cs typeface="Poppins"/>
                <a:sym typeface="Poppins"/>
              </a:rPr>
              <a:t>. Te recomendamos </a:t>
            </a:r>
            <a:r>
              <a:rPr b="1" lang="es-CL">
                <a:solidFill>
                  <a:schemeClr val="dk1"/>
                </a:solidFill>
                <a:latin typeface="Poppins"/>
                <a:ea typeface="Poppins"/>
                <a:cs typeface="Poppins"/>
                <a:sym typeface="Poppins"/>
              </a:rPr>
              <a:t>preguntar de forma desordenada </a:t>
            </a:r>
            <a:r>
              <a:rPr lang="es-CL">
                <a:solidFill>
                  <a:schemeClr val="dk1"/>
                </a:solidFill>
                <a:latin typeface="Poppins"/>
                <a:ea typeface="Poppins"/>
                <a:cs typeface="Poppins"/>
                <a:sym typeface="Poppins"/>
              </a:rPr>
              <a:t>distintos ejemplos, ya que es común que los estudiantes</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rPr b="1" lang="es-CL">
                <a:solidFill>
                  <a:schemeClr val="dk1"/>
                </a:solidFill>
                <a:latin typeface="Poppins"/>
                <a:ea typeface="Poppins"/>
                <a:cs typeface="Poppins"/>
                <a:sym typeface="Poppins"/>
              </a:rPr>
              <a:t>memoricen los resultados de forma creciente </a:t>
            </a:r>
            <a:r>
              <a:rPr lang="es-CL">
                <a:solidFill>
                  <a:schemeClr val="dk1"/>
                </a:solidFill>
                <a:latin typeface="Poppins"/>
                <a:ea typeface="Poppins"/>
                <a:cs typeface="Poppins"/>
                <a:sym typeface="Poppins"/>
              </a:rPr>
              <a:t>en una misma tabla, pero al cambiar el orden, cometan más errores.</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rPr lang="es-CL">
                <a:solidFill>
                  <a:schemeClr val="dk1"/>
                </a:solidFill>
                <a:latin typeface="Poppins"/>
                <a:ea typeface="Poppins"/>
                <a:cs typeface="Poppins"/>
                <a:sym typeface="Poppins"/>
              </a:rPr>
              <a:t>Otro error común en la memorización de las tablas es que los estudiantes </a:t>
            </a:r>
            <a:r>
              <a:rPr b="1" lang="es-CL">
                <a:solidFill>
                  <a:schemeClr val="dk1"/>
                </a:solidFill>
                <a:latin typeface="Poppins"/>
                <a:ea typeface="Poppins"/>
                <a:cs typeface="Poppins"/>
                <a:sym typeface="Poppins"/>
              </a:rPr>
              <a:t>confundan el patrón de multiplicación entre ellas</a:t>
            </a:r>
            <a:r>
              <a:rPr lang="es-CL">
                <a:solidFill>
                  <a:schemeClr val="dk1"/>
                </a:solidFill>
                <a:latin typeface="Poppins"/>
                <a:ea typeface="Poppins"/>
                <a:cs typeface="Poppins"/>
                <a:sym typeface="Poppins"/>
              </a:rPr>
              <a:t>. Por eso es fundamental repasar todas las tablas vistas al comienzo de cada sesión, haciendo todas las preguntas necesarias para asegurarse de que el estudiante vaya interiorizando los conocimientos.</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rPr lang="es-CL">
                <a:solidFill>
                  <a:schemeClr val="dk1"/>
                </a:solidFill>
                <a:latin typeface="Poppins"/>
                <a:ea typeface="Poppins"/>
                <a:cs typeface="Poppins"/>
                <a:sym typeface="Poppins"/>
              </a:rPr>
              <a:t>Existen</a:t>
            </a:r>
            <a:r>
              <a:rPr b="1" lang="es-CL">
                <a:solidFill>
                  <a:schemeClr val="dk1"/>
                </a:solidFill>
                <a:latin typeface="Poppins"/>
                <a:ea typeface="Poppins"/>
                <a:cs typeface="Poppins"/>
                <a:sym typeface="Poppins"/>
              </a:rPr>
              <a:t> recursos en interne</a:t>
            </a:r>
            <a:r>
              <a:rPr lang="es-CL">
                <a:solidFill>
                  <a:schemeClr val="dk1"/>
                </a:solidFill>
                <a:latin typeface="Poppins"/>
                <a:ea typeface="Poppins"/>
                <a:cs typeface="Poppins"/>
                <a:sym typeface="Poppins"/>
              </a:rPr>
              <a:t>t que pueden ser de gran utilidad: lista de </a:t>
            </a:r>
            <a:r>
              <a:rPr b="1" lang="es-CL">
                <a:solidFill>
                  <a:schemeClr val="dk1"/>
                </a:solidFill>
                <a:latin typeface="Poppins"/>
                <a:ea typeface="Poppins"/>
                <a:cs typeface="Poppins"/>
                <a:sym typeface="Poppins"/>
              </a:rPr>
              <a:t>videos con trucos </a:t>
            </a:r>
            <a:r>
              <a:rPr lang="es-CL">
                <a:solidFill>
                  <a:schemeClr val="dk1"/>
                </a:solidFill>
                <a:latin typeface="Poppins"/>
                <a:ea typeface="Poppins"/>
                <a:cs typeface="Poppins"/>
                <a:sym typeface="Poppins"/>
              </a:rPr>
              <a:t>para facilitar la memorización [</a:t>
            </a:r>
            <a:r>
              <a:rPr lang="es-CL" u="sng">
                <a:solidFill>
                  <a:schemeClr val="hlink"/>
                </a:solidFill>
                <a:latin typeface="Poppins"/>
                <a:ea typeface="Poppins"/>
                <a:cs typeface="Poppins"/>
                <a:sym typeface="Poppins"/>
                <a:hlinkClick r:id="rId3"/>
              </a:rPr>
              <a:t>n9.cl/tablasmultiplicar] </a:t>
            </a:r>
            <a:r>
              <a:rPr lang="es-CL">
                <a:solidFill>
                  <a:schemeClr val="dk1"/>
                </a:solidFill>
                <a:latin typeface="Poppins"/>
                <a:ea typeface="Poppins"/>
                <a:cs typeface="Poppins"/>
                <a:sym typeface="Poppins"/>
              </a:rPr>
              <a:t>, interactivo para</a:t>
            </a:r>
            <a:r>
              <a:rPr b="1" lang="es-CL">
                <a:solidFill>
                  <a:schemeClr val="dk1"/>
                </a:solidFill>
                <a:latin typeface="Poppins"/>
                <a:ea typeface="Poppins"/>
                <a:cs typeface="Poppins"/>
                <a:sym typeface="Poppins"/>
              </a:rPr>
              <a:t> visualizar multiplicaciones</a:t>
            </a:r>
            <a:r>
              <a:rPr lang="es-CL">
                <a:solidFill>
                  <a:schemeClr val="dk1"/>
                </a:solidFill>
                <a:latin typeface="Poppins"/>
                <a:ea typeface="Poppins"/>
                <a:cs typeface="Poppins"/>
                <a:sym typeface="Poppins"/>
              </a:rPr>
              <a:t> [</a:t>
            </a:r>
            <a:r>
              <a:rPr lang="es-CL" u="sng">
                <a:solidFill>
                  <a:schemeClr val="hlink"/>
                </a:solidFill>
                <a:latin typeface="Poppins"/>
                <a:ea typeface="Poppins"/>
                <a:cs typeface="Poppins"/>
                <a:sym typeface="Poppins"/>
                <a:hlinkClick r:id="rId4"/>
              </a:rPr>
              <a:t>n9.cl/visualizartablas] </a:t>
            </a:r>
            <a:r>
              <a:rPr lang="es-CL">
                <a:solidFill>
                  <a:schemeClr val="dk1"/>
                </a:solidFill>
                <a:latin typeface="Poppins"/>
                <a:ea typeface="Poppins"/>
                <a:cs typeface="Poppins"/>
                <a:sym typeface="Poppins"/>
              </a:rPr>
              <a:t>y un “repasador” de cada tabla </a:t>
            </a:r>
            <a:r>
              <a:rPr lang="es-CL" u="sng">
                <a:solidFill>
                  <a:schemeClr val="hlink"/>
                </a:solidFill>
                <a:latin typeface="Poppins"/>
                <a:ea typeface="Poppins"/>
                <a:cs typeface="Poppins"/>
                <a:sym typeface="Poppins"/>
                <a:hlinkClick r:id="rId5"/>
              </a:rPr>
              <a:t>[n9.cl/dbu4p]</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sz="750">
              <a:solidFill>
                <a:schemeClr val="dk1"/>
              </a:solidFill>
            </a:endParaRPr>
          </a:p>
        </p:txBody>
      </p:sp>
      <p:sp>
        <p:nvSpPr>
          <p:cNvPr id="168" name="Google Shape;168;g330cd662d27_0_169"/>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CL"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sp>
        <p:nvSpPr>
          <p:cNvPr id="169" name="Google Shape;169;g330cd662d27_0_169"/>
          <p:cNvSpPr/>
          <p:nvPr/>
        </p:nvSpPr>
        <p:spPr>
          <a:xfrm>
            <a:off x="2538175" y="630575"/>
            <a:ext cx="7727100" cy="630300"/>
          </a:xfrm>
          <a:prstGeom prst="roundRect">
            <a:avLst>
              <a:gd fmla="val 16667" name="adj"/>
            </a:avLst>
          </a:prstGeom>
          <a:solidFill>
            <a:srgbClr val="3259A4"/>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70" name="Google Shape;170;g330cd662d27_0_169"/>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CL" sz="2800">
                <a:solidFill>
                  <a:srgbClr val="FFFFFF"/>
                </a:solidFill>
                <a:latin typeface="Poppins"/>
                <a:ea typeface="Poppins"/>
                <a:cs typeface="Poppins"/>
                <a:sym typeface="Poppins"/>
              </a:rPr>
              <a:t>PLANIFICACIÓN TUTORÍA</a:t>
            </a:r>
            <a:endParaRPr sz="2800">
              <a:solidFill>
                <a:srgbClr val="FFFFFF"/>
              </a:solidFill>
              <a:latin typeface="Poppins"/>
              <a:ea typeface="Poppins"/>
              <a:cs typeface="Poppins"/>
              <a:sym typeface="Poppins"/>
            </a:endParaRPr>
          </a:p>
        </p:txBody>
      </p:sp>
      <p:pic>
        <p:nvPicPr>
          <p:cNvPr id="171" name="Google Shape;171;g330cd662d27_0_169"/>
          <p:cNvPicPr preferRelativeResize="0"/>
          <p:nvPr/>
        </p:nvPicPr>
        <p:blipFill>
          <a:blip r:embed="rId6">
            <a:alphaModFix/>
          </a:blip>
          <a:stretch>
            <a:fillRect/>
          </a:stretch>
        </p:blipFill>
        <p:spPr>
          <a:xfrm>
            <a:off x="10957025" y="277737"/>
            <a:ext cx="975700" cy="10291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g330cd662d27_0_253"/>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CL"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sp>
        <p:nvSpPr>
          <p:cNvPr id="177" name="Google Shape;177;g330cd662d27_0_253"/>
          <p:cNvSpPr txBox="1"/>
          <p:nvPr/>
        </p:nvSpPr>
        <p:spPr>
          <a:xfrm>
            <a:off x="380275" y="1624950"/>
            <a:ext cx="11268600" cy="207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CL" sz="2000">
                <a:solidFill>
                  <a:srgbClr val="3259A4"/>
                </a:solidFill>
                <a:latin typeface="Poppins"/>
                <a:ea typeface="Poppins"/>
                <a:cs typeface="Poppins"/>
                <a:sym typeface="Poppins"/>
              </a:rPr>
              <a:t>Para Complementar</a:t>
            </a:r>
            <a:endParaRPr b="1" sz="2000">
              <a:solidFill>
                <a:srgbClr val="3259A4"/>
              </a:solidFill>
              <a:latin typeface="Poppins"/>
              <a:ea typeface="Poppins"/>
              <a:cs typeface="Poppins"/>
              <a:sym typeface="Poppins"/>
            </a:endParaRPr>
          </a:p>
          <a:p>
            <a:pPr indent="0" lvl="0" marL="0" rtl="0" algn="l">
              <a:lnSpc>
                <a:spcPct val="115000"/>
              </a:lnSpc>
              <a:spcBef>
                <a:spcPts val="0"/>
              </a:spcBef>
              <a:spcAft>
                <a:spcPts val="0"/>
              </a:spcAft>
              <a:buNone/>
            </a:pPr>
            <a:r>
              <a:t/>
            </a:r>
            <a:endParaRPr b="1">
              <a:solidFill>
                <a:srgbClr val="3259A4"/>
              </a:solidFill>
              <a:latin typeface="Poppins"/>
              <a:ea typeface="Poppins"/>
              <a:cs typeface="Poppins"/>
              <a:sym typeface="Poppins"/>
            </a:endParaRPr>
          </a:p>
          <a:p>
            <a:pPr indent="0" lvl="0" marL="0" rtl="0" algn="l">
              <a:lnSpc>
                <a:spcPct val="115000"/>
              </a:lnSpc>
              <a:spcBef>
                <a:spcPts val="0"/>
              </a:spcBef>
              <a:spcAft>
                <a:spcPts val="0"/>
              </a:spcAft>
              <a:buNone/>
            </a:pPr>
            <a:r>
              <a:rPr lang="es-CL" sz="1600">
                <a:solidFill>
                  <a:schemeClr val="dk1"/>
                </a:solidFill>
                <a:latin typeface="Poppins"/>
                <a:ea typeface="Poppins"/>
                <a:cs typeface="Poppins"/>
                <a:sym typeface="Poppins"/>
              </a:rPr>
              <a:t>Pídele a tu estudiante que practique en casa recitando cada tabla y haciendo ejercicios en los que identifique patrones, como los múltiplos que terminan en un mismo número.</a:t>
            </a:r>
            <a:endParaRPr sz="1600">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b="1" sz="2000">
              <a:solidFill>
                <a:srgbClr val="3259A4"/>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2800">
              <a:solidFill>
                <a:schemeClr val="dk1"/>
              </a:solidFill>
              <a:latin typeface="Poppins"/>
              <a:ea typeface="Poppins"/>
              <a:cs typeface="Poppins"/>
              <a:sym typeface="Poppins"/>
            </a:endParaRPr>
          </a:p>
        </p:txBody>
      </p:sp>
      <p:sp>
        <p:nvSpPr>
          <p:cNvPr id="178" name="Google Shape;178;g330cd662d27_0_253"/>
          <p:cNvSpPr txBox="1"/>
          <p:nvPr/>
        </p:nvSpPr>
        <p:spPr>
          <a:xfrm>
            <a:off x="197050" y="3626300"/>
            <a:ext cx="11268600" cy="207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CL" sz="2000">
                <a:solidFill>
                  <a:srgbClr val="3259A4"/>
                </a:solidFill>
                <a:latin typeface="Poppins"/>
                <a:ea typeface="Poppins"/>
                <a:cs typeface="Poppins"/>
                <a:sym typeface="Poppins"/>
              </a:rPr>
              <a:t>Preguntas de Cierre</a:t>
            </a:r>
            <a:endParaRPr b="1" sz="2000">
              <a:solidFill>
                <a:srgbClr val="3259A4"/>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b="1" sz="1600">
              <a:solidFill>
                <a:srgbClr val="3259A4"/>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CL" sz="1600">
                <a:solidFill>
                  <a:schemeClr val="dk1"/>
                </a:solidFill>
                <a:latin typeface="Poppins"/>
                <a:ea typeface="Poppins"/>
                <a:cs typeface="Poppins"/>
                <a:sym typeface="Poppins"/>
              </a:rPr>
              <a:t>1. ¿Cómo puedes representar la multiplicación como suma repetida?</a:t>
            </a:r>
            <a:endParaRPr sz="16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CL" sz="1600">
                <a:solidFill>
                  <a:schemeClr val="dk1"/>
                </a:solidFill>
                <a:latin typeface="Poppins"/>
                <a:ea typeface="Poppins"/>
                <a:cs typeface="Poppins"/>
                <a:sym typeface="Poppins"/>
              </a:rPr>
              <a:t>2. ¿Qué patrones ves en las tablas?</a:t>
            </a:r>
            <a:endParaRPr sz="16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CL" sz="1600">
                <a:solidFill>
                  <a:schemeClr val="dk1"/>
                </a:solidFill>
                <a:latin typeface="Poppins"/>
                <a:ea typeface="Poppins"/>
                <a:cs typeface="Poppins"/>
                <a:sym typeface="Poppins"/>
              </a:rPr>
              <a:t>3. ¿Cuántos elementos tenemos por grupo?</a:t>
            </a:r>
            <a:endParaRPr sz="16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b="1" sz="2000">
              <a:solidFill>
                <a:srgbClr val="3259A4"/>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b="1" sz="2000">
              <a:solidFill>
                <a:srgbClr val="3259A4"/>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2800">
              <a:solidFill>
                <a:schemeClr val="dk1"/>
              </a:solidFill>
              <a:latin typeface="Poppins"/>
              <a:ea typeface="Poppins"/>
              <a:cs typeface="Poppins"/>
              <a:sym typeface="Poppins"/>
            </a:endParaRPr>
          </a:p>
        </p:txBody>
      </p:sp>
      <p:sp>
        <p:nvSpPr>
          <p:cNvPr id="179" name="Google Shape;179;g330cd662d27_0_253"/>
          <p:cNvSpPr/>
          <p:nvPr/>
        </p:nvSpPr>
        <p:spPr>
          <a:xfrm>
            <a:off x="2538175" y="630575"/>
            <a:ext cx="7727100" cy="630300"/>
          </a:xfrm>
          <a:prstGeom prst="roundRect">
            <a:avLst>
              <a:gd fmla="val 16667" name="adj"/>
            </a:avLst>
          </a:prstGeom>
          <a:solidFill>
            <a:srgbClr val="3259A4"/>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80" name="Google Shape;180;g330cd662d27_0_253"/>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CL" sz="2800">
                <a:solidFill>
                  <a:srgbClr val="FFFFFF"/>
                </a:solidFill>
                <a:latin typeface="Poppins"/>
                <a:ea typeface="Poppins"/>
                <a:cs typeface="Poppins"/>
                <a:sym typeface="Poppins"/>
              </a:rPr>
              <a:t>PLANIFICACIÓN TUTORÍA</a:t>
            </a:r>
            <a:endParaRPr sz="2800">
              <a:solidFill>
                <a:srgbClr val="FFFFFF"/>
              </a:solidFill>
              <a:latin typeface="Poppins"/>
              <a:ea typeface="Poppins"/>
              <a:cs typeface="Poppins"/>
              <a:sym typeface="Poppins"/>
            </a:endParaRPr>
          </a:p>
        </p:txBody>
      </p:sp>
      <p:pic>
        <p:nvPicPr>
          <p:cNvPr id="181" name="Google Shape;181;g330cd662d27_0_253"/>
          <p:cNvPicPr preferRelativeResize="0"/>
          <p:nvPr/>
        </p:nvPicPr>
        <p:blipFill>
          <a:blip r:embed="rId3">
            <a:alphaModFix/>
          </a:blip>
          <a:stretch>
            <a:fillRect/>
          </a:stretch>
        </p:blipFill>
        <p:spPr>
          <a:xfrm>
            <a:off x="10957025" y="277737"/>
            <a:ext cx="975700" cy="10291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g331a1e87452_0_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187" name="Google Shape;187;g331a1e87452_0_0"/>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descr="Forma&#10;&#10;Descripción generada automáticamente con confianza media" id="188" name="Google Shape;188;g331a1e87452_0_0"/>
          <p:cNvPicPr preferRelativeResize="0"/>
          <p:nvPr>
            <p:ph idx="1" type="body"/>
          </p:nvPr>
        </p:nvPicPr>
        <p:blipFill rotWithShape="1">
          <a:blip r:embed="rId3">
            <a:alphaModFix/>
          </a:blip>
          <a:srcRect b="0" l="0" r="0" t="0"/>
          <a:stretch/>
        </p:blipFill>
        <p:spPr>
          <a:xfrm>
            <a:off x="-150" y="0"/>
            <a:ext cx="12192000" cy="6966600"/>
          </a:xfrm>
          <a:prstGeom prst="rect">
            <a:avLst/>
          </a:prstGeom>
          <a:noFill/>
          <a:ln>
            <a:noFill/>
          </a:ln>
        </p:spPr>
      </p:pic>
      <p:sp>
        <p:nvSpPr>
          <p:cNvPr id="189" name="Google Shape;189;g331a1e87452_0_0"/>
          <p:cNvSpPr txBox="1"/>
          <p:nvPr/>
        </p:nvSpPr>
        <p:spPr>
          <a:xfrm>
            <a:off x="1308900" y="528175"/>
            <a:ext cx="95742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CL" sz="3200">
                <a:solidFill>
                  <a:schemeClr val="lt1"/>
                </a:solidFill>
                <a:highlight>
                  <a:srgbClr val="009287"/>
                </a:highlight>
                <a:latin typeface="Patrick Hand"/>
                <a:ea typeface="Patrick Hand"/>
                <a:cs typeface="Patrick Hand"/>
                <a:sym typeface="Patrick Hand"/>
              </a:rPr>
              <a:t> Algunas recomendaciones </a:t>
            </a:r>
            <a:endParaRPr/>
          </a:p>
        </p:txBody>
      </p:sp>
      <p:sp>
        <p:nvSpPr>
          <p:cNvPr id="190" name="Google Shape;190;g331a1e87452_0_0"/>
          <p:cNvSpPr txBox="1"/>
          <p:nvPr/>
        </p:nvSpPr>
        <p:spPr>
          <a:xfrm>
            <a:off x="1025025" y="1205275"/>
            <a:ext cx="10515600" cy="4001700"/>
          </a:xfrm>
          <a:prstGeom prst="rect">
            <a:avLst/>
          </a:prstGeom>
          <a:noFill/>
          <a:ln>
            <a:noFill/>
          </a:ln>
        </p:spPr>
        <p:txBody>
          <a:bodyPr anchorCtr="0" anchor="t" bIns="91425" lIns="91425" spcFirstLastPara="1" rIns="91425" wrap="square" tIns="91425">
            <a:spAutoFit/>
          </a:bodyPr>
          <a:lstStyle/>
          <a:p>
            <a:pPr indent="-311150" lvl="0" marL="457200" rtl="0" algn="just">
              <a:spcBef>
                <a:spcPts val="0"/>
              </a:spcBef>
              <a:spcAft>
                <a:spcPts val="0"/>
              </a:spcAft>
              <a:buClr>
                <a:schemeClr val="dk1"/>
              </a:buClr>
              <a:buSzPts val="1300"/>
              <a:buFont typeface="Poppins"/>
              <a:buChar char="●"/>
            </a:pPr>
            <a:r>
              <a:rPr lang="es-CL" sz="1300">
                <a:solidFill>
                  <a:schemeClr val="dk1"/>
                </a:solidFill>
                <a:latin typeface="Poppins"/>
                <a:ea typeface="Poppins"/>
                <a:cs typeface="Poppins"/>
                <a:sym typeface="Poppins"/>
              </a:rPr>
              <a:t>Antes de comenzar recuerda revisar el Planificador de Tutorías que se encuentra en las diapositivas previas. Este planificador te permite organizar el contenido de esta ruta para guiar el desarrollo de cada sesión. </a:t>
            </a:r>
            <a:endParaRPr sz="1300">
              <a:solidFill>
                <a:schemeClr val="dk1"/>
              </a:solidFill>
              <a:latin typeface="Poppins"/>
              <a:ea typeface="Poppins"/>
              <a:cs typeface="Poppins"/>
              <a:sym typeface="Poppins"/>
            </a:endParaRPr>
          </a:p>
          <a:p>
            <a:pPr indent="0" lvl="0" marL="457200" rtl="0" algn="just">
              <a:spcBef>
                <a:spcPts val="0"/>
              </a:spcBef>
              <a:spcAft>
                <a:spcPts val="0"/>
              </a:spcAft>
              <a:buNone/>
            </a:pPr>
            <a:r>
              <a:t/>
            </a:r>
            <a:endParaRPr sz="1300">
              <a:solidFill>
                <a:schemeClr val="dk1"/>
              </a:solidFill>
              <a:latin typeface="Poppins"/>
              <a:ea typeface="Poppins"/>
              <a:cs typeface="Poppins"/>
              <a:sym typeface="Poppins"/>
            </a:endParaRPr>
          </a:p>
          <a:p>
            <a:pPr indent="-311150" lvl="0" marL="457200" rtl="0" algn="just">
              <a:spcBef>
                <a:spcPts val="0"/>
              </a:spcBef>
              <a:spcAft>
                <a:spcPts val="0"/>
              </a:spcAft>
              <a:buClr>
                <a:schemeClr val="dk1"/>
              </a:buClr>
              <a:buSzPts val="1300"/>
              <a:buFont typeface="Poppins"/>
              <a:buChar char="●"/>
            </a:pPr>
            <a:r>
              <a:rPr lang="es-CL" sz="1300">
                <a:solidFill>
                  <a:schemeClr val="dk1"/>
                </a:solidFill>
                <a:latin typeface="Poppins"/>
                <a:ea typeface="Poppins"/>
                <a:cs typeface="Poppins"/>
                <a:sym typeface="Poppins"/>
              </a:rPr>
              <a:t>Ejercicios: Si quieres obtener más ejercicios para practicar con tu alumno te recomendamos las siguientes páginas web:  </a:t>
            </a:r>
            <a:endParaRPr sz="1300">
              <a:solidFill>
                <a:schemeClr val="dk1"/>
              </a:solidFill>
              <a:latin typeface="Poppins"/>
              <a:ea typeface="Poppins"/>
              <a:cs typeface="Poppins"/>
              <a:sym typeface="Poppins"/>
            </a:endParaRPr>
          </a:p>
          <a:p>
            <a:pPr indent="0" lvl="0" marL="457200" rtl="0" algn="just">
              <a:spcBef>
                <a:spcPts val="0"/>
              </a:spcBef>
              <a:spcAft>
                <a:spcPts val="0"/>
              </a:spcAft>
              <a:buNone/>
            </a:pPr>
            <a:r>
              <a:t/>
            </a:r>
            <a:endParaRPr sz="1300">
              <a:solidFill>
                <a:schemeClr val="dk1"/>
              </a:solidFill>
              <a:latin typeface="Poppins"/>
              <a:ea typeface="Poppins"/>
              <a:cs typeface="Poppins"/>
              <a:sym typeface="Poppins"/>
            </a:endParaRPr>
          </a:p>
          <a:p>
            <a:pPr indent="-311150" lvl="0" marL="457200" rtl="0" algn="just">
              <a:spcBef>
                <a:spcPts val="0"/>
              </a:spcBef>
              <a:spcAft>
                <a:spcPts val="0"/>
              </a:spcAft>
              <a:buClr>
                <a:schemeClr val="dk1"/>
              </a:buClr>
              <a:buSzPts val="1300"/>
              <a:buFont typeface="Poppins"/>
              <a:buChar char="-"/>
            </a:pPr>
            <a:r>
              <a:rPr lang="es-CL" sz="1300">
                <a:solidFill>
                  <a:schemeClr val="dk1"/>
                </a:solidFill>
                <a:latin typeface="Poppins"/>
                <a:ea typeface="Poppins"/>
                <a:cs typeface="Poppins"/>
                <a:sym typeface="Poppins"/>
              </a:rPr>
              <a:t>Khan Academy : </a:t>
            </a:r>
            <a:r>
              <a:rPr lang="es-CL" sz="1300" u="sng">
                <a:solidFill>
                  <a:srgbClr val="0097A7"/>
                </a:solidFill>
                <a:latin typeface="Poppins"/>
                <a:ea typeface="Poppins"/>
                <a:cs typeface="Poppins"/>
                <a:sym typeface="Poppins"/>
                <a:hlinkClick r:id="rId4">
                  <a:extLst>
                    <a:ext uri="{A12FA001-AC4F-418D-AE19-62706E023703}">
                      <ahyp:hlinkClr val="tx"/>
                    </a:ext>
                  </a:extLst>
                </a:hlinkClick>
              </a:rPr>
              <a:t>https://es.khanacademy.org/</a:t>
            </a:r>
            <a:r>
              <a:rPr lang="es-CL" sz="1300">
                <a:solidFill>
                  <a:schemeClr val="dk1"/>
                </a:solidFill>
                <a:latin typeface="Poppins"/>
                <a:ea typeface="Poppins"/>
                <a:cs typeface="Poppins"/>
                <a:sym typeface="Poppins"/>
              </a:rPr>
              <a:t> : Pagina gratuita. Es una página fácil de manejar y de buscar. Contiene numerosos ejercicios, videos y evaluaciones.  </a:t>
            </a:r>
            <a:endParaRPr sz="1300">
              <a:solidFill>
                <a:schemeClr val="dk1"/>
              </a:solidFill>
              <a:latin typeface="Poppins"/>
              <a:ea typeface="Poppins"/>
              <a:cs typeface="Poppins"/>
              <a:sym typeface="Poppins"/>
            </a:endParaRPr>
          </a:p>
          <a:p>
            <a:pPr indent="0" lvl="0" marL="457200" rtl="0" algn="just">
              <a:spcBef>
                <a:spcPts val="0"/>
              </a:spcBef>
              <a:spcAft>
                <a:spcPts val="0"/>
              </a:spcAft>
              <a:buNone/>
            </a:pPr>
            <a:r>
              <a:t/>
            </a:r>
            <a:endParaRPr sz="1300">
              <a:solidFill>
                <a:schemeClr val="dk1"/>
              </a:solidFill>
              <a:latin typeface="Poppins"/>
              <a:ea typeface="Poppins"/>
              <a:cs typeface="Poppins"/>
              <a:sym typeface="Poppins"/>
            </a:endParaRPr>
          </a:p>
          <a:p>
            <a:pPr indent="-311150" lvl="0" marL="457200" rtl="0" algn="just">
              <a:lnSpc>
                <a:spcPct val="115000"/>
              </a:lnSpc>
              <a:spcBef>
                <a:spcPts val="0"/>
              </a:spcBef>
              <a:spcAft>
                <a:spcPts val="0"/>
              </a:spcAft>
              <a:buClr>
                <a:schemeClr val="dk1"/>
              </a:buClr>
              <a:buSzPts val="1300"/>
              <a:buChar char="-"/>
            </a:pPr>
            <a:r>
              <a:rPr lang="es-CL" sz="1300">
                <a:solidFill>
                  <a:schemeClr val="dk1"/>
                </a:solidFill>
                <a:latin typeface="Poppins"/>
                <a:ea typeface="Poppins"/>
                <a:cs typeface="Poppins"/>
                <a:sym typeface="Poppins"/>
              </a:rPr>
              <a:t>Matematicas libre: </a:t>
            </a:r>
            <a:r>
              <a:rPr lang="es-CL" sz="1300" u="sng">
                <a:solidFill>
                  <a:srgbClr val="0097A7"/>
                </a:solidFill>
                <a:latin typeface="Poppins"/>
                <a:ea typeface="Poppins"/>
                <a:cs typeface="Poppins"/>
                <a:sym typeface="Poppins"/>
                <a:hlinkClick r:id="rId5">
                  <a:extLst>
                    <a:ext uri="{A12FA001-AC4F-418D-AE19-62706E023703}">
                      <ahyp:hlinkClr val="tx"/>
                    </a:ext>
                  </a:extLst>
                </a:hlinkClick>
              </a:rPr>
              <a:t>https://mateslibres.com/</a:t>
            </a:r>
            <a:r>
              <a:rPr lang="es-CL" sz="1300">
                <a:solidFill>
                  <a:schemeClr val="dk1"/>
                </a:solidFill>
                <a:latin typeface="Poppins"/>
                <a:ea typeface="Poppins"/>
                <a:cs typeface="Poppins"/>
                <a:sym typeface="Poppins"/>
              </a:rPr>
              <a:t> : Pagina gratuita , con ejercicios variados. </a:t>
            </a:r>
            <a:endParaRPr sz="1300">
              <a:solidFill>
                <a:schemeClr val="dk1"/>
              </a:solidFill>
              <a:latin typeface="Poppins"/>
              <a:ea typeface="Poppins"/>
              <a:cs typeface="Poppins"/>
              <a:sym typeface="Poppins"/>
            </a:endParaRPr>
          </a:p>
          <a:p>
            <a:pPr indent="-311150" lvl="0" marL="457200" rtl="0" algn="just">
              <a:lnSpc>
                <a:spcPct val="115000"/>
              </a:lnSpc>
              <a:spcBef>
                <a:spcPts val="0"/>
              </a:spcBef>
              <a:spcAft>
                <a:spcPts val="0"/>
              </a:spcAft>
              <a:buClr>
                <a:schemeClr val="dk1"/>
              </a:buClr>
              <a:buSzPts val="1300"/>
              <a:buChar char="-"/>
            </a:pPr>
            <a:r>
              <a:rPr lang="es-CL" sz="1300">
                <a:solidFill>
                  <a:schemeClr val="dk1"/>
                </a:solidFill>
                <a:latin typeface="Poppins"/>
                <a:ea typeface="Poppins"/>
                <a:cs typeface="Poppins"/>
                <a:sym typeface="Poppins"/>
              </a:rPr>
              <a:t>Cokitos:  </a:t>
            </a:r>
            <a:r>
              <a:rPr lang="es-CL" sz="1300" u="sng">
                <a:solidFill>
                  <a:srgbClr val="0097A7"/>
                </a:solidFill>
                <a:latin typeface="Poppins"/>
                <a:ea typeface="Poppins"/>
                <a:cs typeface="Poppins"/>
                <a:sym typeface="Poppins"/>
                <a:hlinkClick r:id="rId6">
                  <a:extLst>
                    <a:ext uri="{A12FA001-AC4F-418D-AE19-62706E023703}">
                      <ahyp:hlinkClr val="tx"/>
                    </a:ext>
                  </a:extLst>
                </a:hlinkClick>
              </a:rPr>
              <a:t>https://www.cokitos.com/</a:t>
            </a:r>
            <a:r>
              <a:rPr lang="es-CL" sz="1300">
                <a:solidFill>
                  <a:schemeClr val="dk1"/>
                </a:solidFill>
                <a:latin typeface="Poppins"/>
                <a:ea typeface="Poppins"/>
                <a:cs typeface="Poppins"/>
                <a:sym typeface="Poppins"/>
              </a:rPr>
              <a:t> : Página con juegos educativos. Orientación a diversos contenidos, pero muy útil en matemáticas. No requiere inscribirse. Abundante publicidad.  </a:t>
            </a:r>
            <a:endParaRPr sz="1300">
              <a:solidFill>
                <a:schemeClr val="dk1"/>
              </a:solidFill>
              <a:latin typeface="Poppins"/>
              <a:ea typeface="Poppins"/>
              <a:cs typeface="Poppins"/>
              <a:sym typeface="Poppins"/>
            </a:endParaRPr>
          </a:p>
          <a:p>
            <a:pPr indent="-311150" lvl="0" marL="457200" rtl="0" algn="just">
              <a:lnSpc>
                <a:spcPct val="115000"/>
              </a:lnSpc>
              <a:spcBef>
                <a:spcPts val="0"/>
              </a:spcBef>
              <a:spcAft>
                <a:spcPts val="0"/>
              </a:spcAft>
              <a:buClr>
                <a:schemeClr val="dk1"/>
              </a:buClr>
              <a:buSzPts val="1300"/>
              <a:buFont typeface="Poppins"/>
              <a:buChar char="-"/>
            </a:pPr>
            <a:r>
              <a:rPr lang="es-CL" sz="1300">
                <a:solidFill>
                  <a:schemeClr val="dk1"/>
                </a:solidFill>
                <a:latin typeface="Poppins"/>
                <a:ea typeface="Poppins"/>
                <a:cs typeface="Poppins"/>
                <a:sym typeface="Poppins"/>
              </a:rPr>
              <a:t>Teachy: </a:t>
            </a:r>
            <a:r>
              <a:rPr lang="es-CL" sz="1300" u="sng">
                <a:solidFill>
                  <a:srgbClr val="0097A7"/>
                </a:solidFill>
                <a:latin typeface="Poppins"/>
                <a:ea typeface="Poppins"/>
                <a:cs typeface="Poppins"/>
                <a:sym typeface="Poppins"/>
                <a:hlinkClick r:id="rId7">
                  <a:extLst>
                    <a:ext uri="{A12FA001-AC4F-418D-AE19-62706E023703}">
                      <ahyp:hlinkClr val="tx"/>
                    </a:ext>
                  </a:extLst>
                </a:hlinkClick>
              </a:rPr>
              <a:t>www.Teachy.app</a:t>
            </a:r>
            <a:r>
              <a:rPr lang="es-CL" sz="1300">
                <a:solidFill>
                  <a:schemeClr val="dk1"/>
                </a:solidFill>
                <a:latin typeface="Poppins"/>
                <a:ea typeface="Poppins"/>
                <a:cs typeface="Poppins"/>
                <a:sym typeface="Poppins"/>
              </a:rPr>
              <a:t> : Pagina de inteligencia artificial, muy buena para crear ejercicios y juegos. Requiere inscribirse. En la opción herramientas de IA encontrarás variado contenido para crear y utilizar en tu sesión. </a:t>
            </a:r>
            <a:endParaRPr sz="1300">
              <a:solidFill>
                <a:schemeClr val="dk1"/>
              </a:solidFill>
              <a:latin typeface="Poppins"/>
              <a:ea typeface="Poppins"/>
              <a:cs typeface="Poppins"/>
              <a:sym typeface="Poppins"/>
            </a:endParaRPr>
          </a:p>
          <a:p>
            <a:pPr indent="0" lvl="0" marL="457200" rtl="0" algn="just">
              <a:lnSpc>
                <a:spcPct val="115000"/>
              </a:lnSpc>
              <a:spcBef>
                <a:spcPts val="800"/>
              </a:spcBef>
              <a:spcAft>
                <a:spcPts val="0"/>
              </a:spcAft>
              <a:buNone/>
            </a:pPr>
            <a:r>
              <a:t/>
            </a:r>
            <a:endParaRPr sz="1300">
              <a:solidFill>
                <a:schemeClr val="dk1"/>
              </a:solidFill>
              <a:latin typeface="Poppins"/>
              <a:ea typeface="Poppins"/>
              <a:cs typeface="Poppins"/>
              <a:sym typeface="Poppins"/>
            </a:endParaRPr>
          </a:p>
          <a:p>
            <a:pPr indent="0" lvl="0" marL="457200" rtl="0" algn="just">
              <a:lnSpc>
                <a:spcPct val="115000"/>
              </a:lnSpc>
              <a:spcBef>
                <a:spcPts val="800"/>
              </a:spcBef>
              <a:spcAft>
                <a:spcPts val="800"/>
              </a:spcAft>
              <a:buNone/>
            </a:pPr>
            <a:r>
              <a:rPr b="1" lang="es-CL" sz="1300">
                <a:solidFill>
                  <a:schemeClr val="dk1"/>
                </a:solidFill>
                <a:latin typeface="Poppins"/>
                <a:ea typeface="Poppins"/>
                <a:cs typeface="Poppins"/>
                <a:sym typeface="Poppins"/>
              </a:rPr>
              <a:t>Importante: </a:t>
            </a:r>
            <a:r>
              <a:rPr lang="es-CL" sz="1300">
                <a:solidFill>
                  <a:schemeClr val="dk1"/>
                </a:solidFill>
                <a:latin typeface="Poppins"/>
                <a:ea typeface="Poppins"/>
                <a:cs typeface="Poppins"/>
                <a:sym typeface="Poppins"/>
              </a:rPr>
              <a:t>Te recomendamos  mirar estas páginas antes de la tutoría, para que puedas buscar y familiarizarte con la página web.</a:t>
            </a:r>
            <a:endParaRPr/>
          </a:p>
        </p:txBody>
      </p:sp>
      <p:pic>
        <p:nvPicPr>
          <p:cNvPr id="191" name="Google Shape;191;g331a1e87452_0_0"/>
          <p:cNvPicPr preferRelativeResize="0"/>
          <p:nvPr/>
        </p:nvPicPr>
        <p:blipFill>
          <a:blip r:embed="rId8">
            <a:alphaModFix/>
          </a:blip>
          <a:stretch>
            <a:fillRect/>
          </a:stretch>
        </p:blipFill>
        <p:spPr>
          <a:xfrm>
            <a:off x="11045850" y="5365612"/>
            <a:ext cx="975700" cy="10291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pic>
        <p:nvPicPr>
          <p:cNvPr id="196" name="Google Shape;196;g237be279222_0_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97" name="Google Shape;197;g237be279222_0_0"/>
          <p:cNvSpPr txBox="1"/>
          <p:nvPr/>
        </p:nvSpPr>
        <p:spPr>
          <a:xfrm>
            <a:off x="49949" y="395576"/>
            <a:ext cx="6098400" cy="76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s-CL" sz="4400" u="none" cap="none" strike="noStrike">
                <a:solidFill>
                  <a:schemeClr val="dk1"/>
                </a:solidFill>
                <a:latin typeface="Patrick Hand"/>
                <a:ea typeface="Patrick Hand"/>
                <a:cs typeface="Patrick Hand"/>
                <a:sym typeface="Patrick Hand"/>
              </a:rPr>
              <a:t>Tabla del 7 </a:t>
            </a:r>
            <a:endParaRPr b="1" i="0" sz="4400" u="none" cap="none" strike="noStrike">
              <a:solidFill>
                <a:schemeClr val="dk1"/>
              </a:solidFill>
              <a:latin typeface="Patrick Hand"/>
              <a:ea typeface="Patrick Hand"/>
              <a:cs typeface="Patrick Hand"/>
              <a:sym typeface="Patrick Hand"/>
            </a:endParaRPr>
          </a:p>
        </p:txBody>
      </p:sp>
      <p:sp>
        <p:nvSpPr>
          <p:cNvPr id="198" name="Google Shape;198;g237be279222_0_0"/>
          <p:cNvSpPr txBox="1"/>
          <p:nvPr/>
        </p:nvSpPr>
        <p:spPr>
          <a:xfrm>
            <a:off x="1197575" y="5488775"/>
            <a:ext cx="5065500" cy="1046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Hay 2 grupos de 7                 cada uno</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chemeClr val="dk1"/>
              </a:solidFill>
              <a:latin typeface="Patrick Hand"/>
              <a:ea typeface="Patrick Hand"/>
              <a:cs typeface="Patrick Hand"/>
              <a:sym typeface="Patrick Hand"/>
            </a:endParaRPr>
          </a:p>
        </p:txBody>
      </p:sp>
      <p:sp>
        <p:nvSpPr>
          <p:cNvPr id="199" name="Google Shape;199;g237be279222_0_0"/>
          <p:cNvSpPr txBox="1"/>
          <p:nvPr/>
        </p:nvSpPr>
        <p:spPr>
          <a:xfrm>
            <a:off x="8258500" y="5494663"/>
            <a:ext cx="44448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Hay 14                   en total.</a:t>
            </a:r>
            <a:endParaRPr b="1" i="0" sz="2800" u="none" cap="none" strike="noStrike">
              <a:solidFill>
                <a:schemeClr val="dk1"/>
              </a:solidFill>
              <a:latin typeface="Patrick Hand"/>
              <a:ea typeface="Patrick Hand"/>
              <a:cs typeface="Patrick Hand"/>
              <a:sym typeface="Patrick Hand"/>
            </a:endParaRPr>
          </a:p>
        </p:txBody>
      </p:sp>
      <p:sp>
        <p:nvSpPr>
          <p:cNvPr id="200" name="Google Shape;200;g237be279222_0_0"/>
          <p:cNvSpPr txBox="1"/>
          <p:nvPr/>
        </p:nvSpPr>
        <p:spPr>
          <a:xfrm>
            <a:off x="3395575" y="4531225"/>
            <a:ext cx="6570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1" i="0" lang="es-CL" sz="2800" u="none" cap="none" strike="noStrike">
                <a:solidFill>
                  <a:schemeClr val="dk1"/>
                </a:solidFill>
                <a:latin typeface="Patrick Hand"/>
                <a:ea typeface="Patrick Hand"/>
                <a:cs typeface="Patrick Hand"/>
                <a:sym typeface="Patrick Hand"/>
              </a:rPr>
              <a:t>7</a:t>
            </a:r>
            <a:endParaRPr b="0" i="0" sz="1400" u="none" cap="none" strike="noStrike">
              <a:solidFill>
                <a:srgbClr val="000000"/>
              </a:solidFill>
              <a:latin typeface="Arial"/>
              <a:ea typeface="Arial"/>
              <a:cs typeface="Arial"/>
              <a:sym typeface="Arial"/>
            </a:endParaRPr>
          </a:p>
        </p:txBody>
      </p:sp>
      <p:sp>
        <p:nvSpPr>
          <p:cNvPr id="201" name="Google Shape;201;g237be279222_0_0"/>
          <p:cNvSpPr txBox="1"/>
          <p:nvPr/>
        </p:nvSpPr>
        <p:spPr>
          <a:xfrm>
            <a:off x="8441438" y="4531213"/>
            <a:ext cx="6570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14</a:t>
            </a:r>
            <a:endParaRPr b="1" i="0" sz="2800" u="none" cap="none" strike="noStrike">
              <a:solidFill>
                <a:schemeClr val="dk1"/>
              </a:solidFill>
              <a:latin typeface="Patrick Hand"/>
              <a:ea typeface="Patrick Hand"/>
              <a:cs typeface="Patrick Hand"/>
              <a:sym typeface="Patrick Hand"/>
            </a:endParaRPr>
          </a:p>
        </p:txBody>
      </p:sp>
      <p:cxnSp>
        <p:nvCxnSpPr>
          <p:cNvPr id="202" name="Google Shape;202;g237be279222_0_0"/>
          <p:cNvCxnSpPr/>
          <p:nvPr/>
        </p:nvCxnSpPr>
        <p:spPr>
          <a:xfrm flipH="1" rot="10800000">
            <a:off x="6222200" y="5796613"/>
            <a:ext cx="2038500" cy="11700"/>
          </a:xfrm>
          <a:prstGeom prst="straightConnector1">
            <a:avLst/>
          </a:prstGeom>
          <a:noFill/>
          <a:ln cap="flat" cmpd="sng" w="38100">
            <a:solidFill>
              <a:srgbClr val="009287"/>
            </a:solidFill>
            <a:prstDash val="solid"/>
            <a:round/>
            <a:headEnd len="sm" w="sm" type="none"/>
            <a:tailEnd len="med" w="med" type="triangle"/>
          </a:ln>
        </p:spPr>
      </p:cxnSp>
      <p:sp>
        <p:nvSpPr>
          <p:cNvPr id="203" name="Google Shape;203;g237be279222_0_0"/>
          <p:cNvSpPr txBox="1"/>
          <p:nvPr/>
        </p:nvSpPr>
        <p:spPr>
          <a:xfrm>
            <a:off x="159925" y="1057600"/>
            <a:ext cx="1108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Para multiplicar por 7, hay que contar de 7 en 7 cada grupo de elementos.</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Ejemplo: </a:t>
            </a:r>
            <a:endParaRPr b="1" i="0" sz="2800" u="none" cap="none" strike="noStrike">
              <a:solidFill>
                <a:schemeClr val="dk1"/>
              </a:solidFill>
              <a:latin typeface="Patrick Hand"/>
              <a:ea typeface="Patrick Hand"/>
              <a:cs typeface="Patrick Hand"/>
              <a:sym typeface="Patrick Hand"/>
            </a:endParaRPr>
          </a:p>
        </p:txBody>
      </p:sp>
      <p:sp>
        <p:nvSpPr>
          <p:cNvPr id="204" name="Google Shape;204;g237be279222_0_0"/>
          <p:cNvSpPr/>
          <p:nvPr/>
        </p:nvSpPr>
        <p:spPr>
          <a:xfrm>
            <a:off x="6642725" y="1896925"/>
            <a:ext cx="3766800" cy="26343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g237be279222_0_0"/>
          <p:cNvSpPr/>
          <p:nvPr/>
        </p:nvSpPr>
        <p:spPr>
          <a:xfrm>
            <a:off x="1781125" y="1892625"/>
            <a:ext cx="3885900" cy="25593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06" name="Google Shape;206;g237be279222_0_0"/>
          <p:cNvPicPr preferRelativeResize="0"/>
          <p:nvPr/>
        </p:nvPicPr>
        <p:blipFill rotWithShape="1">
          <a:blip r:embed="rId4">
            <a:alphaModFix/>
          </a:blip>
          <a:srcRect b="0" l="0" r="0" t="0"/>
          <a:stretch/>
        </p:blipFill>
        <p:spPr>
          <a:xfrm>
            <a:off x="3727950" y="5179475"/>
            <a:ext cx="1066800" cy="1104900"/>
          </a:xfrm>
          <a:prstGeom prst="rect">
            <a:avLst/>
          </a:prstGeom>
          <a:noFill/>
          <a:ln>
            <a:noFill/>
          </a:ln>
        </p:spPr>
      </p:pic>
      <p:pic>
        <p:nvPicPr>
          <p:cNvPr id="207" name="Google Shape;207;g237be279222_0_0"/>
          <p:cNvPicPr preferRelativeResize="0"/>
          <p:nvPr/>
        </p:nvPicPr>
        <p:blipFill rotWithShape="1">
          <a:blip r:embed="rId4">
            <a:alphaModFix/>
          </a:blip>
          <a:srcRect b="0" l="0" r="0" t="0"/>
          <a:stretch/>
        </p:blipFill>
        <p:spPr>
          <a:xfrm>
            <a:off x="9342725" y="5179475"/>
            <a:ext cx="1066800" cy="1104900"/>
          </a:xfrm>
          <a:prstGeom prst="rect">
            <a:avLst/>
          </a:prstGeom>
          <a:noFill/>
          <a:ln>
            <a:noFill/>
          </a:ln>
        </p:spPr>
      </p:pic>
      <p:pic>
        <p:nvPicPr>
          <p:cNvPr id="208" name="Google Shape;208;g237be279222_0_0"/>
          <p:cNvPicPr preferRelativeResize="0"/>
          <p:nvPr/>
        </p:nvPicPr>
        <p:blipFill>
          <a:blip r:embed="rId5">
            <a:alphaModFix/>
          </a:blip>
          <a:stretch>
            <a:fillRect/>
          </a:stretch>
        </p:blipFill>
        <p:spPr>
          <a:xfrm>
            <a:off x="11081400" y="675162"/>
            <a:ext cx="975700" cy="10291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pic>
        <p:nvPicPr>
          <p:cNvPr id="213" name="Google Shape;213;p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14" name="Google Shape;214;p3"/>
          <p:cNvSpPr txBox="1"/>
          <p:nvPr/>
        </p:nvSpPr>
        <p:spPr>
          <a:xfrm>
            <a:off x="99224" y="626751"/>
            <a:ext cx="6098400" cy="76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s-CL" sz="4400" u="none" cap="none" strike="noStrike">
                <a:solidFill>
                  <a:schemeClr val="dk1"/>
                </a:solidFill>
                <a:latin typeface="Patrick Hand"/>
                <a:ea typeface="Patrick Hand"/>
                <a:cs typeface="Patrick Hand"/>
                <a:sym typeface="Patrick Hand"/>
              </a:rPr>
              <a:t>Tabla del 7</a:t>
            </a:r>
            <a:endParaRPr b="1" i="0" sz="4400" u="none" cap="none" strike="noStrike">
              <a:solidFill>
                <a:schemeClr val="dk1"/>
              </a:solidFill>
              <a:latin typeface="Patrick Hand"/>
              <a:ea typeface="Patrick Hand"/>
              <a:cs typeface="Patrick Hand"/>
              <a:sym typeface="Patrick Hand"/>
            </a:endParaRPr>
          </a:p>
        </p:txBody>
      </p:sp>
      <p:sp>
        <p:nvSpPr>
          <p:cNvPr id="215" name="Google Shape;215;p3"/>
          <p:cNvSpPr txBox="1"/>
          <p:nvPr/>
        </p:nvSpPr>
        <p:spPr>
          <a:xfrm>
            <a:off x="1521900" y="5559750"/>
            <a:ext cx="106701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Hay ___ grupos de 7 						Hay ___             en total.</a:t>
            </a:r>
            <a:endParaRPr b="1" i="0" sz="2800" u="none" cap="none" strike="noStrike">
              <a:solidFill>
                <a:schemeClr val="dk1"/>
              </a:solidFill>
              <a:latin typeface="Patrick Hand"/>
              <a:ea typeface="Patrick Hand"/>
              <a:cs typeface="Patrick Hand"/>
              <a:sym typeface="Patrick Hand"/>
            </a:endParaRPr>
          </a:p>
        </p:txBody>
      </p:sp>
      <p:sp>
        <p:nvSpPr>
          <p:cNvPr id="216" name="Google Shape;216;p3"/>
          <p:cNvSpPr txBox="1"/>
          <p:nvPr/>
        </p:nvSpPr>
        <p:spPr>
          <a:xfrm>
            <a:off x="805700" y="1396250"/>
            <a:ext cx="110889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Ejercicio: Cuente de siete en siete para obtener el resultado</a:t>
            </a:r>
            <a:endParaRPr b="1" i="0" sz="2800" u="none" cap="none" strike="noStrike">
              <a:solidFill>
                <a:schemeClr val="dk1"/>
              </a:solidFill>
              <a:latin typeface="Patrick Hand"/>
              <a:ea typeface="Patrick Hand"/>
              <a:cs typeface="Patrick Hand"/>
              <a:sym typeface="Patrick Hand"/>
            </a:endParaRPr>
          </a:p>
        </p:txBody>
      </p:sp>
      <p:sp>
        <p:nvSpPr>
          <p:cNvPr id="217" name="Google Shape;217;p3"/>
          <p:cNvSpPr txBox="1"/>
          <p:nvPr/>
        </p:nvSpPr>
        <p:spPr>
          <a:xfrm>
            <a:off x="1346150" y="4525175"/>
            <a:ext cx="27126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7</a:t>
            </a:r>
            <a:endParaRPr b="1" i="0" sz="2700" u="none" cap="none" strike="noStrike">
              <a:solidFill>
                <a:srgbClr val="000000"/>
              </a:solidFill>
              <a:latin typeface="Patrick Hand"/>
              <a:ea typeface="Patrick Hand"/>
              <a:cs typeface="Patrick Hand"/>
              <a:sym typeface="Patrick Hand"/>
            </a:endParaRPr>
          </a:p>
        </p:txBody>
      </p:sp>
      <p:sp>
        <p:nvSpPr>
          <p:cNvPr id="218" name="Google Shape;218;p3"/>
          <p:cNvSpPr txBox="1"/>
          <p:nvPr/>
        </p:nvSpPr>
        <p:spPr>
          <a:xfrm>
            <a:off x="4271725" y="4525175"/>
            <a:ext cx="5949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14</a:t>
            </a:r>
            <a:endParaRPr b="1" i="0" sz="2700" u="none" cap="none" strike="noStrike">
              <a:solidFill>
                <a:srgbClr val="000000"/>
              </a:solidFill>
              <a:latin typeface="Patrick Hand"/>
              <a:ea typeface="Patrick Hand"/>
              <a:cs typeface="Patrick Hand"/>
              <a:sym typeface="Patrick Hand"/>
            </a:endParaRPr>
          </a:p>
        </p:txBody>
      </p:sp>
      <p:sp>
        <p:nvSpPr>
          <p:cNvPr id="219" name="Google Shape;219;p3"/>
          <p:cNvSpPr txBox="1"/>
          <p:nvPr/>
        </p:nvSpPr>
        <p:spPr>
          <a:xfrm>
            <a:off x="2305825" y="5471200"/>
            <a:ext cx="5949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4</a:t>
            </a:r>
            <a:endParaRPr b="1" i="0" sz="2700" u="none" cap="none" strike="noStrike">
              <a:solidFill>
                <a:srgbClr val="000000"/>
              </a:solidFill>
              <a:latin typeface="Patrick Hand"/>
              <a:ea typeface="Patrick Hand"/>
              <a:cs typeface="Patrick Hand"/>
              <a:sym typeface="Patrick Hand"/>
            </a:endParaRPr>
          </a:p>
        </p:txBody>
      </p:sp>
      <p:sp>
        <p:nvSpPr>
          <p:cNvPr id="220" name="Google Shape;220;p3"/>
          <p:cNvSpPr txBox="1"/>
          <p:nvPr/>
        </p:nvSpPr>
        <p:spPr>
          <a:xfrm>
            <a:off x="7545025" y="5483375"/>
            <a:ext cx="5949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28</a:t>
            </a:r>
            <a:endParaRPr b="1" i="0" sz="2700" u="none" cap="none" strike="noStrike">
              <a:solidFill>
                <a:srgbClr val="000000"/>
              </a:solidFill>
              <a:latin typeface="Patrick Hand"/>
              <a:ea typeface="Patrick Hand"/>
              <a:cs typeface="Patrick Hand"/>
              <a:sym typeface="Patrick Hand"/>
            </a:endParaRPr>
          </a:p>
        </p:txBody>
      </p:sp>
      <p:cxnSp>
        <p:nvCxnSpPr>
          <p:cNvPr id="221" name="Google Shape;221;p3"/>
          <p:cNvCxnSpPr/>
          <p:nvPr/>
        </p:nvCxnSpPr>
        <p:spPr>
          <a:xfrm flipH="1" rot="10800000">
            <a:off x="4732800" y="5936563"/>
            <a:ext cx="2038500" cy="11700"/>
          </a:xfrm>
          <a:prstGeom prst="straightConnector1">
            <a:avLst/>
          </a:prstGeom>
          <a:noFill/>
          <a:ln cap="flat" cmpd="sng" w="38100">
            <a:solidFill>
              <a:srgbClr val="009287"/>
            </a:solidFill>
            <a:prstDash val="solid"/>
            <a:round/>
            <a:headEnd len="sm" w="sm" type="none"/>
            <a:tailEnd len="med" w="med" type="triangle"/>
          </a:ln>
        </p:spPr>
      </p:cxnSp>
      <p:sp>
        <p:nvSpPr>
          <p:cNvPr id="222" name="Google Shape;222;p3"/>
          <p:cNvSpPr/>
          <p:nvPr/>
        </p:nvSpPr>
        <p:spPr>
          <a:xfrm>
            <a:off x="0" y="2104475"/>
            <a:ext cx="2974200" cy="24207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3"/>
          <p:cNvSpPr txBox="1"/>
          <p:nvPr/>
        </p:nvSpPr>
        <p:spPr>
          <a:xfrm flipH="1">
            <a:off x="7137800" y="4556900"/>
            <a:ext cx="7524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21</a:t>
            </a:r>
            <a:endParaRPr b="1" i="0" sz="2700" u="none" cap="none" strike="noStrike">
              <a:solidFill>
                <a:srgbClr val="000000"/>
              </a:solidFill>
              <a:latin typeface="Patrick Hand"/>
              <a:ea typeface="Patrick Hand"/>
              <a:cs typeface="Patrick Hand"/>
              <a:sym typeface="Patrick Hand"/>
            </a:endParaRPr>
          </a:p>
        </p:txBody>
      </p:sp>
      <p:sp>
        <p:nvSpPr>
          <p:cNvPr id="224" name="Google Shape;224;p3"/>
          <p:cNvSpPr/>
          <p:nvPr/>
        </p:nvSpPr>
        <p:spPr>
          <a:xfrm>
            <a:off x="3043975" y="2069725"/>
            <a:ext cx="2974200" cy="24207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p3"/>
          <p:cNvSpPr/>
          <p:nvPr/>
        </p:nvSpPr>
        <p:spPr>
          <a:xfrm>
            <a:off x="6164150" y="2069000"/>
            <a:ext cx="2974200" cy="24207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3"/>
          <p:cNvSpPr/>
          <p:nvPr/>
        </p:nvSpPr>
        <p:spPr>
          <a:xfrm>
            <a:off x="9208125" y="2069738"/>
            <a:ext cx="2974200" cy="24207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p3"/>
          <p:cNvSpPr txBox="1"/>
          <p:nvPr/>
        </p:nvSpPr>
        <p:spPr>
          <a:xfrm flipH="1">
            <a:off x="10319025" y="4564550"/>
            <a:ext cx="7524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28</a:t>
            </a:r>
            <a:endParaRPr b="1" i="0" sz="2700" u="none" cap="none" strike="noStrike">
              <a:solidFill>
                <a:srgbClr val="000000"/>
              </a:solidFill>
              <a:latin typeface="Patrick Hand"/>
              <a:ea typeface="Patrick Hand"/>
              <a:cs typeface="Patrick Hand"/>
              <a:sym typeface="Patrick Hand"/>
            </a:endParaRPr>
          </a:p>
        </p:txBody>
      </p:sp>
      <p:pic>
        <p:nvPicPr>
          <p:cNvPr id="228" name="Google Shape;228;p3"/>
          <p:cNvPicPr preferRelativeResize="0"/>
          <p:nvPr/>
        </p:nvPicPr>
        <p:blipFill rotWithShape="1">
          <a:blip r:embed="rId4">
            <a:alphaModFix/>
          </a:blip>
          <a:srcRect b="0" l="0" r="0" t="0"/>
          <a:stretch/>
        </p:blipFill>
        <p:spPr>
          <a:xfrm>
            <a:off x="8414450" y="4956150"/>
            <a:ext cx="723900" cy="1219200"/>
          </a:xfrm>
          <a:prstGeom prst="rect">
            <a:avLst/>
          </a:prstGeom>
          <a:noFill/>
          <a:ln>
            <a:noFill/>
          </a:ln>
        </p:spPr>
      </p:pic>
      <p:pic>
        <p:nvPicPr>
          <p:cNvPr id="229" name="Google Shape;229;p3"/>
          <p:cNvPicPr preferRelativeResize="0"/>
          <p:nvPr/>
        </p:nvPicPr>
        <p:blipFill>
          <a:blip r:embed="rId5">
            <a:alphaModFix/>
          </a:blip>
          <a:stretch>
            <a:fillRect/>
          </a:stretch>
        </p:blipFill>
        <p:spPr>
          <a:xfrm>
            <a:off x="11081400" y="675162"/>
            <a:ext cx="975700" cy="1029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pic>
        <p:nvPicPr>
          <p:cNvPr id="234" name="Google Shape;234;g237be279222_0_7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35" name="Google Shape;235;g237be279222_0_77"/>
          <p:cNvSpPr txBox="1"/>
          <p:nvPr/>
        </p:nvSpPr>
        <p:spPr>
          <a:xfrm>
            <a:off x="-1" y="474351"/>
            <a:ext cx="6098400" cy="76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s-CL" sz="4400" u="none" cap="none" strike="noStrike">
                <a:solidFill>
                  <a:schemeClr val="dk1"/>
                </a:solidFill>
                <a:latin typeface="Patrick Hand"/>
                <a:ea typeface="Patrick Hand"/>
                <a:cs typeface="Patrick Hand"/>
                <a:sym typeface="Patrick Hand"/>
              </a:rPr>
              <a:t>Tabla del 7 </a:t>
            </a:r>
            <a:endParaRPr b="1" i="0" sz="4400" u="none" cap="none" strike="noStrike">
              <a:solidFill>
                <a:schemeClr val="dk1"/>
              </a:solidFill>
              <a:latin typeface="Patrick Hand"/>
              <a:ea typeface="Patrick Hand"/>
              <a:cs typeface="Patrick Hand"/>
              <a:sym typeface="Patrick Hand"/>
            </a:endParaRPr>
          </a:p>
        </p:txBody>
      </p:sp>
      <p:sp>
        <p:nvSpPr>
          <p:cNvPr id="236" name="Google Shape;236;g237be279222_0_77"/>
          <p:cNvSpPr txBox="1"/>
          <p:nvPr/>
        </p:nvSpPr>
        <p:spPr>
          <a:xfrm>
            <a:off x="1521900" y="5659700"/>
            <a:ext cx="106701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Hay ___ grupos de 7							Hay ___             en total.</a:t>
            </a:r>
            <a:endParaRPr b="1" i="0" sz="2800" u="none" cap="none" strike="noStrike">
              <a:solidFill>
                <a:schemeClr val="dk1"/>
              </a:solidFill>
              <a:latin typeface="Patrick Hand"/>
              <a:ea typeface="Patrick Hand"/>
              <a:cs typeface="Patrick Hand"/>
              <a:sym typeface="Patrick Hand"/>
            </a:endParaRPr>
          </a:p>
        </p:txBody>
      </p:sp>
      <p:sp>
        <p:nvSpPr>
          <p:cNvPr id="237" name="Google Shape;237;g237be279222_0_77"/>
          <p:cNvSpPr txBox="1"/>
          <p:nvPr/>
        </p:nvSpPr>
        <p:spPr>
          <a:xfrm>
            <a:off x="2345250" y="675100"/>
            <a:ext cx="110889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Ejercicio: Contemos de siete en siete para obtener el resultado.</a:t>
            </a:r>
            <a:endParaRPr b="1" i="0" sz="2800" u="none" cap="none" strike="noStrike">
              <a:solidFill>
                <a:schemeClr val="dk1"/>
              </a:solidFill>
              <a:latin typeface="Patrick Hand"/>
              <a:ea typeface="Patrick Hand"/>
              <a:cs typeface="Patrick Hand"/>
              <a:sym typeface="Patrick Hand"/>
            </a:endParaRPr>
          </a:p>
        </p:txBody>
      </p:sp>
      <p:sp>
        <p:nvSpPr>
          <p:cNvPr id="238" name="Google Shape;238;g237be279222_0_77"/>
          <p:cNvSpPr txBox="1"/>
          <p:nvPr/>
        </p:nvSpPr>
        <p:spPr>
          <a:xfrm>
            <a:off x="2203963" y="4622738"/>
            <a:ext cx="5949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7</a:t>
            </a:r>
            <a:endParaRPr b="1" i="0" sz="2700" u="none" cap="none" strike="noStrike">
              <a:solidFill>
                <a:srgbClr val="000000"/>
              </a:solidFill>
              <a:latin typeface="Patrick Hand"/>
              <a:ea typeface="Patrick Hand"/>
              <a:cs typeface="Patrick Hand"/>
              <a:sym typeface="Patrick Hand"/>
            </a:endParaRPr>
          </a:p>
        </p:txBody>
      </p:sp>
      <p:sp>
        <p:nvSpPr>
          <p:cNvPr id="239" name="Google Shape;239;g237be279222_0_77"/>
          <p:cNvSpPr txBox="1"/>
          <p:nvPr/>
        </p:nvSpPr>
        <p:spPr>
          <a:xfrm>
            <a:off x="6152013" y="4622738"/>
            <a:ext cx="5949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14</a:t>
            </a:r>
            <a:endParaRPr b="1" i="0" sz="2700" u="none" cap="none" strike="noStrike">
              <a:solidFill>
                <a:srgbClr val="000000"/>
              </a:solidFill>
              <a:latin typeface="Patrick Hand"/>
              <a:ea typeface="Patrick Hand"/>
              <a:cs typeface="Patrick Hand"/>
              <a:sym typeface="Patrick Hand"/>
            </a:endParaRPr>
          </a:p>
        </p:txBody>
      </p:sp>
      <p:sp>
        <p:nvSpPr>
          <p:cNvPr id="240" name="Google Shape;240;g237be279222_0_77"/>
          <p:cNvSpPr txBox="1"/>
          <p:nvPr/>
        </p:nvSpPr>
        <p:spPr>
          <a:xfrm>
            <a:off x="10100038" y="4622750"/>
            <a:ext cx="5949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21</a:t>
            </a:r>
            <a:endParaRPr b="1" i="0" sz="2700" u="none" cap="none" strike="noStrike">
              <a:solidFill>
                <a:srgbClr val="000000"/>
              </a:solidFill>
              <a:latin typeface="Patrick Hand"/>
              <a:ea typeface="Patrick Hand"/>
              <a:cs typeface="Patrick Hand"/>
              <a:sym typeface="Patrick Hand"/>
            </a:endParaRPr>
          </a:p>
        </p:txBody>
      </p:sp>
      <p:sp>
        <p:nvSpPr>
          <p:cNvPr id="241" name="Google Shape;241;g237be279222_0_77"/>
          <p:cNvSpPr txBox="1"/>
          <p:nvPr/>
        </p:nvSpPr>
        <p:spPr>
          <a:xfrm>
            <a:off x="2203975" y="5504375"/>
            <a:ext cx="5949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3</a:t>
            </a:r>
            <a:endParaRPr b="1" i="0" sz="2700" u="none" cap="none" strike="noStrike">
              <a:solidFill>
                <a:srgbClr val="000000"/>
              </a:solidFill>
              <a:latin typeface="Patrick Hand"/>
              <a:ea typeface="Patrick Hand"/>
              <a:cs typeface="Patrick Hand"/>
              <a:sym typeface="Patrick Hand"/>
            </a:endParaRPr>
          </a:p>
        </p:txBody>
      </p:sp>
      <p:sp>
        <p:nvSpPr>
          <p:cNvPr id="242" name="Google Shape;242;g237be279222_0_77"/>
          <p:cNvSpPr/>
          <p:nvPr/>
        </p:nvSpPr>
        <p:spPr>
          <a:xfrm>
            <a:off x="853675" y="1714500"/>
            <a:ext cx="3076200" cy="28044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 name="Google Shape;243;g237be279222_0_77"/>
          <p:cNvSpPr txBox="1"/>
          <p:nvPr/>
        </p:nvSpPr>
        <p:spPr>
          <a:xfrm>
            <a:off x="7711375" y="5583500"/>
            <a:ext cx="5949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21</a:t>
            </a:r>
            <a:endParaRPr b="1" i="0" sz="2700" u="none" cap="none" strike="noStrike">
              <a:solidFill>
                <a:srgbClr val="000000"/>
              </a:solidFill>
              <a:latin typeface="Patrick Hand"/>
              <a:ea typeface="Patrick Hand"/>
              <a:cs typeface="Patrick Hand"/>
              <a:sym typeface="Patrick Hand"/>
            </a:endParaRPr>
          </a:p>
        </p:txBody>
      </p:sp>
      <p:cxnSp>
        <p:nvCxnSpPr>
          <p:cNvPr id="244" name="Google Shape;244;g237be279222_0_77"/>
          <p:cNvCxnSpPr/>
          <p:nvPr/>
        </p:nvCxnSpPr>
        <p:spPr>
          <a:xfrm flipH="1" rot="10800000">
            <a:off x="4880675" y="5961638"/>
            <a:ext cx="2038500" cy="11700"/>
          </a:xfrm>
          <a:prstGeom prst="straightConnector1">
            <a:avLst/>
          </a:prstGeom>
          <a:noFill/>
          <a:ln cap="flat" cmpd="sng" w="38100">
            <a:solidFill>
              <a:srgbClr val="009287"/>
            </a:solidFill>
            <a:prstDash val="solid"/>
            <a:round/>
            <a:headEnd len="sm" w="sm" type="none"/>
            <a:tailEnd len="med" w="med" type="triangle"/>
          </a:ln>
        </p:spPr>
      </p:cxnSp>
      <p:sp>
        <p:nvSpPr>
          <p:cNvPr id="245" name="Google Shape;245;g237be279222_0_77"/>
          <p:cNvSpPr/>
          <p:nvPr/>
        </p:nvSpPr>
        <p:spPr>
          <a:xfrm>
            <a:off x="4732500" y="1622288"/>
            <a:ext cx="3076200" cy="28044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g237be279222_0_77"/>
          <p:cNvSpPr/>
          <p:nvPr/>
        </p:nvSpPr>
        <p:spPr>
          <a:xfrm>
            <a:off x="8506350" y="1622300"/>
            <a:ext cx="3076200" cy="28044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47" name="Google Shape;247;g237be279222_0_77"/>
          <p:cNvPicPr preferRelativeResize="0"/>
          <p:nvPr/>
        </p:nvPicPr>
        <p:blipFill rotWithShape="1">
          <a:blip r:embed="rId4">
            <a:alphaModFix/>
          </a:blip>
          <a:srcRect b="0" l="0" r="0" t="0"/>
          <a:stretch/>
        </p:blipFill>
        <p:spPr>
          <a:xfrm>
            <a:off x="8306275" y="4622750"/>
            <a:ext cx="842175" cy="1684350"/>
          </a:xfrm>
          <a:prstGeom prst="rect">
            <a:avLst/>
          </a:prstGeom>
          <a:noFill/>
          <a:ln>
            <a:noFill/>
          </a:ln>
        </p:spPr>
      </p:pic>
      <p:pic>
        <p:nvPicPr>
          <p:cNvPr id="248" name="Google Shape;248;g237be279222_0_77"/>
          <p:cNvPicPr preferRelativeResize="0"/>
          <p:nvPr/>
        </p:nvPicPr>
        <p:blipFill>
          <a:blip r:embed="rId5">
            <a:alphaModFix/>
          </a:blip>
          <a:stretch>
            <a:fillRect/>
          </a:stretch>
        </p:blipFill>
        <p:spPr>
          <a:xfrm>
            <a:off x="11045850" y="5238362"/>
            <a:ext cx="975700" cy="1029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pic>
        <p:nvPicPr>
          <p:cNvPr id="253" name="Google Shape;253;g237be279222_0_6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54" name="Google Shape;254;g237be279222_0_60"/>
          <p:cNvSpPr txBox="1"/>
          <p:nvPr/>
        </p:nvSpPr>
        <p:spPr>
          <a:xfrm>
            <a:off x="-1" y="609251"/>
            <a:ext cx="6098400" cy="661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s-CL" sz="3700" u="none" cap="none" strike="noStrike">
                <a:solidFill>
                  <a:schemeClr val="dk1"/>
                </a:solidFill>
                <a:latin typeface="Patrick Hand"/>
                <a:ea typeface="Patrick Hand"/>
                <a:cs typeface="Patrick Hand"/>
                <a:sym typeface="Patrick Hand"/>
              </a:rPr>
              <a:t>Tabla del 7</a:t>
            </a:r>
            <a:endParaRPr b="1" i="0" sz="3700" u="none" cap="none" strike="noStrike">
              <a:solidFill>
                <a:schemeClr val="dk1"/>
              </a:solidFill>
              <a:latin typeface="Patrick Hand"/>
              <a:ea typeface="Patrick Hand"/>
              <a:cs typeface="Patrick Hand"/>
              <a:sym typeface="Patrick Hand"/>
            </a:endParaRPr>
          </a:p>
        </p:txBody>
      </p:sp>
      <p:sp>
        <p:nvSpPr>
          <p:cNvPr id="255" name="Google Shape;255;g237be279222_0_60"/>
          <p:cNvSpPr txBox="1"/>
          <p:nvPr/>
        </p:nvSpPr>
        <p:spPr>
          <a:xfrm>
            <a:off x="7151350" y="1677725"/>
            <a:ext cx="4018500" cy="723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0" i="0" lang="es-CL" sz="4100" u="none" cap="none" strike="noStrike">
                <a:solidFill>
                  <a:schemeClr val="dk1"/>
                </a:solidFill>
                <a:latin typeface="Patrick Hand"/>
                <a:ea typeface="Patrick Hand"/>
                <a:cs typeface="Patrick Hand"/>
                <a:sym typeface="Patrick Hand"/>
              </a:rPr>
              <a:t>1      x       7    =	 7</a:t>
            </a:r>
            <a:endParaRPr b="0" i="0" sz="4100" u="none" cap="none" strike="noStrike">
              <a:solidFill>
                <a:schemeClr val="dk1"/>
              </a:solidFill>
              <a:latin typeface="Patrick Hand"/>
              <a:ea typeface="Patrick Hand"/>
              <a:cs typeface="Patrick Hand"/>
              <a:sym typeface="Patrick Hand"/>
            </a:endParaRPr>
          </a:p>
        </p:txBody>
      </p:sp>
      <p:sp>
        <p:nvSpPr>
          <p:cNvPr id="256" name="Google Shape;256;g237be279222_0_60"/>
          <p:cNvSpPr txBox="1"/>
          <p:nvPr/>
        </p:nvSpPr>
        <p:spPr>
          <a:xfrm>
            <a:off x="7279050" y="5301988"/>
            <a:ext cx="4018500" cy="723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0" i="0" lang="es-CL" sz="4100" u="none" cap="none" strike="noStrike">
                <a:solidFill>
                  <a:schemeClr val="dk1"/>
                </a:solidFill>
                <a:latin typeface="Patrick Hand"/>
                <a:ea typeface="Patrick Hand"/>
                <a:cs typeface="Patrick Hand"/>
                <a:sym typeface="Patrick Hand"/>
              </a:rPr>
              <a:t>2      x      7  =   14</a:t>
            </a:r>
            <a:endParaRPr b="0" i="0" sz="4100" u="none" cap="none" strike="noStrike">
              <a:solidFill>
                <a:schemeClr val="dk1"/>
              </a:solidFill>
              <a:latin typeface="Patrick Hand"/>
              <a:ea typeface="Patrick Hand"/>
              <a:cs typeface="Patrick Hand"/>
              <a:sym typeface="Patrick Hand"/>
            </a:endParaRPr>
          </a:p>
        </p:txBody>
      </p:sp>
      <p:sp>
        <p:nvSpPr>
          <p:cNvPr id="257" name="Google Shape;257;g237be279222_0_60"/>
          <p:cNvSpPr txBox="1"/>
          <p:nvPr/>
        </p:nvSpPr>
        <p:spPr>
          <a:xfrm>
            <a:off x="7126650" y="2401025"/>
            <a:ext cx="3429000" cy="37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s-CL" sz="1600" u="none" cap="none" strike="noStrike">
                <a:solidFill>
                  <a:srgbClr val="000000"/>
                </a:solidFill>
                <a:latin typeface="Patrick Hand"/>
                <a:ea typeface="Patrick Hand"/>
                <a:cs typeface="Patrick Hand"/>
                <a:sym typeface="Patrick Hand"/>
              </a:rPr>
              <a:t>     grupo		        	elementos</a:t>
            </a:r>
            <a:endParaRPr b="0" i="0" sz="1600" u="none" cap="none" strike="noStrike">
              <a:solidFill>
                <a:srgbClr val="000000"/>
              </a:solidFill>
              <a:latin typeface="Patrick Hand"/>
              <a:ea typeface="Patrick Hand"/>
              <a:cs typeface="Patrick Hand"/>
              <a:sym typeface="Patrick Hand"/>
            </a:endParaRPr>
          </a:p>
        </p:txBody>
      </p:sp>
      <p:sp>
        <p:nvSpPr>
          <p:cNvPr id="258" name="Google Shape;258;g237be279222_0_60"/>
          <p:cNvSpPr/>
          <p:nvPr/>
        </p:nvSpPr>
        <p:spPr>
          <a:xfrm>
            <a:off x="314900" y="1735250"/>
            <a:ext cx="5150100" cy="12351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 name="Google Shape;259;g237be279222_0_60"/>
          <p:cNvSpPr/>
          <p:nvPr/>
        </p:nvSpPr>
        <p:spPr>
          <a:xfrm>
            <a:off x="220725" y="3692725"/>
            <a:ext cx="5150100" cy="13950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 name="Google Shape;260;g237be279222_0_60"/>
          <p:cNvSpPr/>
          <p:nvPr/>
        </p:nvSpPr>
        <p:spPr>
          <a:xfrm>
            <a:off x="5895750" y="3692725"/>
            <a:ext cx="5401800" cy="13950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 name="Google Shape;261;g237be279222_0_60"/>
          <p:cNvSpPr txBox="1"/>
          <p:nvPr/>
        </p:nvSpPr>
        <p:spPr>
          <a:xfrm>
            <a:off x="7126650" y="5908175"/>
            <a:ext cx="3429000" cy="37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s-CL" sz="1600" u="none" cap="none" strike="noStrike">
                <a:solidFill>
                  <a:srgbClr val="000000"/>
                </a:solidFill>
                <a:latin typeface="Patrick Hand"/>
                <a:ea typeface="Patrick Hand"/>
                <a:cs typeface="Patrick Hand"/>
                <a:sym typeface="Patrick Hand"/>
              </a:rPr>
              <a:t>     grupos		        	elementos</a:t>
            </a:r>
            <a:endParaRPr b="0" i="0" sz="1600" u="none" cap="none" strike="noStrike">
              <a:solidFill>
                <a:srgbClr val="000000"/>
              </a:solidFill>
              <a:latin typeface="Patrick Hand"/>
              <a:ea typeface="Patrick Hand"/>
              <a:cs typeface="Patrick Hand"/>
              <a:sym typeface="Patrick Hand"/>
            </a:endParaRPr>
          </a:p>
        </p:txBody>
      </p:sp>
      <p:pic>
        <p:nvPicPr>
          <p:cNvPr id="262" name="Google Shape;262;g237be279222_0_60"/>
          <p:cNvPicPr preferRelativeResize="0"/>
          <p:nvPr/>
        </p:nvPicPr>
        <p:blipFill>
          <a:blip r:embed="rId4">
            <a:alphaModFix/>
          </a:blip>
          <a:stretch>
            <a:fillRect/>
          </a:stretch>
        </p:blipFill>
        <p:spPr>
          <a:xfrm>
            <a:off x="11081400" y="675162"/>
            <a:ext cx="975700" cy="1029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pic>
        <p:nvPicPr>
          <p:cNvPr id="267" name="Google Shape;267;g237be279222_0_98"/>
          <p:cNvPicPr preferRelativeResize="0"/>
          <p:nvPr/>
        </p:nvPicPr>
        <p:blipFill rotWithShape="1">
          <a:blip r:embed="rId3">
            <a:alphaModFix/>
          </a:blip>
          <a:srcRect b="0" l="0" r="0" t="0"/>
          <a:stretch/>
        </p:blipFill>
        <p:spPr>
          <a:xfrm>
            <a:off x="0" y="0"/>
            <a:ext cx="12192000" cy="6857973"/>
          </a:xfrm>
          <a:prstGeom prst="rect">
            <a:avLst/>
          </a:prstGeom>
          <a:noFill/>
          <a:ln>
            <a:noFill/>
          </a:ln>
        </p:spPr>
      </p:pic>
      <p:sp>
        <p:nvSpPr>
          <p:cNvPr id="268" name="Google Shape;268;g237be279222_0_98"/>
          <p:cNvSpPr txBox="1"/>
          <p:nvPr/>
        </p:nvSpPr>
        <p:spPr>
          <a:xfrm>
            <a:off x="3423400" y="2818001"/>
            <a:ext cx="4062600" cy="630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500"/>
              <a:buFont typeface="Arial"/>
              <a:buNone/>
            </a:pPr>
            <a:r>
              <a:rPr b="0" i="0" lang="es-CL" sz="3500" u="none" cap="none" strike="noStrike">
                <a:solidFill>
                  <a:schemeClr val="dk1"/>
                </a:solidFill>
                <a:latin typeface="Patrick Hand"/>
                <a:ea typeface="Patrick Hand"/>
                <a:cs typeface="Patrick Hand"/>
                <a:sym typeface="Patrick Hand"/>
              </a:rPr>
              <a:t>__     x     __   =__</a:t>
            </a:r>
            <a:endParaRPr b="0" i="0" sz="3500" u="none" cap="none" strike="noStrike">
              <a:solidFill>
                <a:schemeClr val="dk1"/>
              </a:solidFill>
              <a:latin typeface="Patrick Hand"/>
              <a:ea typeface="Patrick Hand"/>
              <a:cs typeface="Patrick Hand"/>
              <a:sym typeface="Patrick Hand"/>
            </a:endParaRPr>
          </a:p>
        </p:txBody>
      </p:sp>
      <p:sp>
        <p:nvSpPr>
          <p:cNvPr id="269" name="Google Shape;269;g237be279222_0_98"/>
          <p:cNvSpPr txBox="1"/>
          <p:nvPr/>
        </p:nvSpPr>
        <p:spPr>
          <a:xfrm>
            <a:off x="3575200" y="2680639"/>
            <a:ext cx="3638700" cy="600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400"/>
              <a:buFont typeface="Arial"/>
              <a:buNone/>
            </a:pPr>
            <a:r>
              <a:rPr b="0" i="0" lang="es-CL" sz="3300" u="none" cap="none" strike="noStrike">
                <a:solidFill>
                  <a:schemeClr val="dk1"/>
                </a:solidFill>
                <a:latin typeface="Patrick Hand"/>
                <a:ea typeface="Patrick Hand"/>
                <a:cs typeface="Patrick Hand"/>
                <a:sym typeface="Patrick Hand"/>
              </a:rPr>
              <a:t>3               7          21</a:t>
            </a:r>
            <a:endParaRPr b="0" i="0" sz="3300" u="none" cap="none" strike="noStrike">
              <a:solidFill>
                <a:schemeClr val="dk1"/>
              </a:solidFill>
              <a:latin typeface="Patrick Hand"/>
              <a:ea typeface="Patrick Hand"/>
              <a:cs typeface="Patrick Hand"/>
              <a:sym typeface="Patrick Hand"/>
            </a:endParaRPr>
          </a:p>
        </p:txBody>
      </p:sp>
      <p:sp>
        <p:nvSpPr>
          <p:cNvPr id="270" name="Google Shape;270;g237be279222_0_98"/>
          <p:cNvSpPr txBox="1"/>
          <p:nvPr/>
        </p:nvSpPr>
        <p:spPr>
          <a:xfrm>
            <a:off x="3487075" y="5227125"/>
            <a:ext cx="4399200" cy="630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500"/>
              <a:buFont typeface="Arial"/>
              <a:buNone/>
            </a:pPr>
            <a:r>
              <a:rPr b="0" i="0" lang="es-CL" sz="3500" u="none" cap="none" strike="noStrike">
                <a:solidFill>
                  <a:schemeClr val="dk1"/>
                </a:solidFill>
                <a:latin typeface="Patrick Hand"/>
                <a:ea typeface="Patrick Hand"/>
                <a:cs typeface="Patrick Hand"/>
                <a:sym typeface="Patrick Hand"/>
              </a:rPr>
              <a:t>__     x     __   =__</a:t>
            </a:r>
            <a:endParaRPr b="0" i="0" sz="3500" u="none" cap="none" strike="noStrike">
              <a:solidFill>
                <a:schemeClr val="dk1"/>
              </a:solidFill>
              <a:latin typeface="Patrick Hand"/>
              <a:ea typeface="Patrick Hand"/>
              <a:cs typeface="Patrick Hand"/>
              <a:sym typeface="Patrick Hand"/>
            </a:endParaRPr>
          </a:p>
        </p:txBody>
      </p:sp>
      <p:sp>
        <p:nvSpPr>
          <p:cNvPr id="271" name="Google Shape;271;g237be279222_0_98"/>
          <p:cNvSpPr txBox="1"/>
          <p:nvPr/>
        </p:nvSpPr>
        <p:spPr>
          <a:xfrm>
            <a:off x="3396450" y="3319301"/>
            <a:ext cx="3429000" cy="37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s-CL" sz="1600" u="none" cap="none" strike="noStrike">
                <a:solidFill>
                  <a:srgbClr val="000000"/>
                </a:solidFill>
                <a:latin typeface="Patrick Hand"/>
                <a:ea typeface="Patrick Hand"/>
                <a:cs typeface="Patrick Hand"/>
                <a:sym typeface="Patrick Hand"/>
              </a:rPr>
              <a:t>grupos		    elementos</a:t>
            </a:r>
            <a:endParaRPr b="0" i="0" sz="1600" u="none" cap="none" strike="noStrike">
              <a:solidFill>
                <a:srgbClr val="000000"/>
              </a:solidFill>
              <a:latin typeface="Patrick Hand"/>
              <a:ea typeface="Patrick Hand"/>
              <a:cs typeface="Patrick Hand"/>
              <a:sym typeface="Patrick Hand"/>
            </a:endParaRPr>
          </a:p>
        </p:txBody>
      </p:sp>
      <p:sp>
        <p:nvSpPr>
          <p:cNvPr id="272" name="Google Shape;272;g237be279222_0_98"/>
          <p:cNvSpPr txBox="1"/>
          <p:nvPr/>
        </p:nvSpPr>
        <p:spPr>
          <a:xfrm>
            <a:off x="3421925" y="5714875"/>
            <a:ext cx="3429000" cy="37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s-CL" sz="1600" u="none" cap="none" strike="noStrike">
                <a:solidFill>
                  <a:srgbClr val="000000"/>
                </a:solidFill>
                <a:latin typeface="Patrick Hand"/>
                <a:ea typeface="Patrick Hand"/>
                <a:cs typeface="Patrick Hand"/>
                <a:sym typeface="Patrick Hand"/>
              </a:rPr>
              <a:t>grupos			elementos</a:t>
            </a:r>
            <a:endParaRPr b="0" i="0" sz="1600" u="none" cap="none" strike="noStrike">
              <a:solidFill>
                <a:srgbClr val="000000"/>
              </a:solidFill>
              <a:latin typeface="Patrick Hand"/>
              <a:ea typeface="Patrick Hand"/>
              <a:cs typeface="Patrick Hand"/>
              <a:sym typeface="Patrick Hand"/>
            </a:endParaRPr>
          </a:p>
        </p:txBody>
      </p:sp>
      <p:sp>
        <p:nvSpPr>
          <p:cNvPr id="273" name="Google Shape;273;g237be279222_0_98"/>
          <p:cNvSpPr txBox="1"/>
          <p:nvPr/>
        </p:nvSpPr>
        <p:spPr>
          <a:xfrm>
            <a:off x="120775" y="433750"/>
            <a:ext cx="112842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1" i="0" lang="es-CL" sz="2600" u="none" cap="none" strike="noStrike">
                <a:solidFill>
                  <a:srgbClr val="000000"/>
                </a:solidFill>
                <a:latin typeface="Patrick Hand"/>
                <a:ea typeface="Patrick Hand"/>
                <a:cs typeface="Patrick Hand"/>
                <a:sym typeface="Patrick Hand"/>
              </a:rPr>
              <a:t>¡Ahora te toca a ti! ¿Cuántos grupos son? ¿Cuántos patos hay por grupo? </a:t>
            </a:r>
            <a:endParaRPr b="1" i="0" sz="2600" u="none" cap="none" strike="noStrike">
              <a:solidFill>
                <a:srgbClr val="000000"/>
              </a:solidFill>
              <a:latin typeface="Patrick Hand"/>
              <a:ea typeface="Patrick Hand"/>
              <a:cs typeface="Patrick Hand"/>
              <a:sym typeface="Patrick Hand"/>
            </a:endParaRPr>
          </a:p>
        </p:txBody>
      </p:sp>
      <p:sp>
        <p:nvSpPr>
          <p:cNvPr id="274" name="Google Shape;274;g237be279222_0_98"/>
          <p:cNvSpPr txBox="1"/>
          <p:nvPr/>
        </p:nvSpPr>
        <p:spPr>
          <a:xfrm>
            <a:off x="3631625" y="5213063"/>
            <a:ext cx="36192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s-CL" sz="3200" u="none" cap="none" strike="noStrike">
                <a:solidFill>
                  <a:schemeClr val="dk1"/>
                </a:solidFill>
                <a:latin typeface="Patrick Hand"/>
                <a:ea typeface="Patrick Hand"/>
                <a:cs typeface="Patrick Hand"/>
                <a:sym typeface="Patrick Hand"/>
              </a:rPr>
              <a:t>4                 7         28</a:t>
            </a:r>
            <a:endParaRPr b="0" i="0" sz="3200" u="none" cap="none" strike="noStrike">
              <a:solidFill>
                <a:schemeClr val="dk1"/>
              </a:solidFill>
              <a:latin typeface="Patrick Hand"/>
              <a:ea typeface="Patrick Hand"/>
              <a:cs typeface="Patrick Hand"/>
              <a:sym typeface="Patrick Hand"/>
            </a:endParaRPr>
          </a:p>
        </p:txBody>
      </p:sp>
      <p:sp>
        <p:nvSpPr>
          <p:cNvPr id="275" name="Google Shape;275;g237be279222_0_98"/>
          <p:cNvSpPr/>
          <p:nvPr/>
        </p:nvSpPr>
        <p:spPr>
          <a:xfrm>
            <a:off x="266950" y="1451925"/>
            <a:ext cx="3638700" cy="9546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g237be279222_0_98"/>
          <p:cNvSpPr/>
          <p:nvPr/>
        </p:nvSpPr>
        <p:spPr>
          <a:xfrm>
            <a:off x="266975" y="3769725"/>
            <a:ext cx="2777400" cy="9546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g237be279222_0_98"/>
          <p:cNvSpPr/>
          <p:nvPr/>
        </p:nvSpPr>
        <p:spPr>
          <a:xfrm>
            <a:off x="4217225" y="1451925"/>
            <a:ext cx="3638700" cy="9546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 name="Google Shape;278;g237be279222_0_98"/>
          <p:cNvSpPr/>
          <p:nvPr/>
        </p:nvSpPr>
        <p:spPr>
          <a:xfrm>
            <a:off x="8305975" y="1451925"/>
            <a:ext cx="3638700" cy="9546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 name="Google Shape;279;g237be279222_0_98"/>
          <p:cNvSpPr/>
          <p:nvPr/>
        </p:nvSpPr>
        <p:spPr>
          <a:xfrm>
            <a:off x="3192288" y="3769713"/>
            <a:ext cx="2777400" cy="9546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g237be279222_0_98"/>
          <p:cNvSpPr/>
          <p:nvPr/>
        </p:nvSpPr>
        <p:spPr>
          <a:xfrm>
            <a:off x="6179788" y="3769713"/>
            <a:ext cx="2777400" cy="9546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 name="Google Shape;281;g237be279222_0_98"/>
          <p:cNvSpPr/>
          <p:nvPr/>
        </p:nvSpPr>
        <p:spPr>
          <a:xfrm>
            <a:off x="9167300" y="3769725"/>
            <a:ext cx="2777400" cy="9546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82" name="Google Shape;282;g237be279222_0_98"/>
          <p:cNvPicPr preferRelativeResize="0"/>
          <p:nvPr/>
        </p:nvPicPr>
        <p:blipFill>
          <a:blip r:embed="rId4">
            <a:alphaModFix/>
          </a:blip>
          <a:stretch>
            <a:fillRect/>
          </a:stretch>
        </p:blipFill>
        <p:spPr>
          <a:xfrm>
            <a:off x="11045850" y="5238362"/>
            <a:ext cx="975700" cy="1029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pic>
        <p:nvPicPr>
          <p:cNvPr id="287" name="Google Shape;287;g25bf903a7d5_1_16"/>
          <p:cNvPicPr preferRelativeResize="0"/>
          <p:nvPr/>
        </p:nvPicPr>
        <p:blipFill rotWithShape="1">
          <a:blip r:embed="rId3">
            <a:alphaModFix/>
          </a:blip>
          <a:srcRect b="0" l="0" r="0" t="0"/>
          <a:stretch/>
        </p:blipFill>
        <p:spPr>
          <a:xfrm>
            <a:off x="0" y="0"/>
            <a:ext cx="12192024" cy="6858000"/>
          </a:xfrm>
          <a:prstGeom prst="rect">
            <a:avLst/>
          </a:prstGeom>
          <a:noFill/>
          <a:ln>
            <a:noFill/>
          </a:ln>
        </p:spPr>
      </p:pic>
      <p:sp>
        <p:nvSpPr>
          <p:cNvPr id="288" name="Google Shape;288;g25bf903a7d5_1_16"/>
          <p:cNvSpPr txBox="1"/>
          <p:nvPr/>
        </p:nvSpPr>
        <p:spPr>
          <a:xfrm>
            <a:off x="-1" y="482801"/>
            <a:ext cx="6098400" cy="692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s-CL" sz="3900" u="none" cap="none" strike="noStrike">
                <a:solidFill>
                  <a:schemeClr val="dk1"/>
                </a:solidFill>
                <a:latin typeface="Patrick Hand"/>
                <a:ea typeface="Patrick Hand"/>
                <a:cs typeface="Patrick Hand"/>
                <a:sym typeface="Patrick Hand"/>
              </a:rPr>
              <a:t>Tabla del 7</a:t>
            </a:r>
            <a:endParaRPr b="1" i="0" sz="3900" u="none" cap="none" strike="noStrike">
              <a:solidFill>
                <a:schemeClr val="dk1"/>
              </a:solidFill>
              <a:latin typeface="Patrick Hand"/>
              <a:ea typeface="Patrick Hand"/>
              <a:cs typeface="Patrick Hand"/>
              <a:sym typeface="Patrick Hand"/>
            </a:endParaRPr>
          </a:p>
        </p:txBody>
      </p:sp>
      <p:sp>
        <p:nvSpPr>
          <p:cNvPr id="289" name="Google Shape;289;g25bf903a7d5_1_16"/>
          <p:cNvSpPr txBox="1"/>
          <p:nvPr/>
        </p:nvSpPr>
        <p:spPr>
          <a:xfrm>
            <a:off x="0" y="1095138"/>
            <a:ext cx="8016900" cy="2647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600"/>
              <a:buFont typeface="Arial"/>
              <a:buNone/>
            </a:pPr>
            <a:r>
              <a:rPr b="0" i="0" lang="es-CL" sz="2600" u="none" cap="none" strike="noStrike">
                <a:solidFill>
                  <a:schemeClr val="dk1"/>
                </a:solidFill>
                <a:latin typeface="Patrick Hand"/>
                <a:ea typeface="Patrick Hand"/>
                <a:cs typeface="Patrick Hand"/>
                <a:sym typeface="Patrick Hand"/>
              </a:rPr>
              <a:t>Resolvamos estos ejercicios:</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chemeClr val="dk1"/>
              </a:buClr>
              <a:buSzPts val="2600"/>
              <a:buFont typeface="Arial"/>
              <a:buNone/>
            </a:pPr>
            <a:r>
              <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chemeClr val="dk1"/>
              </a:buClr>
              <a:buSzPts val="2600"/>
              <a:buFont typeface="Arial"/>
              <a:buNone/>
            </a:pPr>
            <a:r>
              <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chemeClr val="dk1"/>
              </a:solidFill>
              <a:latin typeface="Patrick Hand"/>
              <a:ea typeface="Patrick Hand"/>
              <a:cs typeface="Patrick Hand"/>
              <a:sym typeface="Patrick Hand"/>
            </a:endParaRPr>
          </a:p>
          <a:p>
            <a:pPr indent="-406400" lvl="0" marL="457200" marR="0" rtl="0" algn="l">
              <a:lnSpc>
                <a:spcPct val="100000"/>
              </a:lnSpc>
              <a:spcBef>
                <a:spcPts val="0"/>
              </a:spcBef>
              <a:spcAft>
                <a:spcPts val="0"/>
              </a:spcAft>
              <a:buClr>
                <a:schemeClr val="dk1"/>
              </a:buClr>
              <a:buSzPts val="2800"/>
              <a:buFont typeface="Patrick Hand"/>
              <a:buChar char="-"/>
            </a:pPr>
            <a:r>
              <a:rPr b="0" i="0" lang="es-CL" sz="2800" u="none" cap="none" strike="noStrike">
                <a:solidFill>
                  <a:schemeClr val="dk1"/>
                </a:solidFill>
                <a:latin typeface="Patrick Hand"/>
                <a:ea typeface="Patrick Hand"/>
                <a:cs typeface="Patrick Hand"/>
                <a:sym typeface="Patrick Hand"/>
              </a:rPr>
              <a:t>5 x 7 =                                                            </a:t>
            </a:r>
            <a:endParaRPr b="0" i="0" sz="2800" u="none" cap="none" strike="noStrike">
              <a:solidFill>
                <a:schemeClr val="dk1"/>
              </a:solidFill>
              <a:latin typeface="Patrick Hand"/>
              <a:ea typeface="Patrick Hand"/>
              <a:cs typeface="Patrick Hand"/>
              <a:sym typeface="Patrick Hand"/>
            </a:endParaRPr>
          </a:p>
        </p:txBody>
      </p:sp>
      <p:sp>
        <p:nvSpPr>
          <p:cNvPr id="290" name="Google Shape;290;g25bf903a7d5_1_16"/>
          <p:cNvSpPr txBox="1"/>
          <p:nvPr/>
        </p:nvSpPr>
        <p:spPr>
          <a:xfrm>
            <a:off x="5638100" y="1334550"/>
            <a:ext cx="2834100" cy="985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600"/>
              <a:buFont typeface="Arial"/>
              <a:buNone/>
            </a:pPr>
            <a:r>
              <a:rPr b="0" i="0" lang="es-CL" sz="2600" u="none" cap="none" strike="noStrike">
                <a:solidFill>
                  <a:schemeClr val="dk1"/>
                </a:solidFill>
                <a:latin typeface="Patrick Hand"/>
                <a:ea typeface="Patrick Hand"/>
                <a:cs typeface="Patrick Hand"/>
                <a:sym typeface="Patrick Hand"/>
              </a:rPr>
              <a:t>¿Qué multiplicación debería ir aquí?</a:t>
            </a:r>
            <a:endParaRPr b="0" i="0" sz="1400" u="none" cap="none" strike="noStrike">
              <a:solidFill>
                <a:srgbClr val="000000"/>
              </a:solidFill>
              <a:latin typeface="Arial"/>
              <a:ea typeface="Arial"/>
              <a:cs typeface="Arial"/>
              <a:sym typeface="Arial"/>
            </a:endParaRPr>
          </a:p>
        </p:txBody>
      </p:sp>
      <p:sp>
        <p:nvSpPr>
          <p:cNvPr id="291" name="Google Shape;291;g25bf903a7d5_1_16"/>
          <p:cNvSpPr/>
          <p:nvPr/>
        </p:nvSpPr>
        <p:spPr>
          <a:xfrm>
            <a:off x="5638100" y="1214850"/>
            <a:ext cx="2834100" cy="1224600"/>
          </a:xfrm>
          <a:prstGeom prst="wedgeRoundRectCallout">
            <a:avLst>
              <a:gd fmla="val -20833" name="adj1"/>
              <a:gd fmla="val 62500" name="adj2"/>
              <a:gd fmla="val 0" name="adj3"/>
            </a:avLst>
          </a:prstGeom>
          <a:noFill/>
          <a:ln cap="flat" cmpd="sng" w="2857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g25bf903a7d5_1_16"/>
          <p:cNvSpPr txBox="1"/>
          <p:nvPr/>
        </p:nvSpPr>
        <p:spPr>
          <a:xfrm>
            <a:off x="1556125" y="3121200"/>
            <a:ext cx="564000" cy="6156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35</a:t>
            </a:r>
            <a:endParaRPr b="0" i="0" sz="1400" u="none" cap="none" strike="noStrike">
              <a:solidFill>
                <a:srgbClr val="000000"/>
              </a:solidFill>
              <a:latin typeface="Arial"/>
              <a:ea typeface="Arial"/>
              <a:cs typeface="Arial"/>
              <a:sym typeface="Arial"/>
            </a:endParaRPr>
          </a:p>
        </p:txBody>
      </p:sp>
      <p:sp>
        <p:nvSpPr>
          <p:cNvPr id="293" name="Google Shape;293;g25bf903a7d5_1_16"/>
          <p:cNvSpPr txBox="1"/>
          <p:nvPr/>
        </p:nvSpPr>
        <p:spPr>
          <a:xfrm>
            <a:off x="7634875" y="3121200"/>
            <a:ext cx="564000" cy="6156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35</a:t>
            </a:r>
            <a:endParaRPr b="0" i="0" sz="1400" u="none" cap="none" strike="noStrike">
              <a:solidFill>
                <a:srgbClr val="000000"/>
              </a:solidFill>
              <a:latin typeface="Arial"/>
              <a:ea typeface="Arial"/>
              <a:cs typeface="Arial"/>
              <a:sym typeface="Arial"/>
            </a:endParaRPr>
          </a:p>
        </p:txBody>
      </p:sp>
      <p:sp>
        <p:nvSpPr>
          <p:cNvPr id="294" name="Google Shape;294;g25bf903a7d5_1_16"/>
          <p:cNvSpPr txBox="1"/>
          <p:nvPr/>
        </p:nvSpPr>
        <p:spPr>
          <a:xfrm>
            <a:off x="5859950" y="3127050"/>
            <a:ext cx="3000000" cy="615600"/>
          </a:xfrm>
          <a:prstGeom prst="rect">
            <a:avLst/>
          </a:prstGeom>
          <a:noFill/>
          <a:ln>
            <a:noFill/>
          </a:ln>
        </p:spPr>
        <p:txBody>
          <a:bodyPr anchorCtr="0" anchor="t" bIns="91425" lIns="91425" spcFirstLastPara="1" rIns="91425" wrap="square" tIns="91425">
            <a:spAutoFit/>
          </a:bodyPr>
          <a:lstStyle/>
          <a:p>
            <a:pPr indent="-406400" lvl="0" marL="457200" marR="0" rtl="0" algn="l">
              <a:lnSpc>
                <a:spcPct val="100000"/>
              </a:lnSpc>
              <a:spcBef>
                <a:spcPts val="0"/>
              </a:spcBef>
              <a:spcAft>
                <a:spcPts val="0"/>
              </a:spcAft>
              <a:buClr>
                <a:schemeClr val="dk1"/>
              </a:buClr>
              <a:buSzPts val="2800"/>
              <a:buFont typeface="Patrick Hand"/>
              <a:buChar char="-"/>
            </a:pPr>
            <a:r>
              <a:rPr b="0" i="0" lang="es-CL" sz="2800" u="none" cap="none" strike="noStrike">
                <a:solidFill>
                  <a:schemeClr val="dk1"/>
                </a:solidFill>
                <a:latin typeface="Patrick Hand"/>
                <a:ea typeface="Patrick Hand"/>
                <a:cs typeface="Patrick Hand"/>
                <a:sym typeface="Patrick Hand"/>
              </a:rPr>
              <a:t>  7 x 5 = </a:t>
            </a:r>
            <a:endParaRPr b="0" i="0" sz="2800" u="none" cap="none" strike="noStrike">
              <a:solidFill>
                <a:schemeClr val="dk1"/>
              </a:solidFill>
              <a:latin typeface="Patrick Hand"/>
              <a:ea typeface="Patrick Hand"/>
              <a:cs typeface="Patrick Hand"/>
              <a:sym typeface="Patrick Hand"/>
            </a:endParaRPr>
          </a:p>
        </p:txBody>
      </p:sp>
      <p:pic>
        <p:nvPicPr>
          <p:cNvPr id="295" name="Google Shape;295;g25bf903a7d5_1_16"/>
          <p:cNvPicPr preferRelativeResize="0"/>
          <p:nvPr/>
        </p:nvPicPr>
        <p:blipFill>
          <a:blip r:embed="rId4">
            <a:alphaModFix/>
          </a:blip>
          <a:stretch>
            <a:fillRect/>
          </a:stretch>
        </p:blipFill>
        <p:spPr>
          <a:xfrm>
            <a:off x="11081400" y="675162"/>
            <a:ext cx="975700" cy="1029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pic>
        <p:nvPicPr>
          <p:cNvPr id="300" name="Google Shape;300;g237be279222_0_36"/>
          <p:cNvPicPr preferRelativeResize="0"/>
          <p:nvPr/>
        </p:nvPicPr>
        <p:blipFill rotWithShape="1">
          <a:blip r:embed="rId3">
            <a:alphaModFix/>
          </a:blip>
          <a:srcRect b="0" l="0" r="0" t="0"/>
          <a:stretch/>
        </p:blipFill>
        <p:spPr>
          <a:xfrm>
            <a:off x="0" y="18"/>
            <a:ext cx="12192000" cy="6857992"/>
          </a:xfrm>
          <a:prstGeom prst="rect">
            <a:avLst/>
          </a:prstGeom>
          <a:noFill/>
          <a:ln>
            <a:noFill/>
          </a:ln>
        </p:spPr>
      </p:pic>
      <p:sp>
        <p:nvSpPr>
          <p:cNvPr id="301" name="Google Shape;301;g237be279222_0_36"/>
          <p:cNvSpPr txBox="1"/>
          <p:nvPr/>
        </p:nvSpPr>
        <p:spPr>
          <a:xfrm>
            <a:off x="54649" y="410601"/>
            <a:ext cx="6098400" cy="75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s-CL" sz="4300" u="none" cap="none" strike="noStrike">
                <a:solidFill>
                  <a:schemeClr val="dk1"/>
                </a:solidFill>
                <a:latin typeface="Patrick Hand"/>
                <a:ea typeface="Patrick Hand"/>
                <a:cs typeface="Patrick Hand"/>
                <a:sym typeface="Patrick Hand"/>
              </a:rPr>
              <a:t>¡Desafío!</a:t>
            </a:r>
            <a:endParaRPr b="1" i="0" sz="4300" u="none" cap="none" strike="noStrike">
              <a:solidFill>
                <a:schemeClr val="dk1"/>
              </a:solidFill>
              <a:latin typeface="Patrick Hand"/>
              <a:ea typeface="Patrick Hand"/>
              <a:cs typeface="Patrick Hand"/>
              <a:sym typeface="Patrick Hand"/>
            </a:endParaRPr>
          </a:p>
        </p:txBody>
      </p:sp>
      <p:sp>
        <p:nvSpPr>
          <p:cNvPr id="302" name="Google Shape;302;g237be279222_0_36"/>
          <p:cNvSpPr txBox="1"/>
          <p:nvPr/>
        </p:nvSpPr>
        <p:spPr>
          <a:xfrm>
            <a:off x="-227425" y="1006700"/>
            <a:ext cx="12192000" cy="954300"/>
          </a:xfrm>
          <a:prstGeom prst="rect">
            <a:avLst/>
          </a:prstGeom>
          <a:noFill/>
          <a:ln>
            <a:noFill/>
          </a:ln>
        </p:spPr>
        <p:txBody>
          <a:bodyPr anchorCtr="0" anchor="t" bIns="45700" lIns="91425" spcFirstLastPara="1" rIns="91425" wrap="square" tIns="45700">
            <a:spAutoFit/>
          </a:bodyPr>
          <a:lstStyle/>
          <a:p>
            <a:pPr indent="0" lvl="0" marL="45720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En mi casa hay dos árboles con 7 búhos cada uno. ¿Cuántos búhos hay en total en los dos árboles?</a:t>
            </a:r>
            <a:endParaRPr b="0" i="0" sz="2800" u="none" cap="none" strike="noStrike">
              <a:solidFill>
                <a:schemeClr val="dk1"/>
              </a:solidFill>
              <a:latin typeface="Patrick Hand"/>
              <a:ea typeface="Patrick Hand"/>
              <a:cs typeface="Patrick Hand"/>
              <a:sym typeface="Patrick Hand"/>
            </a:endParaRPr>
          </a:p>
        </p:txBody>
      </p:sp>
      <p:sp>
        <p:nvSpPr>
          <p:cNvPr id="303" name="Google Shape;303;g237be279222_0_36"/>
          <p:cNvSpPr txBox="1"/>
          <p:nvPr/>
        </p:nvSpPr>
        <p:spPr>
          <a:xfrm>
            <a:off x="2313650" y="5252325"/>
            <a:ext cx="37140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 ___  x ___  =</a:t>
            </a:r>
            <a:endParaRPr b="0" i="0" sz="2800" u="none" cap="none" strike="noStrike">
              <a:solidFill>
                <a:schemeClr val="dk1"/>
              </a:solidFill>
              <a:latin typeface="Patrick Hand"/>
              <a:ea typeface="Patrick Hand"/>
              <a:cs typeface="Patrick Hand"/>
              <a:sym typeface="Patrick Hand"/>
            </a:endParaRPr>
          </a:p>
        </p:txBody>
      </p:sp>
      <p:sp>
        <p:nvSpPr>
          <p:cNvPr id="304" name="Google Shape;304;g237be279222_0_36"/>
          <p:cNvSpPr txBox="1"/>
          <p:nvPr/>
        </p:nvSpPr>
        <p:spPr>
          <a:xfrm>
            <a:off x="6170100" y="5201250"/>
            <a:ext cx="44616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Hay  ___ búhos en total.</a:t>
            </a:r>
            <a:endParaRPr b="0" i="0" sz="2800" u="none" cap="none" strike="noStrike">
              <a:solidFill>
                <a:schemeClr val="dk1"/>
              </a:solidFill>
              <a:latin typeface="Patrick Hand"/>
              <a:ea typeface="Patrick Hand"/>
              <a:cs typeface="Patrick Hand"/>
              <a:sym typeface="Patrick Hand"/>
            </a:endParaRPr>
          </a:p>
        </p:txBody>
      </p:sp>
      <p:sp>
        <p:nvSpPr>
          <p:cNvPr id="305" name="Google Shape;305;g237be279222_0_36"/>
          <p:cNvSpPr txBox="1"/>
          <p:nvPr/>
        </p:nvSpPr>
        <p:spPr>
          <a:xfrm>
            <a:off x="2346475" y="5641563"/>
            <a:ext cx="3429000" cy="37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s-CL" sz="1600" u="none" cap="none" strike="noStrike">
                <a:solidFill>
                  <a:srgbClr val="000000"/>
                </a:solidFill>
                <a:latin typeface="Patrick Hand"/>
                <a:ea typeface="Patrick Hand"/>
                <a:cs typeface="Patrick Hand"/>
                <a:sym typeface="Patrick Hand"/>
              </a:rPr>
              <a:t>grupos	   elementos</a:t>
            </a:r>
            <a:endParaRPr b="0" i="0" sz="1600" u="none" cap="none" strike="noStrike">
              <a:solidFill>
                <a:srgbClr val="000000"/>
              </a:solidFill>
              <a:latin typeface="Patrick Hand"/>
              <a:ea typeface="Patrick Hand"/>
              <a:cs typeface="Patrick Hand"/>
              <a:sym typeface="Patrick Hand"/>
            </a:endParaRPr>
          </a:p>
        </p:txBody>
      </p:sp>
      <p:sp>
        <p:nvSpPr>
          <p:cNvPr id="306" name="Google Shape;306;g237be279222_0_36"/>
          <p:cNvSpPr txBox="1"/>
          <p:nvPr/>
        </p:nvSpPr>
        <p:spPr>
          <a:xfrm>
            <a:off x="2356375" y="4660175"/>
            <a:ext cx="37140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0" i="0" lang="es-CL" sz="2600" u="none" cap="none" strike="noStrike">
                <a:solidFill>
                  <a:schemeClr val="dk1"/>
                </a:solidFill>
                <a:latin typeface="Patrick Hand"/>
                <a:ea typeface="Patrick Hand"/>
                <a:cs typeface="Patrick Hand"/>
                <a:sym typeface="Patrick Hand"/>
              </a:rPr>
              <a:t> ___  veces ___ </a:t>
            </a:r>
            <a:endParaRPr b="0" i="0" sz="2400" u="none" cap="none" strike="noStrike">
              <a:solidFill>
                <a:schemeClr val="dk1"/>
              </a:solidFill>
              <a:latin typeface="Patrick Hand"/>
              <a:ea typeface="Patrick Hand"/>
              <a:cs typeface="Patrick Hand"/>
              <a:sym typeface="Patrick Hand"/>
            </a:endParaRPr>
          </a:p>
        </p:txBody>
      </p:sp>
      <p:sp>
        <p:nvSpPr>
          <p:cNvPr id="307" name="Google Shape;307;g237be279222_0_36"/>
          <p:cNvSpPr txBox="1"/>
          <p:nvPr/>
        </p:nvSpPr>
        <p:spPr>
          <a:xfrm>
            <a:off x="2561250" y="4568675"/>
            <a:ext cx="5823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2</a:t>
            </a:r>
            <a:endParaRPr b="0" i="0" sz="1400" u="none" cap="none" strike="noStrike">
              <a:solidFill>
                <a:srgbClr val="000000"/>
              </a:solidFill>
              <a:latin typeface="Arial"/>
              <a:ea typeface="Arial"/>
              <a:cs typeface="Arial"/>
              <a:sym typeface="Arial"/>
            </a:endParaRPr>
          </a:p>
        </p:txBody>
      </p:sp>
      <p:sp>
        <p:nvSpPr>
          <p:cNvPr id="308" name="Google Shape;308;g237be279222_0_36"/>
          <p:cNvSpPr txBox="1"/>
          <p:nvPr/>
        </p:nvSpPr>
        <p:spPr>
          <a:xfrm>
            <a:off x="2561250" y="5099925"/>
            <a:ext cx="5823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2</a:t>
            </a:r>
            <a:endParaRPr b="0" i="0" sz="1400" u="none" cap="none" strike="noStrike">
              <a:solidFill>
                <a:srgbClr val="000000"/>
              </a:solidFill>
              <a:latin typeface="Arial"/>
              <a:ea typeface="Arial"/>
              <a:cs typeface="Arial"/>
              <a:sym typeface="Arial"/>
            </a:endParaRPr>
          </a:p>
        </p:txBody>
      </p:sp>
      <p:sp>
        <p:nvSpPr>
          <p:cNvPr id="309" name="Google Shape;309;g237be279222_0_36"/>
          <p:cNvSpPr txBox="1"/>
          <p:nvPr/>
        </p:nvSpPr>
        <p:spPr>
          <a:xfrm>
            <a:off x="4031900" y="4604700"/>
            <a:ext cx="582300" cy="1046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7</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 </a:t>
            </a:r>
            <a:endParaRPr b="0" i="0" sz="1400" u="none" cap="none" strike="noStrike">
              <a:solidFill>
                <a:srgbClr val="000000"/>
              </a:solidFill>
              <a:latin typeface="Arial"/>
              <a:ea typeface="Arial"/>
              <a:cs typeface="Arial"/>
              <a:sym typeface="Arial"/>
            </a:endParaRPr>
          </a:p>
        </p:txBody>
      </p:sp>
      <p:sp>
        <p:nvSpPr>
          <p:cNvPr id="310" name="Google Shape;310;g237be279222_0_36"/>
          <p:cNvSpPr txBox="1"/>
          <p:nvPr/>
        </p:nvSpPr>
        <p:spPr>
          <a:xfrm>
            <a:off x="3500925" y="5099925"/>
            <a:ext cx="5823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7</a:t>
            </a:r>
            <a:endParaRPr b="0" i="0" sz="1400" u="none" cap="none" strike="noStrike">
              <a:solidFill>
                <a:srgbClr val="000000"/>
              </a:solidFill>
              <a:latin typeface="Arial"/>
              <a:ea typeface="Arial"/>
              <a:cs typeface="Arial"/>
              <a:sym typeface="Arial"/>
            </a:endParaRPr>
          </a:p>
        </p:txBody>
      </p:sp>
      <p:sp>
        <p:nvSpPr>
          <p:cNvPr id="311" name="Google Shape;311;g237be279222_0_36"/>
          <p:cNvSpPr txBox="1"/>
          <p:nvPr/>
        </p:nvSpPr>
        <p:spPr>
          <a:xfrm>
            <a:off x="4668050" y="5252325"/>
            <a:ext cx="5823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14</a:t>
            </a:r>
            <a:endParaRPr b="0" i="0" sz="1400" u="none" cap="none" strike="noStrike">
              <a:solidFill>
                <a:srgbClr val="000000"/>
              </a:solidFill>
              <a:latin typeface="Arial"/>
              <a:ea typeface="Arial"/>
              <a:cs typeface="Arial"/>
              <a:sym typeface="Arial"/>
            </a:endParaRPr>
          </a:p>
        </p:txBody>
      </p:sp>
      <p:sp>
        <p:nvSpPr>
          <p:cNvPr id="312" name="Google Shape;312;g237be279222_0_36"/>
          <p:cNvSpPr txBox="1"/>
          <p:nvPr/>
        </p:nvSpPr>
        <p:spPr>
          <a:xfrm>
            <a:off x="6919675" y="5201250"/>
            <a:ext cx="5823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14</a:t>
            </a:r>
            <a:endParaRPr b="0" i="0" sz="1400" u="none" cap="none" strike="noStrike">
              <a:solidFill>
                <a:srgbClr val="000000"/>
              </a:solidFill>
              <a:latin typeface="Arial"/>
              <a:ea typeface="Arial"/>
              <a:cs typeface="Arial"/>
              <a:sym typeface="Arial"/>
            </a:endParaRPr>
          </a:p>
        </p:txBody>
      </p:sp>
      <p:pic>
        <p:nvPicPr>
          <p:cNvPr id="313" name="Google Shape;313;g237be279222_0_36"/>
          <p:cNvPicPr preferRelativeResize="0"/>
          <p:nvPr/>
        </p:nvPicPr>
        <p:blipFill>
          <a:blip r:embed="rId4">
            <a:alphaModFix/>
          </a:blip>
          <a:stretch>
            <a:fillRect/>
          </a:stretch>
        </p:blipFill>
        <p:spPr>
          <a:xfrm>
            <a:off x="11045850" y="5238362"/>
            <a:ext cx="975700" cy="1029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pic>
        <p:nvPicPr>
          <p:cNvPr descr="Forma&#10;&#10;Descripción generada automáticamente con confianza media" id="318" name="Google Shape;318;g237be279222_0_130"/>
          <p:cNvPicPr preferRelativeResize="0"/>
          <p:nvPr>
            <p:ph idx="1" type="body"/>
          </p:nvPr>
        </p:nvPicPr>
        <p:blipFill rotWithShape="1">
          <a:blip r:embed="rId3">
            <a:alphaModFix/>
          </a:blip>
          <a:srcRect b="0" l="0" r="0" t="0"/>
          <a:stretch/>
        </p:blipFill>
        <p:spPr>
          <a:xfrm>
            <a:off x="-7" y="0"/>
            <a:ext cx="12192000" cy="6858000"/>
          </a:xfrm>
          <a:prstGeom prst="rect">
            <a:avLst/>
          </a:prstGeom>
          <a:noFill/>
          <a:ln>
            <a:noFill/>
          </a:ln>
        </p:spPr>
      </p:pic>
      <p:sp>
        <p:nvSpPr>
          <p:cNvPr id="319" name="Google Shape;319;g237be279222_0_130"/>
          <p:cNvSpPr txBox="1"/>
          <p:nvPr/>
        </p:nvSpPr>
        <p:spPr>
          <a:xfrm>
            <a:off x="247699" y="469276"/>
            <a:ext cx="6098400" cy="76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s-CL" sz="4400" u="none" cap="none" strike="noStrike">
                <a:solidFill>
                  <a:schemeClr val="dk1"/>
                </a:solidFill>
                <a:latin typeface="Patrick Hand"/>
                <a:ea typeface="Patrick Hand"/>
                <a:cs typeface="Patrick Hand"/>
                <a:sym typeface="Patrick Hand"/>
              </a:rPr>
              <a:t>Tabla del 7</a:t>
            </a:r>
            <a:endParaRPr b="1" i="0" sz="4400" u="none" cap="none" strike="noStrike">
              <a:solidFill>
                <a:schemeClr val="dk1"/>
              </a:solidFill>
              <a:latin typeface="Patrick Hand"/>
              <a:ea typeface="Patrick Hand"/>
              <a:cs typeface="Patrick Hand"/>
              <a:sym typeface="Patrick Hand"/>
            </a:endParaRPr>
          </a:p>
        </p:txBody>
      </p:sp>
      <p:sp>
        <p:nvSpPr>
          <p:cNvPr id="320" name="Google Shape;320;g237be279222_0_130"/>
          <p:cNvSpPr txBox="1"/>
          <p:nvPr/>
        </p:nvSpPr>
        <p:spPr>
          <a:xfrm>
            <a:off x="484800" y="1267025"/>
            <a:ext cx="100122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Revisemos el siguiente truco para aprender la tabla del 7</a:t>
            </a:r>
            <a:endParaRPr b="0" i="0" sz="1400" u="none" cap="none" strike="noStrike">
              <a:solidFill>
                <a:srgbClr val="000000"/>
              </a:solidFill>
              <a:latin typeface="Arial"/>
              <a:ea typeface="Arial"/>
              <a:cs typeface="Arial"/>
              <a:sym typeface="Arial"/>
            </a:endParaRPr>
          </a:p>
        </p:txBody>
      </p:sp>
      <p:pic>
        <p:nvPicPr>
          <p:cNvPr descr="Hola, aquí les dejo este video en donde les explico un hack para aprenderse las tabla del 7, truco para aprenderse la tabla del 7.&#10;&#10;✉️ NEGOCIOS / CONTRATACIONES / PRENSA: contacto@danielcarreon.com.mx&#10;&#10;&#10;Únete a este canal para acceder a sus beneficios: https://www.youtube.com/channel/UCwScwtu5zVqc_wHtRx9XvDA/join &#10;&#10;¡¡Sígueme en mis redes sociales!! &#10;✉️ NEGOCIOS / CONTRATACIONES / PRENSA: contacto@danielcarreon.com.mx&#10;INSTAGRAM: https://www.instagram.com/soydanielcarreon/&#10;FACEBOOK: https://www.facebook.com/SoyDanielCarreon &#10;TIK TOK : https://vm.tiktok.com/ZMeMKc9eP/&#10;TWITTER: https://twitter.com/danielcarreonyt?lang=es&#10;&#10; CANALES DE MIS HERMANOS&#10; ROCIÓ CARREON https://www.youtube.com/c/RocioCarreon&#10; MARIO CARREON https://www.youtube.com/c/MARIOCARREÓN&#10;&#10;Descarga mi app MATES CON DANIEL aquí: &#10;ANDROID: https://play.google.com/store/apps/details?id=io.educup.matescondaniel&#10;IOS: https://matescondaniel.page.link/app&#10;&#10;SUSCRIBETE!!! Si llegaste hasta aquí comenta: &quot;¡Aprendamos juntos!&quot;" id="321" name="Google Shape;321;g237be279222_0_130" title="TRUCO TABLA DEL 7 / HACK TABLA DEL 7 Facilísimo!!">
            <a:hlinkClick r:id="rId4"/>
          </p:cNvPr>
          <p:cNvPicPr preferRelativeResize="0"/>
          <p:nvPr/>
        </p:nvPicPr>
        <p:blipFill rotWithShape="1">
          <a:blip r:embed="rId5">
            <a:alphaModFix/>
          </a:blip>
          <a:srcRect b="0" l="0" r="0" t="0"/>
          <a:stretch/>
        </p:blipFill>
        <p:spPr>
          <a:xfrm>
            <a:off x="1947750" y="2064400"/>
            <a:ext cx="7517000" cy="4228325"/>
          </a:xfrm>
          <a:prstGeom prst="rect">
            <a:avLst/>
          </a:prstGeom>
          <a:noFill/>
          <a:ln>
            <a:noFill/>
          </a:ln>
        </p:spPr>
      </p:pic>
      <p:pic>
        <p:nvPicPr>
          <p:cNvPr id="322" name="Google Shape;322;g237be279222_0_130"/>
          <p:cNvPicPr preferRelativeResize="0"/>
          <p:nvPr/>
        </p:nvPicPr>
        <p:blipFill>
          <a:blip r:embed="rId6">
            <a:alphaModFix/>
          </a:blip>
          <a:stretch>
            <a:fillRect/>
          </a:stretch>
        </p:blipFill>
        <p:spPr>
          <a:xfrm>
            <a:off x="11045850" y="5238362"/>
            <a:ext cx="975700" cy="1029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1"/>
                                        </p:tgtEl>
                                        <p:attrNameLst>
                                          <p:attrName>style.visibility</p:attrName>
                                        </p:attrNameLst>
                                      </p:cBhvr>
                                      <p:to>
                                        <p:strVal val="visible"/>
                                      </p:to>
                                    </p:set>
                                    <p:animEffect filter="fade" transition="in">
                                      <p:cBhvr>
                                        <p:cTn dur="1000"/>
                                        <p:tgtEl>
                                          <p:spTgt spid="3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pic>
        <p:nvPicPr>
          <p:cNvPr descr="Forma&#10;&#10;Descripción generada automáticamente con confianza media" id="327" name="Google Shape;327;g237be279222_0_119"/>
          <p:cNvPicPr preferRelativeResize="0"/>
          <p:nvPr>
            <p:ph idx="1" type="body"/>
          </p:nvPr>
        </p:nvPicPr>
        <p:blipFill rotWithShape="1">
          <a:blip r:embed="rId3">
            <a:alphaModFix/>
          </a:blip>
          <a:srcRect b="0" l="0" r="0" t="0"/>
          <a:stretch/>
        </p:blipFill>
        <p:spPr>
          <a:xfrm>
            <a:off x="-7" y="0"/>
            <a:ext cx="12192000" cy="6858000"/>
          </a:xfrm>
          <a:prstGeom prst="rect">
            <a:avLst/>
          </a:prstGeom>
          <a:noFill/>
          <a:ln>
            <a:noFill/>
          </a:ln>
        </p:spPr>
      </p:pic>
      <p:sp>
        <p:nvSpPr>
          <p:cNvPr id="328" name="Google Shape;328;g237be279222_0_119"/>
          <p:cNvSpPr txBox="1"/>
          <p:nvPr/>
        </p:nvSpPr>
        <p:spPr>
          <a:xfrm>
            <a:off x="99224" y="469301"/>
            <a:ext cx="6098400" cy="76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s-CL" sz="4400" u="none" cap="none" strike="noStrike">
                <a:solidFill>
                  <a:schemeClr val="dk1"/>
                </a:solidFill>
                <a:latin typeface="Patrick Hand"/>
                <a:ea typeface="Patrick Hand"/>
                <a:cs typeface="Patrick Hand"/>
                <a:sym typeface="Patrick Hand"/>
              </a:rPr>
              <a:t>Tabla del 7 </a:t>
            </a:r>
            <a:endParaRPr b="1" i="0" sz="4400" u="none" cap="none" strike="noStrike">
              <a:solidFill>
                <a:schemeClr val="dk1"/>
              </a:solidFill>
              <a:latin typeface="Patrick Hand"/>
              <a:ea typeface="Patrick Hand"/>
              <a:cs typeface="Patrick Hand"/>
              <a:sym typeface="Patrick Hand"/>
            </a:endParaRPr>
          </a:p>
        </p:txBody>
      </p:sp>
      <p:sp>
        <p:nvSpPr>
          <p:cNvPr id="329" name="Google Shape;329;g237be279222_0_119"/>
          <p:cNvSpPr txBox="1"/>
          <p:nvPr/>
        </p:nvSpPr>
        <p:spPr>
          <a:xfrm>
            <a:off x="632600" y="1162600"/>
            <a:ext cx="110889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s-CL" sz="3200" u="none" cap="none" strike="noStrike">
                <a:solidFill>
                  <a:schemeClr val="dk1"/>
                </a:solidFill>
                <a:latin typeface="Patrick Hand"/>
                <a:ea typeface="Patrick Hand"/>
                <a:cs typeface="Patrick Hand"/>
                <a:sym typeface="Patrick Hand"/>
              </a:rPr>
              <a:t>¡Tarea</a:t>
            </a:r>
            <a:r>
              <a:rPr lang="es-CL" sz="3200">
                <a:solidFill>
                  <a:schemeClr val="dk1"/>
                </a:solidFill>
                <a:latin typeface="Patrick Hand"/>
                <a:ea typeface="Patrick Hand"/>
                <a:cs typeface="Patrick Hand"/>
                <a:sym typeface="Patrick Hand"/>
              </a:rPr>
              <a:t>!</a:t>
            </a:r>
            <a:r>
              <a:rPr b="0" i="0" lang="es-CL" sz="3200" u="none" cap="none" strike="noStrike">
                <a:solidFill>
                  <a:schemeClr val="dk1"/>
                </a:solidFill>
                <a:latin typeface="Patrick Hand"/>
                <a:ea typeface="Patrick Hand"/>
                <a:cs typeface="Patrick Hand"/>
                <a:sym typeface="Patrick Hand"/>
              </a:rPr>
              <a:t> </a:t>
            </a:r>
            <a:r>
              <a:rPr lang="es-CL" sz="3200">
                <a:solidFill>
                  <a:schemeClr val="dk1"/>
                </a:solidFill>
                <a:latin typeface="Patrick Hand"/>
                <a:ea typeface="Patrick Hand"/>
                <a:cs typeface="Patrick Hand"/>
                <a:sym typeface="Patrick Hand"/>
              </a:rPr>
              <a:t>¡A</a:t>
            </a:r>
            <a:r>
              <a:rPr b="0" i="0" lang="es-CL" sz="3200" u="none" cap="none" strike="noStrike">
                <a:solidFill>
                  <a:schemeClr val="dk1"/>
                </a:solidFill>
                <a:latin typeface="Patrick Hand"/>
                <a:ea typeface="Patrick Hand"/>
                <a:cs typeface="Patrick Hand"/>
                <a:sym typeface="Patrick Hand"/>
              </a:rPr>
              <a:t>prendamos la tabla del 7!</a:t>
            </a:r>
            <a:endParaRPr b="0" i="0" sz="3200" u="none" cap="none" strike="noStrike">
              <a:solidFill>
                <a:schemeClr val="dk1"/>
              </a:solidFill>
              <a:latin typeface="Patrick Hand"/>
              <a:ea typeface="Patrick Hand"/>
              <a:cs typeface="Patrick Hand"/>
              <a:sym typeface="Patrick Hand"/>
            </a:endParaRPr>
          </a:p>
        </p:txBody>
      </p:sp>
      <p:sp>
        <p:nvSpPr>
          <p:cNvPr id="330" name="Google Shape;330;g237be279222_0_119"/>
          <p:cNvSpPr/>
          <p:nvPr/>
        </p:nvSpPr>
        <p:spPr>
          <a:xfrm>
            <a:off x="4733925" y="1747600"/>
            <a:ext cx="2606700" cy="4494600"/>
          </a:xfrm>
          <a:prstGeom prst="roundRect">
            <a:avLst>
              <a:gd fmla="val 16667" name="adj"/>
            </a:avLst>
          </a:prstGeom>
          <a:solidFill>
            <a:srgbClr val="47C4B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 name="Google Shape;331;g237be279222_0_119"/>
          <p:cNvSpPr txBox="1"/>
          <p:nvPr/>
        </p:nvSpPr>
        <p:spPr>
          <a:xfrm>
            <a:off x="5324650" y="1747600"/>
            <a:ext cx="3714000" cy="4494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7 x 1 = 7</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7 x 2 = 14</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7 x 3 = 21</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7 x 4 = 28</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7 x 5 = 35</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7 x 6 = 42</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7 x 7 = 49</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7 x 8 = 56</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7 x 9 = 63</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7 x 10 = 70</a:t>
            </a:r>
            <a:endParaRPr b="1" i="0" sz="2800" u="none" cap="none" strike="noStrike">
              <a:solidFill>
                <a:schemeClr val="dk1"/>
              </a:solidFill>
              <a:latin typeface="Patrick Hand"/>
              <a:ea typeface="Patrick Hand"/>
              <a:cs typeface="Patrick Hand"/>
              <a:sym typeface="Patrick Hand"/>
            </a:endParaRPr>
          </a:p>
        </p:txBody>
      </p:sp>
      <p:pic>
        <p:nvPicPr>
          <p:cNvPr id="332" name="Google Shape;332;g237be279222_0_119"/>
          <p:cNvPicPr preferRelativeResize="0"/>
          <p:nvPr/>
        </p:nvPicPr>
        <p:blipFill>
          <a:blip r:embed="rId4">
            <a:alphaModFix/>
          </a:blip>
          <a:stretch>
            <a:fillRect/>
          </a:stretch>
        </p:blipFill>
        <p:spPr>
          <a:xfrm>
            <a:off x="11045850" y="5238362"/>
            <a:ext cx="975700" cy="10291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g265bf782a17_0_62"/>
          <p:cNvSpPr txBox="1"/>
          <p:nvPr/>
        </p:nvSpPr>
        <p:spPr>
          <a:xfrm>
            <a:off x="1046979" y="488799"/>
            <a:ext cx="10098000" cy="7848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Clr>
                <a:srgbClr val="000000"/>
              </a:buClr>
              <a:buSzPts val="4300"/>
              <a:buFont typeface="Arial"/>
              <a:buNone/>
            </a:pPr>
            <a:r>
              <a:rPr b="0" i="0" lang="es-CL" sz="4300" u="none" cap="none" strike="noStrike">
                <a:solidFill>
                  <a:schemeClr val="lt1"/>
                </a:solidFill>
                <a:highlight>
                  <a:srgbClr val="009287"/>
                </a:highlight>
                <a:latin typeface="Patrick Hand"/>
                <a:ea typeface="Patrick Hand"/>
                <a:cs typeface="Patrick Hand"/>
                <a:sym typeface="Patrick Hand"/>
              </a:rPr>
              <a:t>¡Ahora es tu turno!</a:t>
            </a:r>
            <a:endParaRPr b="0" i="0" sz="4300" u="none" cap="none" strike="noStrike">
              <a:solidFill>
                <a:schemeClr val="lt1"/>
              </a:solidFill>
              <a:highlight>
                <a:srgbClr val="009287"/>
              </a:highlight>
              <a:latin typeface="Arial"/>
              <a:ea typeface="Arial"/>
              <a:cs typeface="Arial"/>
              <a:sym typeface="Arial"/>
            </a:endParaRPr>
          </a:p>
        </p:txBody>
      </p:sp>
      <p:sp>
        <p:nvSpPr>
          <p:cNvPr id="338" name="Google Shape;338;g265bf782a17_0_62"/>
          <p:cNvSpPr txBox="1"/>
          <p:nvPr/>
        </p:nvSpPr>
        <p:spPr>
          <a:xfrm>
            <a:off x="1027967" y="1312067"/>
            <a:ext cx="10136100" cy="20934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None/>
            </a:pPr>
            <a:r>
              <a:rPr lang="es-CL" sz="3200">
                <a:solidFill>
                  <a:schemeClr val="dk1"/>
                </a:solidFill>
                <a:latin typeface="Patrick Hand"/>
                <a:ea typeface="Patrick Hand"/>
                <a:cs typeface="Patrick Hand"/>
                <a:sym typeface="Patrick Hand"/>
              </a:rPr>
              <a:t>Para hacer ramos de flores, Sofía utilizará siete ramas de laurel con siete hojas.</a:t>
            </a:r>
            <a:endParaRPr sz="3200">
              <a:solidFill>
                <a:schemeClr val="dk1"/>
              </a:solidFill>
              <a:latin typeface="Patrick Hand"/>
              <a:ea typeface="Patrick Hand"/>
              <a:cs typeface="Patrick Hand"/>
              <a:sym typeface="Patrick Hand"/>
            </a:endParaRPr>
          </a:p>
          <a:p>
            <a:pPr indent="0" lvl="0" marL="0" marR="0" rtl="0" algn="ctr">
              <a:lnSpc>
                <a:spcPct val="100000"/>
              </a:lnSpc>
              <a:spcBef>
                <a:spcPts val="0"/>
              </a:spcBef>
              <a:spcAft>
                <a:spcPts val="0"/>
              </a:spcAft>
              <a:buNone/>
            </a:pPr>
            <a:r>
              <a:rPr lang="es-CL" sz="3200">
                <a:solidFill>
                  <a:schemeClr val="dk1"/>
                </a:solidFill>
                <a:latin typeface="Patrick Hand"/>
                <a:ea typeface="Patrick Hand"/>
                <a:cs typeface="Patrick Hand"/>
                <a:sym typeface="Patrick Hand"/>
              </a:rPr>
              <a:t>1) ¿Qué multiplicación se representa?</a:t>
            </a:r>
            <a:endParaRPr sz="3200">
              <a:solidFill>
                <a:schemeClr val="dk1"/>
              </a:solidFill>
              <a:latin typeface="Patrick Hand"/>
              <a:ea typeface="Patrick Hand"/>
              <a:cs typeface="Patrick Hand"/>
              <a:sym typeface="Patrick Hand"/>
            </a:endParaRPr>
          </a:p>
          <a:p>
            <a:pPr indent="0" lvl="0" marL="0" marR="0" rtl="0" algn="ctr">
              <a:lnSpc>
                <a:spcPct val="100000"/>
              </a:lnSpc>
              <a:spcBef>
                <a:spcPts val="0"/>
              </a:spcBef>
              <a:spcAft>
                <a:spcPts val="0"/>
              </a:spcAft>
              <a:buNone/>
            </a:pPr>
            <a:r>
              <a:rPr lang="es-CL" sz="3200">
                <a:solidFill>
                  <a:schemeClr val="dk1"/>
                </a:solidFill>
                <a:latin typeface="Patrick Hand"/>
                <a:ea typeface="Patrick Hand"/>
                <a:cs typeface="Patrick Hand"/>
                <a:sym typeface="Patrick Hand"/>
              </a:rPr>
              <a:t>2) ¿Cuántas hojas hay en total?</a:t>
            </a:r>
            <a:endParaRPr sz="1900"/>
          </a:p>
        </p:txBody>
      </p:sp>
      <p:sp>
        <p:nvSpPr>
          <p:cNvPr id="339" name="Google Shape;339;g265bf782a17_0_62"/>
          <p:cNvSpPr txBox="1"/>
          <p:nvPr/>
        </p:nvSpPr>
        <p:spPr>
          <a:xfrm>
            <a:off x="6048683" y="3304775"/>
            <a:ext cx="6096000" cy="7080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None/>
            </a:pPr>
            <a:r>
              <a:rPr b="1" i="0" lang="es-CL" sz="1900" u="none" cap="none" strike="noStrike">
                <a:solidFill>
                  <a:srgbClr val="000000"/>
                </a:solidFill>
                <a:latin typeface="Calibri"/>
                <a:ea typeface="Calibri"/>
                <a:cs typeface="Calibri"/>
                <a:sym typeface="Calibri"/>
              </a:rPr>
              <a:t>RESPONDER ACÁ:</a:t>
            </a:r>
            <a:endParaRPr sz="1900"/>
          </a:p>
          <a:p>
            <a:pPr indent="0" lvl="0" marL="0" marR="0" rtl="0" algn="ctr">
              <a:lnSpc>
                <a:spcPct val="100000"/>
              </a:lnSpc>
              <a:spcBef>
                <a:spcPts val="0"/>
              </a:spcBef>
              <a:spcAft>
                <a:spcPts val="0"/>
              </a:spcAft>
              <a:buNone/>
            </a:pPr>
            <a:r>
              <a:rPr b="1" lang="es-CL" sz="1900" u="sng">
                <a:solidFill>
                  <a:schemeClr val="hlink"/>
                </a:solidFill>
                <a:latin typeface="Calibri"/>
                <a:ea typeface="Calibri"/>
                <a:cs typeface="Calibri"/>
                <a:sym typeface="Calibri"/>
                <a:hlinkClick r:id="rId3"/>
              </a:rPr>
              <a:t>https://forms.gle/fG99c4wyrnL3XEMM8</a:t>
            </a:r>
            <a:r>
              <a:rPr b="1" lang="es-CL" sz="1900">
                <a:latin typeface="Calibri"/>
                <a:ea typeface="Calibri"/>
                <a:cs typeface="Calibri"/>
                <a:sym typeface="Calibri"/>
              </a:rPr>
              <a:t> </a:t>
            </a:r>
            <a:endParaRPr sz="1900"/>
          </a:p>
        </p:txBody>
      </p:sp>
      <p:pic>
        <p:nvPicPr>
          <p:cNvPr id="340" name="Google Shape;340;g265bf782a17_0_62"/>
          <p:cNvPicPr preferRelativeResize="0"/>
          <p:nvPr/>
        </p:nvPicPr>
        <p:blipFill>
          <a:blip r:embed="rId4">
            <a:alphaModFix/>
          </a:blip>
          <a:stretch>
            <a:fillRect/>
          </a:stretch>
        </p:blipFill>
        <p:spPr>
          <a:xfrm>
            <a:off x="4133234" y="3578813"/>
            <a:ext cx="1277925" cy="1277905"/>
          </a:xfrm>
          <a:prstGeom prst="rect">
            <a:avLst/>
          </a:prstGeom>
          <a:noFill/>
          <a:ln>
            <a:noFill/>
          </a:ln>
        </p:spPr>
      </p:pic>
      <p:pic>
        <p:nvPicPr>
          <p:cNvPr id="341" name="Google Shape;341;g265bf782a17_0_62"/>
          <p:cNvPicPr preferRelativeResize="0"/>
          <p:nvPr/>
        </p:nvPicPr>
        <p:blipFill>
          <a:blip r:embed="rId4">
            <a:alphaModFix/>
          </a:blip>
          <a:stretch>
            <a:fillRect/>
          </a:stretch>
        </p:blipFill>
        <p:spPr>
          <a:xfrm>
            <a:off x="5411159" y="3578800"/>
            <a:ext cx="1277925" cy="1277905"/>
          </a:xfrm>
          <a:prstGeom prst="rect">
            <a:avLst/>
          </a:prstGeom>
          <a:noFill/>
          <a:ln>
            <a:noFill/>
          </a:ln>
        </p:spPr>
      </p:pic>
      <p:pic>
        <p:nvPicPr>
          <p:cNvPr id="342" name="Google Shape;342;g265bf782a17_0_62"/>
          <p:cNvPicPr preferRelativeResize="0"/>
          <p:nvPr/>
        </p:nvPicPr>
        <p:blipFill>
          <a:blip r:embed="rId4">
            <a:alphaModFix/>
          </a:blip>
          <a:stretch>
            <a:fillRect/>
          </a:stretch>
        </p:blipFill>
        <p:spPr>
          <a:xfrm>
            <a:off x="1577383" y="3578813"/>
            <a:ext cx="1277925" cy="1277905"/>
          </a:xfrm>
          <a:prstGeom prst="rect">
            <a:avLst/>
          </a:prstGeom>
          <a:noFill/>
          <a:ln>
            <a:noFill/>
          </a:ln>
        </p:spPr>
      </p:pic>
      <p:pic>
        <p:nvPicPr>
          <p:cNvPr id="343" name="Google Shape;343;g265bf782a17_0_62"/>
          <p:cNvPicPr preferRelativeResize="0"/>
          <p:nvPr/>
        </p:nvPicPr>
        <p:blipFill>
          <a:blip r:embed="rId4">
            <a:alphaModFix/>
          </a:blip>
          <a:stretch>
            <a:fillRect/>
          </a:stretch>
        </p:blipFill>
        <p:spPr>
          <a:xfrm>
            <a:off x="2855308" y="3578800"/>
            <a:ext cx="1277925" cy="1277905"/>
          </a:xfrm>
          <a:prstGeom prst="rect">
            <a:avLst/>
          </a:prstGeom>
          <a:noFill/>
          <a:ln>
            <a:noFill/>
          </a:ln>
        </p:spPr>
      </p:pic>
      <p:pic>
        <p:nvPicPr>
          <p:cNvPr id="344" name="Google Shape;344;g265bf782a17_0_62"/>
          <p:cNvPicPr preferRelativeResize="0"/>
          <p:nvPr/>
        </p:nvPicPr>
        <p:blipFill>
          <a:blip r:embed="rId4">
            <a:alphaModFix/>
          </a:blip>
          <a:stretch>
            <a:fillRect/>
          </a:stretch>
        </p:blipFill>
        <p:spPr>
          <a:xfrm>
            <a:off x="4658437" y="4856729"/>
            <a:ext cx="1277925" cy="1277905"/>
          </a:xfrm>
          <a:prstGeom prst="rect">
            <a:avLst/>
          </a:prstGeom>
          <a:noFill/>
          <a:ln>
            <a:noFill/>
          </a:ln>
        </p:spPr>
      </p:pic>
      <p:pic>
        <p:nvPicPr>
          <p:cNvPr id="345" name="Google Shape;345;g265bf782a17_0_62"/>
          <p:cNvPicPr preferRelativeResize="0"/>
          <p:nvPr/>
        </p:nvPicPr>
        <p:blipFill>
          <a:blip r:embed="rId4">
            <a:alphaModFix/>
          </a:blip>
          <a:stretch>
            <a:fillRect/>
          </a:stretch>
        </p:blipFill>
        <p:spPr>
          <a:xfrm>
            <a:off x="2102587" y="4856729"/>
            <a:ext cx="1277925" cy="1277905"/>
          </a:xfrm>
          <a:prstGeom prst="rect">
            <a:avLst/>
          </a:prstGeom>
          <a:noFill/>
          <a:ln>
            <a:noFill/>
          </a:ln>
        </p:spPr>
      </p:pic>
      <p:pic>
        <p:nvPicPr>
          <p:cNvPr id="346" name="Google Shape;346;g265bf782a17_0_62"/>
          <p:cNvPicPr preferRelativeResize="0"/>
          <p:nvPr/>
        </p:nvPicPr>
        <p:blipFill>
          <a:blip r:embed="rId4">
            <a:alphaModFix/>
          </a:blip>
          <a:stretch>
            <a:fillRect/>
          </a:stretch>
        </p:blipFill>
        <p:spPr>
          <a:xfrm>
            <a:off x="3380512" y="4856716"/>
            <a:ext cx="1277925" cy="1277905"/>
          </a:xfrm>
          <a:prstGeom prst="rect">
            <a:avLst/>
          </a:prstGeom>
          <a:noFill/>
          <a:ln>
            <a:noFill/>
          </a:ln>
        </p:spPr>
      </p:pic>
      <p:pic>
        <p:nvPicPr>
          <p:cNvPr id="347" name="Google Shape;347;g265bf782a17_0_62"/>
          <p:cNvPicPr preferRelativeResize="0"/>
          <p:nvPr/>
        </p:nvPicPr>
        <p:blipFill rotWithShape="1">
          <a:blip r:embed="rId5">
            <a:alphaModFix/>
          </a:blip>
          <a:srcRect b="8901" l="8909" r="8901" t="8909"/>
          <a:stretch/>
        </p:blipFill>
        <p:spPr>
          <a:xfrm>
            <a:off x="8030533" y="4002367"/>
            <a:ext cx="2132267" cy="2132267"/>
          </a:xfrm>
          <a:prstGeom prst="rect">
            <a:avLst/>
          </a:prstGeom>
          <a:noFill/>
          <a:ln>
            <a:noFill/>
          </a:ln>
        </p:spPr>
      </p:pic>
      <p:pic>
        <p:nvPicPr>
          <p:cNvPr id="348" name="Google Shape;348;g265bf782a17_0_62"/>
          <p:cNvPicPr preferRelativeResize="0"/>
          <p:nvPr/>
        </p:nvPicPr>
        <p:blipFill>
          <a:blip r:embed="rId6">
            <a:alphaModFix/>
          </a:blip>
          <a:stretch>
            <a:fillRect/>
          </a:stretch>
        </p:blipFill>
        <p:spPr>
          <a:xfrm>
            <a:off x="11045850" y="5238362"/>
            <a:ext cx="975700" cy="10291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pic>
        <p:nvPicPr>
          <p:cNvPr descr="Forma&#10;&#10;Descripción generada automáticamente con confianza media" id="353" name="Google Shape;353;g2b523135e15_0_0"/>
          <p:cNvPicPr preferRelativeResize="0"/>
          <p:nvPr>
            <p:ph idx="1" type="body"/>
          </p:nvPr>
        </p:nvPicPr>
        <p:blipFill rotWithShape="1">
          <a:blip r:embed="rId3">
            <a:alphaModFix/>
          </a:blip>
          <a:srcRect b="0" l="0" r="0" t="0"/>
          <a:stretch/>
        </p:blipFill>
        <p:spPr>
          <a:xfrm>
            <a:off x="-7" y="12767"/>
            <a:ext cx="12192000" cy="6858000"/>
          </a:xfrm>
          <a:prstGeom prst="rect">
            <a:avLst/>
          </a:prstGeom>
          <a:noFill/>
          <a:ln>
            <a:noFill/>
          </a:ln>
        </p:spPr>
      </p:pic>
      <p:sp>
        <p:nvSpPr>
          <p:cNvPr id="354" name="Google Shape;354;g2b523135e15_0_0"/>
          <p:cNvSpPr txBox="1"/>
          <p:nvPr/>
        </p:nvSpPr>
        <p:spPr>
          <a:xfrm>
            <a:off x="1857393" y="490361"/>
            <a:ext cx="8477100" cy="908100"/>
          </a:xfrm>
          <a:prstGeom prst="rect">
            <a:avLst/>
          </a:prstGeom>
          <a:noFill/>
          <a:ln>
            <a:noFill/>
          </a:ln>
        </p:spPr>
        <p:txBody>
          <a:bodyPr anchorCtr="0" anchor="t" bIns="121900" lIns="121900" spcFirstLastPara="1" rIns="121900" wrap="square" tIns="121900">
            <a:spAutoFit/>
          </a:bodyPr>
          <a:lstStyle/>
          <a:p>
            <a:pPr indent="0" lvl="0" marL="0" marR="0" rtl="0" algn="ctr">
              <a:lnSpc>
                <a:spcPct val="100000"/>
              </a:lnSpc>
              <a:spcBef>
                <a:spcPts val="0"/>
              </a:spcBef>
              <a:spcAft>
                <a:spcPts val="0"/>
              </a:spcAft>
              <a:buClr>
                <a:srgbClr val="000000"/>
              </a:buClr>
              <a:buSzPts val="4300"/>
              <a:buFont typeface="Arial"/>
              <a:buNone/>
            </a:pPr>
            <a:r>
              <a:rPr b="0" i="0" lang="es-CL" sz="4300" u="none" cap="none" strike="noStrike">
                <a:solidFill>
                  <a:schemeClr val="lt1"/>
                </a:solidFill>
                <a:highlight>
                  <a:srgbClr val="009287"/>
                </a:highlight>
                <a:latin typeface="Patrick Hand"/>
                <a:ea typeface="Patrick Hand"/>
                <a:cs typeface="Patrick Hand"/>
                <a:sym typeface="Patrick Hand"/>
              </a:rPr>
              <a:t>¡Reforcemos lo aprendido!</a:t>
            </a:r>
            <a:endParaRPr b="0" i="0" sz="1900" u="none" cap="none" strike="noStrike">
              <a:solidFill>
                <a:schemeClr val="lt1"/>
              </a:solidFill>
              <a:highlight>
                <a:srgbClr val="009287"/>
              </a:highlight>
              <a:latin typeface="Arial"/>
              <a:ea typeface="Arial"/>
              <a:cs typeface="Arial"/>
              <a:sym typeface="Arial"/>
            </a:endParaRPr>
          </a:p>
        </p:txBody>
      </p:sp>
      <p:sp>
        <p:nvSpPr>
          <p:cNvPr id="355" name="Google Shape;355;g2b523135e15_0_0"/>
          <p:cNvSpPr/>
          <p:nvPr/>
        </p:nvSpPr>
        <p:spPr>
          <a:xfrm>
            <a:off x="2459659" y="1626836"/>
            <a:ext cx="7272900" cy="3630000"/>
          </a:xfrm>
          <a:prstGeom prst="rect">
            <a:avLst/>
          </a:prstGeom>
          <a:solidFill>
            <a:srgbClr val="F5C571"/>
          </a:solidFill>
          <a:ln cap="flat" cmpd="sng" w="25400">
            <a:solidFill>
              <a:schemeClr val="dk1"/>
            </a:solidFill>
            <a:prstDash val="solid"/>
            <a:round/>
            <a:headEnd len="sm" w="sm" type="none"/>
            <a:tailEnd len="sm" w="sm" type="none"/>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None/>
            </a:pPr>
            <a:r>
              <a:t/>
            </a:r>
            <a:endParaRPr b="0" i="0" sz="1900" u="none" cap="none" strike="noStrike">
              <a:solidFill>
                <a:schemeClr val="lt1"/>
              </a:solidFill>
              <a:latin typeface="Arial"/>
              <a:ea typeface="Arial"/>
              <a:cs typeface="Arial"/>
              <a:sym typeface="Arial"/>
            </a:endParaRPr>
          </a:p>
        </p:txBody>
      </p:sp>
      <p:pic>
        <p:nvPicPr>
          <p:cNvPr descr="¿Te gustaría ser Tutor o inscribirte como Estudiante de Conectado Aprendo? &#10;¡Regístrate en nuestro sitio web! https://www.conectadoaprendo.cl/&#10;&#10;¡Síguenos en nuestras redes sociales!&#10;https://www.instagram.com/conectado_aprendo&#10;https://www.linkedin.com/in/fundacion-conectado-aprendo-535bb4241&#10;https://www.instagram.com/clubdegoceporlalectura_ca/&#10;&#10;Consultas generales (mail):&#10;contacto@conectadoaprendo.cl&#10;&#10;Profesor y producción:&#10;https://www.youtube.com/@psudiego&#10;&#10;#tutorias #mineduc #multiplicacion" id="356" name="Google Shape;356;g2b523135e15_0_0" title="Reforzamiento - Multiplicación (9) - Tabla del 7">
            <a:hlinkClick r:id="rId4"/>
          </p:cNvPr>
          <p:cNvPicPr preferRelativeResize="0"/>
          <p:nvPr/>
        </p:nvPicPr>
        <p:blipFill>
          <a:blip r:embed="rId5">
            <a:alphaModFix/>
          </a:blip>
          <a:stretch>
            <a:fillRect/>
          </a:stretch>
        </p:blipFill>
        <p:spPr>
          <a:xfrm>
            <a:off x="1656300" y="1272950"/>
            <a:ext cx="8879300" cy="4994600"/>
          </a:xfrm>
          <a:prstGeom prst="rect">
            <a:avLst/>
          </a:prstGeom>
          <a:noFill/>
          <a:ln cap="flat" cmpd="sng" w="28575">
            <a:solidFill>
              <a:schemeClr val="dk2"/>
            </a:solidFill>
            <a:prstDash val="solid"/>
            <a:round/>
            <a:headEnd len="sm" w="sm" type="none"/>
            <a:tailEnd len="sm" w="sm" type="none"/>
          </a:ln>
        </p:spPr>
      </p:pic>
      <p:pic>
        <p:nvPicPr>
          <p:cNvPr id="357" name="Google Shape;357;g2b523135e15_0_0"/>
          <p:cNvPicPr preferRelativeResize="0"/>
          <p:nvPr/>
        </p:nvPicPr>
        <p:blipFill>
          <a:blip r:embed="rId6">
            <a:alphaModFix/>
          </a:blip>
          <a:stretch>
            <a:fillRect/>
          </a:stretch>
        </p:blipFill>
        <p:spPr>
          <a:xfrm>
            <a:off x="11045850" y="5238362"/>
            <a:ext cx="975700" cy="10291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6"/>
                                        </p:tgtEl>
                                        <p:attrNameLst>
                                          <p:attrName>style.visibility</p:attrName>
                                        </p:attrNameLst>
                                      </p:cBhvr>
                                      <p:to>
                                        <p:strVal val="visible"/>
                                      </p:to>
                                    </p:set>
                                    <p:animEffect filter="fade" transition="in">
                                      <p:cBhvr>
                                        <p:cTn dur="1000"/>
                                        <p:tgtEl>
                                          <p:spTgt spid="3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2023-07-24T15:52:01Z</dcterms:created>
  <dc:creator>Antonia  Hola</dc:creator>
</cp:coreProperties>
</file>