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6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y="5143500" cx="9144000"/>
  <p:notesSz cx="6858000" cy="9144000"/>
  <p:embeddedFontLst>
    <p:embeddedFont>
      <p:font typeface="Patrick Hand"/>
      <p:regular r:id="rId21"/>
    </p:embeddedFont>
    <p:embeddedFont>
      <p:font typeface="Poppins"/>
      <p:regular r:id="rId22"/>
      <p:bold r:id="rId23"/>
      <p:italic r:id="rId24"/>
      <p:boldItalic r:id="rId25"/>
    </p:embeddedFont>
    <p:embeddedFont>
      <p:font typeface="Poppins Light"/>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30" roundtripDataSignature="AMtx7mjA/1pyRdPbkbW8m6sqno7caL69I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font" Target="fonts/Poppins-regular.fntdata"/><Relationship Id="rId21" Type="http://schemas.openxmlformats.org/officeDocument/2006/relationships/font" Target="fonts/PatrickHand-regular.fntdata"/><Relationship Id="rId24" Type="http://schemas.openxmlformats.org/officeDocument/2006/relationships/font" Target="fonts/Poppins-italic.fntdata"/><Relationship Id="rId23" Type="http://schemas.openxmlformats.org/officeDocument/2006/relationships/font" Target="fonts/Poppins-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PoppinsLight-regular.fntdata"/><Relationship Id="rId25" Type="http://schemas.openxmlformats.org/officeDocument/2006/relationships/font" Target="fonts/Poppins-boldItalic.fntdata"/><Relationship Id="rId28" Type="http://schemas.openxmlformats.org/officeDocument/2006/relationships/font" Target="fonts/PoppinsLight-italic.fntdata"/><Relationship Id="rId27" Type="http://schemas.openxmlformats.org/officeDocument/2006/relationships/font" Target="fonts/PoppinsLight-bold.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PoppinsLight-boldItalic.fntdata"/><Relationship Id="rId7" Type="http://schemas.openxmlformats.org/officeDocument/2006/relationships/slide" Target="slides/slide1.xml"/><Relationship Id="rId8" Type="http://schemas.openxmlformats.org/officeDocument/2006/relationships/slide" Target="slides/slide2.xml"/><Relationship Id="rId30" Type="http://customschemas.google.com/relationships/presentationmetadata" Target="meta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5" name="Google Shape;105;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30c8633f18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30c8633f1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30c8633f18_0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30c8633f18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30c8633f18_0_2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30c8633f18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5" name="Google Shape;145;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2" name="Google Shape;152;p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6" name="Google Shape;166;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7" name="Google Shape;207;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2" name="Google Shape;252;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3" name="Google Shape;273;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6" name="Google Shape;326;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8" name="Google Shape;368;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b="1"/>
          </a:p>
          <a:p>
            <a:pPr indent="0" lvl="0" marL="0" rtl="0" algn="l">
              <a:lnSpc>
                <a:spcPct val="100000"/>
              </a:lnSpc>
              <a:spcBef>
                <a:spcPts val="0"/>
              </a:spcBef>
              <a:spcAft>
                <a:spcPts val="0"/>
              </a:spcAft>
              <a:buSzPts val="1100"/>
              <a:buNone/>
            </a:pPr>
            <a:r>
              <a:t/>
            </a:r>
            <a:endParaRPr/>
          </a:p>
        </p:txBody>
      </p:sp>
      <p:sp>
        <p:nvSpPr>
          <p:cNvPr id="377" name="Google Shape;377;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2" name="Google Shape;392;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13"/>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13"/>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1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 name="Google Shape;15;p1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6" name="Google Shape;16;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17" name="Shape 17"/>
        <p:cNvGrpSpPr/>
        <p:nvPr/>
      </p:nvGrpSpPr>
      <p:grpSpPr>
        <a:xfrm>
          <a:off x="0" y="0"/>
          <a:ext cx="0" cy="0"/>
          <a:chOff x="0" y="0"/>
          <a:chExt cx="0" cy="0"/>
        </a:xfrm>
      </p:grpSpPr>
      <p:sp>
        <p:nvSpPr>
          <p:cNvPr id="18" name="Google Shape;18;p15"/>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9" name="Google Shape;19;p15"/>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Google Shape;20;p15"/>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21" name="Google Shape;21;p15"/>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22" name="Google Shape;22;p15"/>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18"/>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5" name="Google Shape;25;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6" name="Shape 26"/>
        <p:cNvGrpSpPr/>
        <p:nvPr/>
      </p:nvGrpSpPr>
      <p:grpSpPr>
        <a:xfrm>
          <a:off x="0" y="0"/>
          <a:ext cx="0" cy="0"/>
          <a:chOff x="0" y="0"/>
          <a:chExt cx="0" cy="0"/>
        </a:xfrm>
      </p:grpSpPr>
      <p:sp>
        <p:nvSpPr>
          <p:cNvPr id="27" name="Google Shape;27;p1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8" name="Google Shape;28;p19"/>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9" name="Google Shape;29;p19"/>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0" name="Google Shape;30;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2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3" name="Google Shape;33;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4" name="Shape 34"/>
        <p:cNvGrpSpPr/>
        <p:nvPr/>
      </p:nvGrpSpPr>
      <p:grpSpPr>
        <a:xfrm>
          <a:off x="0" y="0"/>
          <a:ext cx="0" cy="0"/>
          <a:chOff x="0" y="0"/>
          <a:chExt cx="0" cy="0"/>
        </a:xfrm>
      </p:grpSpPr>
      <p:sp>
        <p:nvSpPr>
          <p:cNvPr id="35" name="Google Shape;35;p21"/>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6" name="Google Shape;36;p21"/>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7" name="Google Shape;37;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8" name="Shape 38"/>
        <p:cNvGrpSpPr/>
        <p:nvPr/>
      </p:nvGrpSpPr>
      <p:grpSpPr>
        <a:xfrm>
          <a:off x="0" y="0"/>
          <a:ext cx="0" cy="0"/>
          <a:chOff x="0" y="0"/>
          <a:chExt cx="0" cy="0"/>
        </a:xfrm>
      </p:grpSpPr>
      <p:sp>
        <p:nvSpPr>
          <p:cNvPr id="39" name="Google Shape;39;p22"/>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40" name="Google Shape;40;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1" name="Shape 41"/>
        <p:cNvGrpSpPr/>
        <p:nvPr/>
      </p:nvGrpSpPr>
      <p:grpSpPr>
        <a:xfrm>
          <a:off x="0" y="0"/>
          <a:ext cx="0" cy="0"/>
          <a:chOff x="0" y="0"/>
          <a:chExt cx="0" cy="0"/>
        </a:xfrm>
      </p:grpSpPr>
      <p:sp>
        <p:nvSpPr>
          <p:cNvPr id="42" name="Google Shape;42;p23"/>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 name="Google Shape;43;p23"/>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4" name="Google Shape;44;p23"/>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5" name="Google Shape;45;p23"/>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6" name="Google Shape;46;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7" name="Shape 47"/>
        <p:cNvGrpSpPr/>
        <p:nvPr/>
      </p:nvGrpSpPr>
      <p:grpSpPr>
        <a:xfrm>
          <a:off x="0" y="0"/>
          <a:ext cx="0" cy="0"/>
          <a:chOff x="0" y="0"/>
          <a:chExt cx="0" cy="0"/>
        </a:xfrm>
      </p:grpSpPr>
      <p:sp>
        <p:nvSpPr>
          <p:cNvPr id="48" name="Google Shape;48;p24"/>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9" name="Google Shape;49;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0" name="Shape 50"/>
        <p:cNvGrpSpPr/>
        <p:nvPr/>
      </p:nvGrpSpPr>
      <p:grpSpPr>
        <a:xfrm>
          <a:off x="0" y="0"/>
          <a:ext cx="0" cy="0"/>
          <a:chOff x="0" y="0"/>
          <a:chExt cx="0" cy="0"/>
        </a:xfrm>
      </p:grpSpPr>
      <p:sp>
        <p:nvSpPr>
          <p:cNvPr id="51" name="Google Shape;51;p25"/>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52" name="Google Shape;52;p25"/>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53" name="Google Shape;53;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60" name="Shape 60"/>
        <p:cNvGrpSpPr/>
        <p:nvPr/>
      </p:nvGrpSpPr>
      <p:grpSpPr>
        <a:xfrm>
          <a:off x="0" y="0"/>
          <a:ext cx="0" cy="0"/>
          <a:chOff x="0" y="0"/>
          <a:chExt cx="0" cy="0"/>
        </a:xfrm>
      </p:grpSpPr>
      <p:sp>
        <p:nvSpPr>
          <p:cNvPr id="61" name="Google Shape;61;p17"/>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2" name="Google Shape;62;p17"/>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3" name="Google Shape;63;p17"/>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64" name="Google Shape;64;p17"/>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65" name="Google Shape;65;p17"/>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6" name="Shape 66"/>
        <p:cNvGrpSpPr/>
        <p:nvPr/>
      </p:nvGrpSpPr>
      <p:grpSpPr>
        <a:xfrm>
          <a:off x="0" y="0"/>
          <a:ext cx="0" cy="0"/>
          <a:chOff x="0" y="0"/>
          <a:chExt cx="0" cy="0"/>
        </a:xfrm>
      </p:grpSpPr>
      <p:sp>
        <p:nvSpPr>
          <p:cNvPr id="67" name="Google Shape;67;p27"/>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68" name="Google Shape;68;p27"/>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69" name="Google Shape;69;p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0" name="Shape 70"/>
        <p:cNvGrpSpPr/>
        <p:nvPr/>
      </p:nvGrpSpPr>
      <p:grpSpPr>
        <a:xfrm>
          <a:off x="0" y="0"/>
          <a:ext cx="0" cy="0"/>
          <a:chOff x="0" y="0"/>
          <a:chExt cx="0" cy="0"/>
        </a:xfrm>
      </p:grpSpPr>
      <p:sp>
        <p:nvSpPr>
          <p:cNvPr id="71" name="Google Shape;71;p28"/>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72" name="Google Shape;72;p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73" name="Shape 73"/>
        <p:cNvGrpSpPr/>
        <p:nvPr/>
      </p:nvGrpSpPr>
      <p:grpSpPr>
        <a:xfrm>
          <a:off x="0" y="0"/>
          <a:ext cx="0" cy="0"/>
          <a:chOff x="0" y="0"/>
          <a:chExt cx="0" cy="0"/>
        </a:xfrm>
      </p:grpSpPr>
      <p:sp>
        <p:nvSpPr>
          <p:cNvPr id="74" name="Google Shape;74;p2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75" name="Google Shape;75;p29"/>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76" name="Google Shape;76;p29"/>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77" name="Google Shape;77;p2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8" name="Shape 78"/>
        <p:cNvGrpSpPr/>
        <p:nvPr/>
      </p:nvGrpSpPr>
      <p:grpSpPr>
        <a:xfrm>
          <a:off x="0" y="0"/>
          <a:ext cx="0" cy="0"/>
          <a:chOff x="0" y="0"/>
          <a:chExt cx="0" cy="0"/>
        </a:xfrm>
      </p:grpSpPr>
      <p:sp>
        <p:nvSpPr>
          <p:cNvPr id="79" name="Google Shape;79;p3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80" name="Google Shape;80;p3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81" name="Shape 81"/>
        <p:cNvGrpSpPr/>
        <p:nvPr/>
      </p:nvGrpSpPr>
      <p:grpSpPr>
        <a:xfrm>
          <a:off x="0" y="0"/>
          <a:ext cx="0" cy="0"/>
          <a:chOff x="0" y="0"/>
          <a:chExt cx="0" cy="0"/>
        </a:xfrm>
      </p:grpSpPr>
      <p:sp>
        <p:nvSpPr>
          <p:cNvPr id="82" name="Google Shape;82;p31"/>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83" name="Google Shape;83;p31"/>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84" name="Google Shape;84;p3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85" name="Shape 85"/>
        <p:cNvGrpSpPr/>
        <p:nvPr/>
      </p:nvGrpSpPr>
      <p:grpSpPr>
        <a:xfrm>
          <a:off x="0" y="0"/>
          <a:ext cx="0" cy="0"/>
          <a:chOff x="0" y="0"/>
          <a:chExt cx="0" cy="0"/>
        </a:xfrm>
      </p:grpSpPr>
      <p:sp>
        <p:nvSpPr>
          <p:cNvPr id="86" name="Google Shape;86;p32"/>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87" name="Google Shape;87;p3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8" name="Shape 88"/>
        <p:cNvGrpSpPr/>
        <p:nvPr/>
      </p:nvGrpSpPr>
      <p:grpSpPr>
        <a:xfrm>
          <a:off x="0" y="0"/>
          <a:ext cx="0" cy="0"/>
          <a:chOff x="0" y="0"/>
          <a:chExt cx="0" cy="0"/>
        </a:xfrm>
      </p:grpSpPr>
      <p:sp>
        <p:nvSpPr>
          <p:cNvPr id="89" name="Google Shape;89;p33"/>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 name="Google Shape;90;p33"/>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91" name="Google Shape;91;p33"/>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92" name="Google Shape;92;p33"/>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93" name="Google Shape;93;p3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4" name="Shape 94"/>
        <p:cNvGrpSpPr/>
        <p:nvPr/>
      </p:nvGrpSpPr>
      <p:grpSpPr>
        <a:xfrm>
          <a:off x="0" y="0"/>
          <a:ext cx="0" cy="0"/>
          <a:chOff x="0" y="0"/>
          <a:chExt cx="0" cy="0"/>
        </a:xfrm>
      </p:grpSpPr>
      <p:sp>
        <p:nvSpPr>
          <p:cNvPr id="95" name="Google Shape;95;p34"/>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96" name="Google Shape;96;p3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97" name="Shape 97"/>
        <p:cNvGrpSpPr/>
        <p:nvPr/>
      </p:nvGrpSpPr>
      <p:grpSpPr>
        <a:xfrm>
          <a:off x="0" y="0"/>
          <a:ext cx="0" cy="0"/>
          <a:chOff x="0" y="0"/>
          <a:chExt cx="0" cy="0"/>
        </a:xfrm>
      </p:grpSpPr>
      <p:sp>
        <p:nvSpPr>
          <p:cNvPr id="98" name="Google Shape;98;p35"/>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99" name="Google Shape;99;p35"/>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100" name="Google Shape;100;p3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1" name="Shape 101"/>
        <p:cNvGrpSpPr/>
        <p:nvPr/>
      </p:nvGrpSpPr>
      <p:grpSpPr>
        <a:xfrm>
          <a:off x="0" y="0"/>
          <a:ext cx="0" cy="0"/>
          <a:chOff x="0" y="0"/>
          <a:chExt cx="0" cy="0"/>
        </a:xfrm>
      </p:grpSpPr>
      <p:sp>
        <p:nvSpPr>
          <p:cNvPr id="102" name="Google Shape;102;p3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theme" Target="../theme/theme3.xml"/><Relationship Id="rId12" Type="http://schemas.openxmlformats.org/officeDocument/2006/relationships/slideLayout" Target="../slideLayouts/slideLayout23.xml"/><Relationship Id="rId1" Type="http://schemas.openxmlformats.org/officeDocument/2006/relationships/image" Target="../media/image5.jpg"/><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blipFill>
          <a:blip r:embed="rId1">
            <a:alphaModFix/>
          </a:blip>
          <a:stretch>
            <a:fillRect/>
          </a:stretch>
        </a:blipFill>
      </p:bgPr>
    </p:bg>
    <p:spTree>
      <p:nvGrpSpPr>
        <p:cNvPr id="56" name="Shape 56"/>
        <p:cNvGrpSpPr/>
        <p:nvPr/>
      </p:nvGrpSpPr>
      <p:grpSpPr>
        <a:xfrm>
          <a:off x="0" y="0"/>
          <a:ext cx="0" cy="0"/>
          <a:chOff x="0" y="0"/>
          <a:chExt cx="0" cy="0"/>
        </a:xfrm>
      </p:grpSpPr>
      <p:sp>
        <p:nvSpPr>
          <p:cNvPr id="57" name="Google Shape;57;p1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58" name="Google Shape;58;p1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59" name="Google Shape;59;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4.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12.jpg"/><Relationship Id="rId5"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4.jp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4.jpg"/><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4.jp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4.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4.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4.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image" Target="../media/image6.jpg"/><Relationship Id="rId4" Type="http://schemas.openxmlformats.org/officeDocument/2006/relationships/hyperlink" Target="http://www.youtube.com/watch?v=s-UTcL7TDcE" TargetMode="External"/><Relationship Id="rId5" Type="http://schemas.openxmlformats.org/officeDocument/2006/relationships/image" Target="../media/image9.jpg"/><Relationship Id="rId6"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hyperlink" Target="https://forms.gle/mF8vwLQ271xJ68Gw6" TargetMode="External"/><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 Id="rId3" Type="http://schemas.openxmlformats.org/officeDocument/2006/relationships/image" Target="../media/image6.jpg"/><Relationship Id="rId4" Type="http://schemas.openxmlformats.org/officeDocument/2006/relationships/hyperlink" Target="http://www.youtube.com/watch?v=dWKnABq0cmU" TargetMode="External"/><Relationship Id="rId5" Type="http://schemas.openxmlformats.org/officeDocument/2006/relationships/image" Target="../media/image8.jpg"/><Relationship Id="rId6"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t/>
            </a:r>
            <a:endParaRPr/>
          </a:p>
        </p:txBody>
      </p:sp>
      <p:sp>
        <p:nvSpPr>
          <p:cNvPr id="108" name="Google Shape;108;p1"/>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800"/>
              <a:buNone/>
            </a:pPr>
            <a:r>
              <a:t/>
            </a:r>
            <a:endParaRPr/>
          </a:p>
        </p:txBody>
      </p:sp>
      <p:pic>
        <p:nvPicPr>
          <p:cNvPr id="109" name="Google Shape;109;p1"/>
          <p:cNvPicPr preferRelativeResize="0"/>
          <p:nvPr/>
        </p:nvPicPr>
        <p:blipFill rotWithShape="1">
          <a:blip r:embed="rId3">
            <a:alphaModFix/>
          </a:blip>
          <a:srcRect b="0" l="0" r="0" t="0"/>
          <a:stretch/>
        </p:blipFill>
        <p:spPr>
          <a:xfrm>
            <a:off x="0" y="0"/>
            <a:ext cx="9144000" cy="5143500"/>
          </a:xfrm>
          <a:prstGeom prst="rect">
            <a:avLst/>
          </a:prstGeom>
          <a:noFill/>
          <a:ln>
            <a:noFill/>
          </a:ln>
        </p:spPr>
      </p:pic>
      <p:pic>
        <p:nvPicPr>
          <p:cNvPr id="110" name="Google Shape;110;p1"/>
          <p:cNvPicPr preferRelativeResize="0"/>
          <p:nvPr/>
        </p:nvPicPr>
        <p:blipFill>
          <a:blip r:embed="rId4">
            <a:alphaModFix/>
          </a:blip>
          <a:stretch>
            <a:fillRect/>
          </a:stretch>
        </p:blipFill>
        <p:spPr>
          <a:xfrm>
            <a:off x="8280756" y="4237625"/>
            <a:ext cx="690319" cy="7281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g330c8633f18_0_0"/>
          <p:cNvSpPr txBox="1"/>
          <p:nvPr/>
        </p:nvSpPr>
        <p:spPr>
          <a:xfrm>
            <a:off x="589763" y="1255031"/>
            <a:ext cx="8188800" cy="7029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b="1" lang="es" sz="1200">
                <a:solidFill>
                  <a:srgbClr val="3259A4"/>
                </a:solidFill>
                <a:latin typeface="Poppins"/>
                <a:ea typeface="Poppins"/>
                <a:cs typeface="Poppins"/>
                <a:sym typeface="Poppins"/>
              </a:rPr>
              <a:t>Propósito</a:t>
            </a:r>
            <a:r>
              <a:rPr b="1" lang="es" sz="1200">
                <a:solidFill>
                  <a:schemeClr val="dk1"/>
                </a:solidFill>
                <a:latin typeface="Poppins"/>
                <a:ea typeface="Poppins"/>
                <a:cs typeface="Poppins"/>
                <a:sym typeface="Poppins"/>
              </a:rPr>
              <a:t>:</a:t>
            </a:r>
            <a:r>
              <a:rPr lang="es" sz="1200">
                <a:solidFill>
                  <a:schemeClr val="dk1"/>
                </a:solidFill>
                <a:latin typeface="Poppins Light"/>
                <a:ea typeface="Poppins Light"/>
                <a:cs typeface="Poppins Light"/>
                <a:sym typeface="Poppins Light"/>
              </a:rPr>
              <a:t> </a:t>
            </a:r>
            <a:r>
              <a:rPr lang="es" sz="1200">
                <a:solidFill>
                  <a:schemeClr val="dk1"/>
                </a:solidFill>
                <a:latin typeface="Poppins Light"/>
                <a:ea typeface="Poppins Light"/>
                <a:cs typeface="Poppins Light"/>
                <a:sym typeface="Poppins Light"/>
              </a:rPr>
              <a:t>Guiar al estudiante en la comprensión de cómo ubicar fracciones en la recta numérica y</a:t>
            </a:r>
            <a:endParaRPr sz="1200">
              <a:solidFill>
                <a:schemeClr val="dk1"/>
              </a:solidFill>
              <a:latin typeface="Poppins Light"/>
              <a:ea typeface="Poppins Light"/>
              <a:cs typeface="Poppins Light"/>
              <a:sym typeface="Poppins Light"/>
            </a:endParaRPr>
          </a:p>
          <a:p>
            <a:pPr indent="0" lvl="0" marL="0" rtl="0" algn="ctr">
              <a:spcBef>
                <a:spcPts val="0"/>
              </a:spcBef>
              <a:spcAft>
                <a:spcPts val="0"/>
              </a:spcAft>
              <a:buClr>
                <a:schemeClr val="dk1"/>
              </a:buClr>
              <a:buSzPts val="1100"/>
              <a:buFont typeface="Arial"/>
              <a:buNone/>
            </a:pPr>
            <a:r>
              <a:rPr lang="es" sz="1200">
                <a:solidFill>
                  <a:schemeClr val="dk1"/>
                </a:solidFill>
                <a:latin typeface="Poppins Light"/>
                <a:ea typeface="Poppins Light"/>
                <a:cs typeface="Poppins Light"/>
                <a:sym typeface="Poppins Light"/>
              </a:rPr>
              <a:t>visualizar su equivalencia al compararlas gráficamente.</a:t>
            </a:r>
            <a:endParaRPr sz="12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2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2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2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2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200">
              <a:solidFill>
                <a:schemeClr val="dk1"/>
              </a:solidFill>
              <a:latin typeface="Poppins Light"/>
              <a:ea typeface="Poppins Light"/>
              <a:cs typeface="Poppins Light"/>
              <a:sym typeface="Poppins Light"/>
            </a:endParaRPr>
          </a:p>
        </p:txBody>
      </p:sp>
      <p:sp>
        <p:nvSpPr>
          <p:cNvPr id="116" name="Google Shape;116;g330c8633f18_0_0"/>
          <p:cNvSpPr txBox="1"/>
          <p:nvPr/>
        </p:nvSpPr>
        <p:spPr>
          <a:xfrm>
            <a:off x="868700" y="1980075"/>
            <a:ext cx="3524100" cy="2670600"/>
          </a:xfrm>
          <a:prstGeom prst="rect">
            <a:avLst/>
          </a:prstGeom>
          <a:noFill/>
          <a:ln cap="flat" cmpd="sng" w="28575">
            <a:solidFill>
              <a:srgbClr val="3259A4"/>
            </a:solidFill>
            <a:prstDash val="solid"/>
            <a:round/>
            <a:headEnd len="sm" w="sm" type="none"/>
            <a:tailEnd len="sm" w="sm" type="none"/>
          </a:ln>
        </p:spPr>
        <p:txBody>
          <a:bodyPr anchorCtr="0" anchor="t" bIns="68575" lIns="68575" spcFirstLastPara="1" rIns="68575" wrap="square" tIns="68575">
            <a:noAutofit/>
          </a:bodyPr>
          <a:lstStyle/>
          <a:p>
            <a:pPr indent="0" lvl="0" marL="0" rtl="0" algn="ctr">
              <a:spcBef>
                <a:spcPts val="0"/>
              </a:spcBef>
              <a:spcAft>
                <a:spcPts val="0"/>
              </a:spcAft>
              <a:buNone/>
            </a:pPr>
            <a:r>
              <a:rPr lang="es" sz="1900">
                <a:solidFill>
                  <a:schemeClr val="dk1"/>
                </a:solidFill>
                <a:latin typeface="Poppins"/>
                <a:ea typeface="Poppins"/>
                <a:cs typeface="Poppins"/>
                <a:sym typeface="Poppins"/>
              </a:rPr>
              <a:t>Objetivos de la Clase</a:t>
            </a:r>
            <a:endParaRPr sz="1900">
              <a:solidFill>
                <a:schemeClr val="dk1"/>
              </a:solidFill>
              <a:latin typeface="Poppins"/>
              <a:ea typeface="Poppins"/>
              <a:cs typeface="Poppins"/>
              <a:sym typeface="Poppins"/>
            </a:endParaRPr>
          </a:p>
          <a:p>
            <a:pPr indent="0" lvl="0" marL="0" rtl="0" algn="ctr">
              <a:spcBef>
                <a:spcPts val="0"/>
              </a:spcBef>
              <a:spcAft>
                <a:spcPts val="0"/>
              </a:spcAft>
              <a:buNone/>
            </a:pPr>
            <a:r>
              <a:t/>
            </a:r>
            <a:endParaRPr sz="19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
                <a:solidFill>
                  <a:schemeClr val="dk1"/>
                </a:solidFill>
                <a:latin typeface="Poppins"/>
                <a:ea typeface="Poppins"/>
                <a:cs typeface="Poppins"/>
                <a:sym typeface="Poppins"/>
              </a:rPr>
              <a:t>1. Ubicar fracciones en la recta numérica.</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
                <a:solidFill>
                  <a:schemeClr val="dk1"/>
                </a:solidFill>
                <a:latin typeface="Poppins"/>
                <a:ea typeface="Poppins"/>
                <a:cs typeface="Poppins"/>
                <a:sym typeface="Poppins"/>
              </a:rPr>
              <a:t>2. Reconocer la equivalencia de fracciones en la recta numérica.</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800"/>
              <a:buFont typeface="Arial"/>
              <a:buNone/>
            </a:pPr>
            <a:r>
              <a:t/>
            </a:r>
            <a:endParaRPr>
              <a:solidFill>
                <a:schemeClr val="dk1"/>
              </a:solidFill>
              <a:latin typeface="Poppins"/>
              <a:ea typeface="Poppins"/>
              <a:cs typeface="Poppins"/>
              <a:sym typeface="Poppins"/>
            </a:endParaRPr>
          </a:p>
          <a:p>
            <a:pPr indent="0" lvl="0" marL="0" rtl="0" algn="ctr">
              <a:spcBef>
                <a:spcPts val="0"/>
              </a:spcBef>
              <a:spcAft>
                <a:spcPts val="0"/>
              </a:spcAft>
              <a:buNone/>
            </a:pPr>
            <a:r>
              <a:t/>
            </a:r>
            <a:endParaRPr sz="2100">
              <a:solidFill>
                <a:schemeClr val="dk1"/>
              </a:solidFill>
              <a:latin typeface="Poppins"/>
              <a:ea typeface="Poppins"/>
              <a:cs typeface="Poppins"/>
              <a:sym typeface="Poppins"/>
            </a:endParaRPr>
          </a:p>
        </p:txBody>
      </p:sp>
      <p:sp>
        <p:nvSpPr>
          <p:cNvPr id="117" name="Google Shape;117;g330c8633f18_0_0"/>
          <p:cNvSpPr txBox="1"/>
          <p:nvPr/>
        </p:nvSpPr>
        <p:spPr>
          <a:xfrm>
            <a:off x="4782050" y="1979974"/>
            <a:ext cx="3524100" cy="2670600"/>
          </a:xfrm>
          <a:prstGeom prst="rect">
            <a:avLst/>
          </a:prstGeom>
          <a:noFill/>
          <a:ln cap="flat" cmpd="sng" w="28575">
            <a:solidFill>
              <a:srgbClr val="3259A4"/>
            </a:solidFill>
            <a:prstDash val="solid"/>
            <a:round/>
            <a:headEnd len="sm" w="sm" type="none"/>
            <a:tailEnd len="sm" w="sm" type="none"/>
          </a:ln>
        </p:spPr>
        <p:txBody>
          <a:bodyPr anchorCtr="0" anchor="t" bIns="68575" lIns="68575" spcFirstLastPara="1" rIns="68575" wrap="square" tIns="68575">
            <a:noAutofit/>
          </a:bodyPr>
          <a:lstStyle/>
          <a:p>
            <a:pPr indent="0" lvl="0" marL="0" rtl="0" algn="ctr">
              <a:spcBef>
                <a:spcPts val="0"/>
              </a:spcBef>
              <a:spcAft>
                <a:spcPts val="0"/>
              </a:spcAft>
              <a:buNone/>
            </a:pPr>
            <a:r>
              <a:rPr lang="es" sz="1900">
                <a:solidFill>
                  <a:schemeClr val="dk1"/>
                </a:solidFill>
                <a:latin typeface="Poppins"/>
                <a:ea typeface="Poppins"/>
                <a:cs typeface="Poppins"/>
                <a:sym typeface="Poppins"/>
              </a:rPr>
              <a:t>Conceptos Clave</a:t>
            </a:r>
            <a:endParaRPr sz="1900">
              <a:solidFill>
                <a:schemeClr val="dk1"/>
              </a:solidFill>
              <a:latin typeface="Poppins"/>
              <a:ea typeface="Poppins"/>
              <a:cs typeface="Poppins"/>
              <a:sym typeface="Poppins"/>
            </a:endParaRPr>
          </a:p>
          <a:p>
            <a:pPr indent="0" lvl="0" marL="0" rtl="0" algn="ctr">
              <a:spcBef>
                <a:spcPts val="0"/>
              </a:spcBef>
              <a:spcAft>
                <a:spcPts val="0"/>
              </a:spcAft>
              <a:buNone/>
            </a:pPr>
            <a:r>
              <a:t/>
            </a:r>
            <a:endParaRPr sz="21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
                <a:solidFill>
                  <a:schemeClr val="dk1"/>
                </a:solidFill>
                <a:latin typeface="Poppins"/>
                <a:ea typeface="Poppins"/>
                <a:cs typeface="Poppins"/>
                <a:sym typeface="Poppins"/>
              </a:rPr>
              <a:t>1. Entero.</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
                <a:solidFill>
                  <a:schemeClr val="dk1"/>
                </a:solidFill>
                <a:latin typeface="Poppins"/>
                <a:ea typeface="Poppins"/>
                <a:cs typeface="Poppins"/>
                <a:sym typeface="Poppins"/>
              </a:rPr>
              <a:t>2. Recta numérica.</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800"/>
              <a:buFont typeface="Arial"/>
              <a:buNone/>
            </a:pPr>
            <a:r>
              <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400">
              <a:solidFill>
                <a:schemeClr val="dk1"/>
              </a:solidFill>
              <a:latin typeface="Poppins"/>
              <a:ea typeface="Poppins"/>
              <a:cs typeface="Poppins"/>
              <a:sym typeface="Poppins"/>
            </a:endParaRPr>
          </a:p>
          <a:p>
            <a:pPr indent="0" lvl="0" marL="0" rtl="0" algn="ctr">
              <a:spcBef>
                <a:spcPts val="0"/>
              </a:spcBef>
              <a:spcAft>
                <a:spcPts val="0"/>
              </a:spcAft>
              <a:buNone/>
            </a:pPr>
            <a:r>
              <a:t/>
            </a:r>
            <a:endParaRPr sz="2100">
              <a:solidFill>
                <a:schemeClr val="dk1"/>
              </a:solidFill>
              <a:latin typeface="Poppins"/>
              <a:ea typeface="Poppins"/>
              <a:cs typeface="Poppins"/>
              <a:sym typeface="Poppins"/>
            </a:endParaRPr>
          </a:p>
        </p:txBody>
      </p:sp>
      <p:sp>
        <p:nvSpPr>
          <p:cNvPr id="118" name="Google Shape;118;g330c8633f18_0_0"/>
          <p:cNvSpPr txBox="1"/>
          <p:nvPr/>
        </p:nvSpPr>
        <p:spPr>
          <a:xfrm>
            <a:off x="147788" y="85331"/>
            <a:ext cx="3423300" cy="327300"/>
          </a:xfrm>
          <a:prstGeom prst="rect">
            <a:avLst/>
          </a:prstGeom>
          <a:noFill/>
          <a:ln>
            <a:noFill/>
          </a:ln>
        </p:spPr>
        <p:txBody>
          <a:bodyPr anchorCtr="0" anchor="t" bIns="68575" lIns="68575" spcFirstLastPara="1" rIns="68575" wrap="square" tIns="68575">
            <a:noAutofit/>
          </a:bodyPr>
          <a:lstStyle/>
          <a:p>
            <a:pPr indent="0" lvl="0" marL="0" rtl="0" algn="l">
              <a:spcBef>
                <a:spcPts val="0"/>
              </a:spcBef>
              <a:spcAft>
                <a:spcPts val="0"/>
              </a:spcAft>
              <a:buNone/>
            </a:pPr>
            <a:r>
              <a:rPr lang="es" sz="1400">
                <a:solidFill>
                  <a:schemeClr val="dk1"/>
                </a:solidFill>
                <a:latin typeface="Calibri"/>
                <a:ea typeface="Calibri"/>
                <a:cs typeface="Calibri"/>
                <a:sym typeface="Calibri"/>
              </a:rPr>
              <a:t>IMPORTANTE: Información sólo para tutor/a</a:t>
            </a:r>
            <a:endParaRPr sz="1400">
              <a:solidFill>
                <a:schemeClr val="dk1"/>
              </a:solidFill>
              <a:latin typeface="Calibri"/>
              <a:ea typeface="Calibri"/>
              <a:cs typeface="Calibri"/>
              <a:sym typeface="Calibri"/>
            </a:endParaRPr>
          </a:p>
        </p:txBody>
      </p:sp>
      <p:sp>
        <p:nvSpPr>
          <p:cNvPr id="119" name="Google Shape;119;g330c8633f18_0_0"/>
          <p:cNvSpPr/>
          <p:nvPr/>
        </p:nvSpPr>
        <p:spPr>
          <a:xfrm>
            <a:off x="1903631" y="472931"/>
            <a:ext cx="5795400" cy="472800"/>
          </a:xfrm>
          <a:prstGeom prst="roundRect">
            <a:avLst>
              <a:gd fmla="val 16667" name="adj"/>
            </a:avLst>
          </a:prstGeom>
          <a:solidFill>
            <a:srgbClr val="3259A4"/>
          </a:solidFill>
          <a:ln cap="flat" cmpd="sng" w="9525">
            <a:solidFill>
              <a:srgbClr val="44546A"/>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t/>
            </a:r>
            <a:endParaRPr sz="1100">
              <a:latin typeface="Calibri"/>
              <a:ea typeface="Calibri"/>
              <a:cs typeface="Calibri"/>
              <a:sym typeface="Calibri"/>
            </a:endParaRPr>
          </a:p>
        </p:txBody>
      </p:sp>
      <p:sp>
        <p:nvSpPr>
          <p:cNvPr id="120" name="Google Shape;120;g330c8633f18_0_0"/>
          <p:cNvSpPr txBox="1"/>
          <p:nvPr/>
        </p:nvSpPr>
        <p:spPr>
          <a:xfrm>
            <a:off x="2638650" y="507467"/>
            <a:ext cx="4318500" cy="4728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lang="es" sz="2100">
                <a:solidFill>
                  <a:srgbClr val="FFFFFF"/>
                </a:solidFill>
                <a:latin typeface="Poppins"/>
                <a:ea typeface="Poppins"/>
                <a:cs typeface="Poppins"/>
                <a:sym typeface="Poppins"/>
              </a:rPr>
              <a:t>PLANIFICACIÓN TUTORÍA</a:t>
            </a:r>
            <a:endParaRPr sz="2100">
              <a:solidFill>
                <a:srgbClr val="FFFFFF"/>
              </a:solidFill>
              <a:latin typeface="Poppins"/>
              <a:ea typeface="Poppins"/>
              <a:cs typeface="Poppins"/>
              <a:sym typeface="Poppins"/>
            </a:endParaRPr>
          </a:p>
        </p:txBody>
      </p:sp>
      <p:pic>
        <p:nvPicPr>
          <p:cNvPr id="121" name="Google Shape;121;g330c8633f18_0_0"/>
          <p:cNvPicPr preferRelativeResize="0"/>
          <p:nvPr/>
        </p:nvPicPr>
        <p:blipFill>
          <a:blip r:embed="rId3">
            <a:alphaModFix/>
          </a:blip>
          <a:stretch>
            <a:fillRect/>
          </a:stretch>
        </p:blipFill>
        <p:spPr>
          <a:xfrm>
            <a:off x="8280756" y="4237625"/>
            <a:ext cx="690319" cy="7281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g330c8633f18_0_10"/>
          <p:cNvSpPr txBox="1"/>
          <p:nvPr/>
        </p:nvSpPr>
        <p:spPr>
          <a:xfrm>
            <a:off x="589763" y="1121681"/>
            <a:ext cx="8188800" cy="7029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b="1" lang="es" sz="1200">
                <a:solidFill>
                  <a:srgbClr val="3259A4"/>
                </a:solidFill>
                <a:latin typeface="Poppins"/>
                <a:ea typeface="Poppins"/>
                <a:cs typeface="Poppins"/>
                <a:sym typeface="Poppins"/>
              </a:rPr>
              <a:t>Consejos para realizar la sesión</a:t>
            </a:r>
            <a:endParaRPr sz="12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200">
              <a:solidFill>
                <a:schemeClr val="dk1"/>
              </a:solidFill>
              <a:latin typeface="Poppins Light"/>
              <a:ea typeface="Poppins Light"/>
              <a:cs typeface="Poppins Light"/>
              <a:sym typeface="Poppins Light"/>
            </a:endParaRPr>
          </a:p>
        </p:txBody>
      </p:sp>
      <p:sp>
        <p:nvSpPr>
          <p:cNvPr id="127" name="Google Shape;127;g330c8633f18_0_10"/>
          <p:cNvSpPr txBox="1"/>
          <p:nvPr/>
        </p:nvSpPr>
        <p:spPr>
          <a:xfrm>
            <a:off x="589763" y="1598681"/>
            <a:ext cx="7875000" cy="5641200"/>
          </a:xfrm>
          <a:prstGeom prst="rect">
            <a:avLst/>
          </a:prstGeom>
          <a:noFill/>
          <a:ln>
            <a:noFill/>
          </a:ln>
        </p:spPr>
        <p:txBody>
          <a:bodyPr anchorCtr="0" anchor="t" bIns="68575" lIns="68575" spcFirstLastPara="1" rIns="68575" wrap="square" tIns="68575">
            <a:spAutoFit/>
          </a:bodyPr>
          <a:lstStyle/>
          <a:p>
            <a:pPr indent="0" lvl="0" marL="0" rtl="0" algn="just">
              <a:lnSpc>
                <a:spcPct val="150000"/>
              </a:lnSpc>
              <a:spcBef>
                <a:spcPts val="0"/>
              </a:spcBef>
              <a:spcAft>
                <a:spcPts val="0"/>
              </a:spcAft>
              <a:buNone/>
            </a:pPr>
            <a:r>
              <a:rPr lang="es" sz="1100">
                <a:latin typeface="Poppins"/>
                <a:ea typeface="Poppins"/>
                <a:cs typeface="Poppins"/>
                <a:sym typeface="Poppins"/>
              </a:rPr>
              <a:t>A la hora de representar fracciones en la </a:t>
            </a:r>
            <a:r>
              <a:rPr b="1" lang="es" sz="1100">
                <a:latin typeface="Poppins"/>
                <a:ea typeface="Poppins"/>
                <a:cs typeface="Poppins"/>
                <a:sym typeface="Poppins"/>
              </a:rPr>
              <a:t>recta numérica</a:t>
            </a:r>
            <a:r>
              <a:rPr lang="es" sz="1100">
                <a:latin typeface="Poppins"/>
                <a:ea typeface="Poppins"/>
                <a:cs typeface="Poppins"/>
                <a:sym typeface="Poppins"/>
              </a:rPr>
              <a:t>, la </a:t>
            </a:r>
            <a:r>
              <a:rPr b="1" lang="es" sz="1100">
                <a:latin typeface="Poppins"/>
                <a:ea typeface="Poppins"/>
                <a:cs typeface="Poppins"/>
                <a:sym typeface="Poppins"/>
              </a:rPr>
              <a:t>noción de un entero</a:t>
            </a:r>
            <a:r>
              <a:rPr lang="es" sz="1100">
                <a:latin typeface="Poppins"/>
                <a:ea typeface="Poppins"/>
                <a:cs typeface="Poppins"/>
                <a:sym typeface="Poppins"/>
              </a:rPr>
              <a:t> no es tan directa como en figuras, y eso </a:t>
            </a:r>
            <a:r>
              <a:rPr b="1" lang="es" sz="1100">
                <a:latin typeface="Poppins"/>
                <a:ea typeface="Poppins"/>
                <a:cs typeface="Poppins"/>
                <a:sym typeface="Poppins"/>
              </a:rPr>
              <a:t>tiende a confundir</a:t>
            </a:r>
            <a:r>
              <a:rPr lang="es" sz="1100">
                <a:latin typeface="Poppins"/>
                <a:ea typeface="Poppins"/>
                <a:cs typeface="Poppins"/>
                <a:sym typeface="Poppins"/>
              </a:rPr>
              <a:t>. De esa forma, es importante mostrarle a tu estudiante que la </a:t>
            </a:r>
            <a:r>
              <a:rPr b="1" lang="es" sz="1100">
                <a:latin typeface="Poppins"/>
                <a:ea typeface="Poppins"/>
                <a:cs typeface="Poppins"/>
                <a:sym typeface="Poppins"/>
              </a:rPr>
              <a:t>distancia que hay entre el 0 y 1 corresponde a un entero</a:t>
            </a:r>
            <a:r>
              <a:rPr lang="es" sz="1100">
                <a:latin typeface="Poppins"/>
                <a:ea typeface="Poppins"/>
                <a:cs typeface="Poppins"/>
                <a:sym typeface="Poppins"/>
              </a:rPr>
              <a:t>.</a:t>
            </a:r>
            <a:endParaRPr sz="1100">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100">
              <a:latin typeface="Poppins"/>
              <a:ea typeface="Poppins"/>
              <a:cs typeface="Poppins"/>
              <a:sym typeface="Poppins"/>
            </a:endParaRPr>
          </a:p>
          <a:p>
            <a:pPr indent="0" lvl="0" marL="0" rtl="0" algn="just">
              <a:lnSpc>
                <a:spcPct val="150000"/>
              </a:lnSpc>
              <a:spcBef>
                <a:spcPts val="0"/>
              </a:spcBef>
              <a:spcAft>
                <a:spcPts val="0"/>
              </a:spcAft>
              <a:buNone/>
            </a:pPr>
            <a:r>
              <a:rPr lang="es" sz="1100">
                <a:latin typeface="Poppins"/>
                <a:ea typeface="Poppins"/>
                <a:cs typeface="Poppins"/>
                <a:sym typeface="Poppins"/>
              </a:rPr>
              <a:t>Sabiendo lo anterior, para llevar a cabo la </a:t>
            </a:r>
            <a:r>
              <a:rPr b="1" lang="es" sz="1100">
                <a:latin typeface="Poppins"/>
                <a:ea typeface="Poppins"/>
                <a:cs typeface="Poppins"/>
                <a:sym typeface="Poppins"/>
              </a:rPr>
              <a:t>ubicación de fracciones </a:t>
            </a:r>
            <a:r>
              <a:rPr lang="es" sz="1100">
                <a:latin typeface="Poppins"/>
                <a:ea typeface="Poppins"/>
                <a:cs typeface="Poppins"/>
                <a:sym typeface="Poppins"/>
              </a:rPr>
              <a:t>en la recta numérica, le enseñarás a tu estudiante el siguiente </a:t>
            </a:r>
            <a:r>
              <a:rPr b="1" lang="es" sz="1100">
                <a:latin typeface="Poppins"/>
                <a:ea typeface="Poppins"/>
                <a:cs typeface="Poppins"/>
                <a:sym typeface="Poppins"/>
              </a:rPr>
              <a:t>procedimiento</a:t>
            </a:r>
            <a:r>
              <a:rPr lang="es" sz="1100">
                <a:latin typeface="Poppins"/>
                <a:ea typeface="Poppins"/>
                <a:cs typeface="Poppins"/>
                <a:sym typeface="Poppins"/>
              </a:rPr>
              <a:t>:</a:t>
            </a:r>
            <a:endParaRPr sz="1100">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100">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 sz="1100">
                <a:latin typeface="Poppins"/>
                <a:ea typeface="Poppins"/>
                <a:cs typeface="Poppins"/>
                <a:sym typeface="Poppins"/>
              </a:rPr>
              <a:t>1. </a:t>
            </a:r>
            <a:r>
              <a:rPr b="1" lang="es" sz="1100">
                <a:latin typeface="Poppins"/>
                <a:ea typeface="Poppins"/>
                <a:cs typeface="Poppins"/>
                <a:sym typeface="Poppins"/>
              </a:rPr>
              <a:t>Dividir </a:t>
            </a:r>
            <a:r>
              <a:rPr lang="es" sz="1100">
                <a:latin typeface="Poppins"/>
                <a:ea typeface="Poppins"/>
                <a:cs typeface="Poppins"/>
                <a:sym typeface="Poppins"/>
              </a:rPr>
              <a:t>el entero según lo que indique el </a:t>
            </a:r>
            <a:r>
              <a:rPr b="1" lang="es" sz="1100">
                <a:latin typeface="Poppins"/>
                <a:ea typeface="Poppins"/>
                <a:cs typeface="Poppins"/>
                <a:sym typeface="Poppins"/>
              </a:rPr>
              <a:t>denominador</a:t>
            </a:r>
            <a:r>
              <a:rPr lang="es" sz="1100">
                <a:latin typeface="Poppins"/>
                <a:ea typeface="Poppins"/>
                <a:cs typeface="Poppins"/>
                <a:sym typeface="Poppins"/>
              </a:rPr>
              <a:t>.</a:t>
            </a:r>
            <a:endParaRPr sz="1100">
              <a:latin typeface="Poppins"/>
              <a:ea typeface="Poppins"/>
              <a:cs typeface="Poppins"/>
              <a:sym typeface="Poppins"/>
            </a:endParaRPr>
          </a:p>
          <a:p>
            <a:pPr indent="0" lvl="0" marL="0" rtl="0" algn="just">
              <a:lnSpc>
                <a:spcPct val="150000"/>
              </a:lnSpc>
              <a:spcBef>
                <a:spcPts val="0"/>
              </a:spcBef>
              <a:spcAft>
                <a:spcPts val="0"/>
              </a:spcAft>
              <a:buNone/>
            </a:pPr>
            <a:r>
              <a:rPr lang="es" sz="1100">
                <a:latin typeface="Poppins"/>
                <a:ea typeface="Poppins"/>
                <a:cs typeface="Poppins"/>
                <a:sym typeface="Poppins"/>
              </a:rPr>
              <a:t>2. “</a:t>
            </a:r>
            <a:r>
              <a:rPr b="1" lang="es" sz="1100">
                <a:latin typeface="Poppins"/>
                <a:ea typeface="Poppins"/>
                <a:cs typeface="Poppins"/>
                <a:sym typeface="Poppins"/>
              </a:rPr>
              <a:t>Avanzar</a:t>
            </a:r>
            <a:r>
              <a:rPr lang="es" sz="1100">
                <a:latin typeface="Poppins"/>
                <a:ea typeface="Poppins"/>
                <a:cs typeface="Poppins"/>
                <a:sym typeface="Poppins"/>
              </a:rPr>
              <a:t>” la cantidad indicada en el </a:t>
            </a:r>
            <a:r>
              <a:rPr b="1" lang="es" sz="1100">
                <a:latin typeface="Poppins"/>
                <a:ea typeface="Poppins"/>
                <a:cs typeface="Poppins"/>
                <a:sym typeface="Poppins"/>
              </a:rPr>
              <a:t>numerador.</a:t>
            </a:r>
            <a:endParaRPr b="1" sz="1100">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100">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 sz="1100">
                <a:latin typeface="Poppins"/>
                <a:ea typeface="Poppins"/>
                <a:cs typeface="Poppins"/>
                <a:sym typeface="Poppins"/>
              </a:rPr>
              <a:t>Como manera de conectar contenidos, también le mostrarás </a:t>
            </a:r>
            <a:r>
              <a:rPr b="1" lang="es" sz="1100">
                <a:latin typeface="Poppins"/>
                <a:ea typeface="Poppins"/>
                <a:cs typeface="Poppins"/>
                <a:sym typeface="Poppins"/>
              </a:rPr>
              <a:t>equivalencias en una recta numérica</a:t>
            </a:r>
            <a:r>
              <a:rPr lang="es" sz="1100">
                <a:latin typeface="Poppins"/>
                <a:ea typeface="Poppins"/>
                <a:cs typeface="Poppins"/>
                <a:sym typeface="Poppins"/>
              </a:rPr>
              <a:t>. Pídele que te diga qué significa el concepto y cómo se obtenían, ya que ahora solo le mostrarás </a:t>
            </a:r>
            <a:r>
              <a:rPr b="1" lang="es" sz="1100">
                <a:latin typeface="Poppins"/>
                <a:ea typeface="Poppins"/>
                <a:cs typeface="Poppins"/>
                <a:sym typeface="Poppins"/>
              </a:rPr>
              <a:t>otra representación visual </a:t>
            </a:r>
            <a:r>
              <a:rPr lang="es" sz="1100">
                <a:latin typeface="Poppins"/>
                <a:ea typeface="Poppins"/>
                <a:cs typeface="Poppins"/>
                <a:sym typeface="Poppins"/>
              </a:rPr>
              <a:t>del tema.</a:t>
            </a:r>
            <a:endParaRPr sz="1100">
              <a:latin typeface="Poppins"/>
              <a:ea typeface="Poppins"/>
              <a:cs typeface="Poppins"/>
              <a:sym typeface="Poppins"/>
            </a:endParaRPr>
          </a:p>
          <a:p>
            <a:pPr indent="0" lvl="0" marL="0" rtl="0" algn="just">
              <a:lnSpc>
                <a:spcPct val="150000"/>
              </a:lnSpc>
              <a:spcBef>
                <a:spcPts val="0"/>
              </a:spcBef>
              <a:spcAft>
                <a:spcPts val="0"/>
              </a:spcAft>
              <a:buNone/>
            </a:pPr>
            <a:r>
              <a:t/>
            </a:r>
            <a:endParaRPr sz="1100">
              <a:latin typeface="Poppins"/>
              <a:ea typeface="Poppins"/>
              <a:cs typeface="Poppins"/>
              <a:sym typeface="Poppins"/>
            </a:endParaRPr>
          </a:p>
          <a:p>
            <a:pPr indent="0" lvl="0" marL="0" rtl="0" algn="just">
              <a:lnSpc>
                <a:spcPct val="150000"/>
              </a:lnSpc>
              <a:spcBef>
                <a:spcPts val="0"/>
              </a:spcBef>
              <a:spcAft>
                <a:spcPts val="0"/>
              </a:spcAft>
              <a:buNone/>
            </a:pPr>
            <a:r>
              <a:t/>
            </a:r>
            <a:endParaRPr sz="1100">
              <a:latin typeface="Poppins"/>
              <a:ea typeface="Poppins"/>
              <a:cs typeface="Poppins"/>
              <a:sym typeface="Poppins"/>
            </a:endParaRPr>
          </a:p>
          <a:p>
            <a:pPr indent="0" lvl="0" marL="0" rtl="0" algn="just">
              <a:lnSpc>
                <a:spcPct val="150000"/>
              </a:lnSpc>
              <a:spcBef>
                <a:spcPts val="0"/>
              </a:spcBef>
              <a:spcAft>
                <a:spcPts val="0"/>
              </a:spcAft>
              <a:buNone/>
            </a:pPr>
            <a:r>
              <a:t/>
            </a:r>
            <a:endParaRPr sz="1100">
              <a:latin typeface="Poppins"/>
              <a:ea typeface="Poppins"/>
              <a:cs typeface="Poppins"/>
              <a:sym typeface="Poppins"/>
            </a:endParaRPr>
          </a:p>
          <a:p>
            <a:pPr indent="0" lvl="0" marL="0" rtl="0" algn="just">
              <a:lnSpc>
                <a:spcPct val="150000"/>
              </a:lnSpc>
              <a:spcBef>
                <a:spcPts val="0"/>
              </a:spcBef>
              <a:spcAft>
                <a:spcPts val="0"/>
              </a:spcAft>
              <a:buNone/>
            </a:pPr>
            <a:r>
              <a:t/>
            </a:r>
            <a:endParaRPr sz="1100">
              <a:latin typeface="Poppins"/>
              <a:ea typeface="Poppins"/>
              <a:cs typeface="Poppins"/>
              <a:sym typeface="Poppins"/>
            </a:endParaRPr>
          </a:p>
          <a:p>
            <a:pPr indent="0" lvl="0" marL="0" rtl="0" algn="just">
              <a:lnSpc>
                <a:spcPct val="150000"/>
              </a:lnSpc>
              <a:spcBef>
                <a:spcPts val="0"/>
              </a:spcBef>
              <a:spcAft>
                <a:spcPts val="0"/>
              </a:spcAft>
              <a:buNone/>
            </a:pPr>
            <a:r>
              <a:t/>
            </a:r>
            <a:endParaRPr sz="1100">
              <a:latin typeface="Poppins"/>
              <a:ea typeface="Poppins"/>
              <a:cs typeface="Poppins"/>
              <a:sym typeface="Poppins"/>
            </a:endParaRPr>
          </a:p>
          <a:p>
            <a:pPr indent="0" lvl="0" marL="0" rtl="0" algn="just">
              <a:lnSpc>
                <a:spcPct val="150000"/>
              </a:lnSpc>
              <a:spcBef>
                <a:spcPts val="0"/>
              </a:spcBef>
              <a:spcAft>
                <a:spcPts val="0"/>
              </a:spcAft>
              <a:buNone/>
            </a:pPr>
            <a:r>
              <a:t/>
            </a:r>
            <a:endParaRPr sz="1100">
              <a:latin typeface="Poppins"/>
              <a:ea typeface="Poppins"/>
              <a:cs typeface="Poppins"/>
              <a:sym typeface="Poppins"/>
            </a:endParaRPr>
          </a:p>
          <a:p>
            <a:pPr indent="0" lvl="0" marL="0" rtl="0" algn="just">
              <a:lnSpc>
                <a:spcPct val="150000"/>
              </a:lnSpc>
              <a:spcBef>
                <a:spcPts val="0"/>
              </a:spcBef>
              <a:spcAft>
                <a:spcPts val="0"/>
              </a:spcAft>
              <a:buNone/>
            </a:pPr>
            <a:r>
              <a:t/>
            </a:r>
            <a:endParaRPr sz="1100">
              <a:latin typeface="Poppins"/>
              <a:ea typeface="Poppins"/>
              <a:cs typeface="Poppins"/>
              <a:sym typeface="Poppins"/>
            </a:endParaRPr>
          </a:p>
          <a:p>
            <a:pPr indent="0" lvl="0" marL="0" rtl="0" algn="just">
              <a:lnSpc>
                <a:spcPct val="150000"/>
              </a:lnSpc>
              <a:spcBef>
                <a:spcPts val="0"/>
              </a:spcBef>
              <a:spcAft>
                <a:spcPts val="0"/>
              </a:spcAft>
              <a:buNone/>
            </a:pPr>
            <a:r>
              <a:t/>
            </a:r>
            <a:endParaRPr b="1" sz="1100">
              <a:latin typeface="Poppins"/>
              <a:ea typeface="Poppins"/>
              <a:cs typeface="Poppins"/>
              <a:sym typeface="Poppins"/>
            </a:endParaRPr>
          </a:p>
          <a:p>
            <a:pPr indent="0" lvl="0" marL="0" rtl="0" algn="just">
              <a:lnSpc>
                <a:spcPct val="150000"/>
              </a:lnSpc>
              <a:spcBef>
                <a:spcPts val="0"/>
              </a:spcBef>
              <a:spcAft>
                <a:spcPts val="0"/>
              </a:spcAft>
              <a:buNone/>
            </a:pPr>
            <a:r>
              <a:t/>
            </a:r>
            <a:endParaRPr i="1" sz="1100">
              <a:latin typeface="Poppins"/>
              <a:ea typeface="Poppins"/>
              <a:cs typeface="Poppins"/>
              <a:sym typeface="Poppins"/>
            </a:endParaRPr>
          </a:p>
        </p:txBody>
      </p:sp>
      <p:sp>
        <p:nvSpPr>
          <p:cNvPr id="128" name="Google Shape;128;g330c8633f18_0_10"/>
          <p:cNvSpPr txBox="1"/>
          <p:nvPr/>
        </p:nvSpPr>
        <p:spPr>
          <a:xfrm>
            <a:off x="147788" y="85331"/>
            <a:ext cx="3423300" cy="327300"/>
          </a:xfrm>
          <a:prstGeom prst="rect">
            <a:avLst/>
          </a:prstGeom>
          <a:noFill/>
          <a:ln>
            <a:noFill/>
          </a:ln>
        </p:spPr>
        <p:txBody>
          <a:bodyPr anchorCtr="0" anchor="t" bIns="68575" lIns="68575" spcFirstLastPara="1" rIns="68575" wrap="square" tIns="68575">
            <a:noAutofit/>
          </a:bodyPr>
          <a:lstStyle/>
          <a:p>
            <a:pPr indent="0" lvl="0" marL="0" rtl="0" algn="l">
              <a:spcBef>
                <a:spcPts val="0"/>
              </a:spcBef>
              <a:spcAft>
                <a:spcPts val="0"/>
              </a:spcAft>
              <a:buNone/>
            </a:pPr>
            <a:r>
              <a:rPr lang="es" sz="1400">
                <a:solidFill>
                  <a:schemeClr val="dk1"/>
                </a:solidFill>
                <a:latin typeface="Calibri"/>
                <a:ea typeface="Calibri"/>
                <a:cs typeface="Calibri"/>
                <a:sym typeface="Calibri"/>
              </a:rPr>
              <a:t>IMPORTANTE: Información sólo para tutor/a</a:t>
            </a:r>
            <a:endParaRPr sz="1400">
              <a:solidFill>
                <a:schemeClr val="dk1"/>
              </a:solidFill>
              <a:latin typeface="Calibri"/>
              <a:ea typeface="Calibri"/>
              <a:cs typeface="Calibri"/>
              <a:sym typeface="Calibri"/>
            </a:endParaRPr>
          </a:p>
        </p:txBody>
      </p:sp>
      <p:sp>
        <p:nvSpPr>
          <p:cNvPr id="129" name="Google Shape;129;g330c8633f18_0_10"/>
          <p:cNvSpPr/>
          <p:nvPr/>
        </p:nvSpPr>
        <p:spPr>
          <a:xfrm>
            <a:off x="1903631" y="472931"/>
            <a:ext cx="5795400" cy="472800"/>
          </a:xfrm>
          <a:prstGeom prst="roundRect">
            <a:avLst>
              <a:gd fmla="val 16667" name="adj"/>
            </a:avLst>
          </a:prstGeom>
          <a:solidFill>
            <a:srgbClr val="3259A4"/>
          </a:solidFill>
          <a:ln cap="flat" cmpd="sng" w="9525">
            <a:solidFill>
              <a:srgbClr val="44546A"/>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t/>
            </a:r>
            <a:endParaRPr sz="1100">
              <a:latin typeface="Calibri"/>
              <a:ea typeface="Calibri"/>
              <a:cs typeface="Calibri"/>
              <a:sym typeface="Calibri"/>
            </a:endParaRPr>
          </a:p>
        </p:txBody>
      </p:sp>
      <p:sp>
        <p:nvSpPr>
          <p:cNvPr id="130" name="Google Shape;130;g330c8633f18_0_10"/>
          <p:cNvSpPr txBox="1"/>
          <p:nvPr/>
        </p:nvSpPr>
        <p:spPr>
          <a:xfrm>
            <a:off x="2638650" y="507467"/>
            <a:ext cx="4318500" cy="4728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lang="es" sz="2100">
                <a:solidFill>
                  <a:srgbClr val="FFFFFF"/>
                </a:solidFill>
                <a:latin typeface="Poppins"/>
                <a:ea typeface="Poppins"/>
                <a:cs typeface="Poppins"/>
                <a:sym typeface="Poppins"/>
              </a:rPr>
              <a:t>PLANIFICACIÓN TUTORÍA</a:t>
            </a:r>
            <a:endParaRPr sz="2100">
              <a:solidFill>
                <a:srgbClr val="FFFFFF"/>
              </a:solidFill>
              <a:latin typeface="Poppins"/>
              <a:ea typeface="Poppins"/>
              <a:cs typeface="Poppins"/>
              <a:sym typeface="Poppins"/>
            </a:endParaRPr>
          </a:p>
        </p:txBody>
      </p:sp>
      <p:pic>
        <p:nvPicPr>
          <p:cNvPr id="131" name="Google Shape;131;g330c8633f18_0_10"/>
          <p:cNvPicPr preferRelativeResize="0"/>
          <p:nvPr/>
        </p:nvPicPr>
        <p:blipFill>
          <a:blip r:embed="rId3">
            <a:alphaModFix/>
          </a:blip>
          <a:stretch>
            <a:fillRect/>
          </a:stretch>
        </p:blipFill>
        <p:spPr>
          <a:xfrm>
            <a:off x="8280756" y="4237625"/>
            <a:ext cx="690319" cy="7281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g330c8633f18_0_28"/>
          <p:cNvSpPr txBox="1"/>
          <p:nvPr/>
        </p:nvSpPr>
        <p:spPr>
          <a:xfrm>
            <a:off x="147788" y="85331"/>
            <a:ext cx="3423300" cy="327300"/>
          </a:xfrm>
          <a:prstGeom prst="rect">
            <a:avLst/>
          </a:prstGeom>
          <a:noFill/>
          <a:ln>
            <a:noFill/>
          </a:ln>
        </p:spPr>
        <p:txBody>
          <a:bodyPr anchorCtr="0" anchor="t" bIns="68575" lIns="68575" spcFirstLastPara="1" rIns="68575" wrap="square" tIns="68575">
            <a:noAutofit/>
          </a:bodyPr>
          <a:lstStyle/>
          <a:p>
            <a:pPr indent="0" lvl="0" marL="0" rtl="0" algn="l">
              <a:spcBef>
                <a:spcPts val="0"/>
              </a:spcBef>
              <a:spcAft>
                <a:spcPts val="0"/>
              </a:spcAft>
              <a:buNone/>
            </a:pPr>
            <a:r>
              <a:rPr lang="es" sz="1400">
                <a:solidFill>
                  <a:schemeClr val="dk1"/>
                </a:solidFill>
                <a:latin typeface="Calibri"/>
                <a:ea typeface="Calibri"/>
                <a:cs typeface="Calibri"/>
                <a:sym typeface="Calibri"/>
              </a:rPr>
              <a:t>IMPORTANTE: Información sólo para tutor/a</a:t>
            </a:r>
            <a:endParaRPr sz="1400">
              <a:solidFill>
                <a:schemeClr val="dk1"/>
              </a:solidFill>
              <a:latin typeface="Calibri"/>
              <a:ea typeface="Calibri"/>
              <a:cs typeface="Calibri"/>
              <a:sym typeface="Calibri"/>
            </a:endParaRPr>
          </a:p>
        </p:txBody>
      </p:sp>
      <p:sp>
        <p:nvSpPr>
          <p:cNvPr id="137" name="Google Shape;137;g330c8633f18_0_28"/>
          <p:cNvSpPr txBox="1"/>
          <p:nvPr/>
        </p:nvSpPr>
        <p:spPr>
          <a:xfrm>
            <a:off x="285206" y="1218713"/>
            <a:ext cx="8451600" cy="1554000"/>
          </a:xfrm>
          <a:prstGeom prst="rect">
            <a:avLst/>
          </a:prstGeom>
          <a:noFill/>
          <a:ln>
            <a:noFill/>
          </a:ln>
        </p:spPr>
        <p:txBody>
          <a:bodyPr anchorCtr="0" anchor="t" bIns="68575" lIns="68575" spcFirstLastPara="1" rIns="68575" wrap="square" tIns="68575">
            <a:noAutofit/>
          </a:bodyPr>
          <a:lstStyle/>
          <a:p>
            <a:pPr indent="0" lvl="0" marL="0" rtl="0" algn="l">
              <a:spcBef>
                <a:spcPts val="0"/>
              </a:spcBef>
              <a:spcAft>
                <a:spcPts val="0"/>
              </a:spcAft>
              <a:buNone/>
            </a:pPr>
            <a:r>
              <a:rPr b="1" lang="es" sz="1500">
                <a:solidFill>
                  <a:srgbClr val="3259A4"/>
                </a:solidFill>
                <a:latin typeface="Poppins"/>
                <a:ea typeface="Poppins"/>
                <a:cs typeface="Poppins"/>
                <a:sym typeface="Poppins"/>
              </a:rPr>
              <a:t>Para Complementar</a:t>
            </a:r>
            <a:endParaRPr b="1" sz="1500">
              <a:solidFill>
                <a:srgbClr val="3259A4"/>
              </a:solidFill>
              <a:latin typeface="Poppins"/>
              <a:ea typeface="Poppins"/>
              <a:cs typeface="Poppins"/>
              <a:sym typeface="Poppins"/>
            </a:endParaRPr>
          </a:p>
          <a:p>
            <a:pPr indent="0" lvl="0" marL="0" rtl="0" algn="l">
              <a:spcBef>
                <a:spcPts val="0"/>
              </a:spcBef>
              <a:spcAft>
                <a:spcPts val="0"/>
              </a:spcAft>
              <a:buNone/>
            </a:pPr>
            <a:r>
              <a:t/>
            </a:r>
            <a:endParaRPr b="1" sz="1500">
              <a:solidFill>
                <a:srgbClr val="3259A4"/>
              </a:solidFill>
              <a:latin typeface="Poppins"/>
              <a:ea typeface="Poppins"/>
              <a:cs typeface="Poppins"/>
              <a:sym typeface="Poppins"/>
            </a:endParaRPr>
          </a:p>
          <a:p>
            <a:pPr indent="0" lvl="0" marL="0" rtl="0" algn="just">
              <a:lnSpc>
                <a:spcPct val="150000"/>
              </a:lnSpc>
              <a:spcBef>
                <a:spcPts val="0"/>
              </a:spcBef>
              <a:spcAft>
                <a:spcPts val="0"/>
              </a:spcAft>
              <a:buNone/>
            </a:pPr>
            <a:r>
              <a:rPr lang="es">
                <a:solidFill>
                  <a:schemeClr val="dk1"/>
                </a:solidFill>
                <a:latin typeface="Poppins"/>
                <a:ea typeface="Poppins"/>
                <a:cs typeface="Poppins"/>
                <a:sym typeface="Poppins"/>
              </a:rPr>
              <a:t>Pídele a tu estudiante que construya tres rectas numéricas del mismo tamaño en su cuaderno y que represente en cada una las siguientes fracciones:                      .Con eso podrá ejercitar la representación y evidenciar por cuenta propia la equivalencia </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a:solidFill>
                <a:schemeClr val="dk1"/>
              </a:solidFill>
              <a:latin typeface="Poppins"/>
              <a:ea typeface="Poppins"/>
              <a:cs typeface="Poppins"/>
              <a:sym typeface="Poppins"/>
            </a:endParaRPr>
          </a:p>
          <a:p>
            <a:pPr indent="0" lvl="0" marL="0" rtl="0" algn="l">
              <a:spcBef>
                <a:spcPts val="0"/>
              </a:spcBef>
              <a:spcAft>
                <a:spcPts val="0"/>
              </a:spcAft>
              <a:buNone/>
            </a:pPr>
            <a:r>
              <a:t/>
            </a:r>
            <a:endParaRPr sz="2100">
              <a:solidFill>
                <a:schemeClr val="dk1"/>
              </a:solidFill>
              <a:latin typeface="Poppins"/>
              <a:ea typeface="Poppins"/>
              <a:cs typeface="Poppins"/>
              <a:sym typeface="Poppins"/>
            </a:endParaRPr>
          </a:p>
        </p:txBody>
      </p:sp>
      <p:sp>
        <p:nvSpPr>
          <p:cNvPr id="138" name="Google Shape;138;g330c8633f18_0_28"/>
          <p:cNvSpPr txBox="1"/>
          <p:nvPr/>
        </p:nvSpPr>
        <p:spPr>
          <a:xfrm>
            <a:off x="285206" y="3272644"/>
            <a:ext cx="8451600" cy="1554000"/>
          </a:xfrm>
          <a:prstGeom prst="rect">
            <a:avLst/>
          </a:prstGeom>
          <a:noFill/>
          <a:ln>
            <a:noFill/>
          </a:ln>
        </p:spPr>
        <p:txBody>
          <a:bodyPr anchorCtr="0" anchor="t" bIns="68575" lIns="68575" spcFirstLastPara="1" rIns="68575" wrap="square" tIns="68575">
            <a:noAutofit/>
          </a:bodyPr>
          <a:lstStyle/>
          <a:p>
            <a:pPr indent="0" lvl="0" marL="0" rtl="0" algn="l">
              <a:spcBef>
                <a:spcPts val="0"/>
              </a:spcBef>
              <a:spcAft>
                <a:spcPts val="0"/>
              </a:spcAft>
              <a:buNone/>
            </a:pPr>
            <a:r>
              <a:rPr b="1" lang="es" sz="1500">
                <a:solidFill>
                  <a:srgbClr val="3259A4"/>
                </a:solidFill>
                <a:latin typeface="Poppins"/>
                <a:ea typeface="Poppins"/>
                <a:cs typeface="Poppins"/>
                <a:sym typeface="Poppins"/>
              </a:rPr>
              <a:t>Preguntas de Cierre</a:t>
            </a:r>
            <a:endParaRPr b="1" sz="1500">
              <a:solidFill>
                <a:srgbClr val="3259A4"/>
              </a:solidFill>
              <a:latin typeface="Poppins"/>
              <a:ea typeface="Poppins"/>
              <a:cs typeface="Poppins"/>
              <a:sym typeface="Poppins"/>
            </a:endParaRPr>
          </a:p>
          <a:p>
            <a:pPr indent="0" lvl="0" marL="0" rtl="0" algn="l">
              <a:spcBef>
                <a:spcPts val="0"/>
              </a:spcBef>
              <a:spcAft>
                <a:spcPts val="0"/>
              </a:spcAft>
              <a:buNone/>
            </a:pPr>
            <a:r>
              <a:t/>
            </a:r>
            <a:endParaRPr b="1" sz="1500">
              <a:solidFill>
                <a:srgbClr val="3259A4"/>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
                <a:solidFill>
                  <a:schemeClr val="dk1"/>
                </a:solidFill>
                <a:latin typeface="Poppins"/>
                <a:ea typeface="Poppins"/>
                <a:cs typeface="Poppins"/>
                <a:sym typeface="Poppins"/>
              </a:rPr>
              <a:t>1. ¿En la recta numérica a qué corresponde un entero?</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
                <a:solidFill>
                  <a:schemeClr val="dk1"/>
                </a:solidFill>
                <a:latin typeface="Poppins"/>
                <a:ea typeface="Poppins"/>
                <a:cs typeface="Poppins"/>
                <a:sym typeface="Poppins"/>
              </a:rPr>
              <a:t>2. ¿Cómo ubicas fracciones en la recta numérica?</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
                <a:solidFill>
                  <a:schemeClr val="dk1"/>
                </a:solidFill>
                <a:latin typeface="Poppins"/>
                <a:ea typeface="Poppins"/>
                <a:cs typeface="Poppins"/>
                <a:sym typeface="Poppins"/>
              </a:rPr>
              <a:t>3. ¿Cómo se ven las fracciones equivalentes en la recta numérica?</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800"/>
              <a:buFont typeface="Arial"/>
              <a:buNone/>
            </a:pPr>
            <a:r>
              <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400">
              <a:solidFill>
                <a:schemeClr val="dk1"/>
              </a:solidFill>
              <a:latin typeface="Poppins"/>
              <a:ea typeface="Poppins"/>
              <a:cs typeface="Poppins"/>
              <a:sym typeface="Poppins"/>
            </a:endParaRPr>
          </a:p>
          <a:p>
            <a:pPr indent="0" lvl="0" marL="0" rtl="0" algn="l">
              <a:spcBef>
                <a:spcPts val="0"/>
              </a:spcBef>
              <a:spcAft>
                <a:spcPts val="0"/>
              </a:spcAft>
              <a:buNone/>
            </a:pPr>
            <a:r>
              <a:t/>
            </a:r>
            <a:endParaRPr sz="2100">
              <a:solidFill>
                <a:schemeClr val="dk1"/>
              </a:solidFill>
              <a:latin typeface="Poppins"/>
              <a:ea typeface="Poppins"/>
              <a:cs typeface="Poppins"/>
              <a:sym typeface="Poppins"/>
            </a:endParaRPr>
          </a:p>
        </p:txBody>
      </p:sp>
      <p:sp>
        <p:nvSpPr>
          <p:cNvPr id="139" name="Google Shape;139;g330c8633f18_0_28"/>
          <p:cNvSpPr/>
          <p:nvPr/>
        </p:nvSpPr>
        <p:spPr>
          <a:xfrm>
            <a:off x="1903631" y="472931"/>
            <a:ext cx="5795400" cy="472800"/>
          </a:xfrm>
          <a:prstGeom prst="roundRect">
            <a:avLst>
              <a:gd fmla="val 16667" name="adj"/>
            </a:avLst>
          </a:prstGeom>
          <a:solidFill>
            <a:srgbClr val="3259A4"/>
          </a:solidFill>
          <a:ln cap="flat" cmpd="sng" w="9525">
            <a:solidFill>
              <a:srgbClr val="44546A"/>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t/>
            </a:r>
            <a:endParaRPr sz="1100">
              <a:latin typeface="Calibri"/>
              <a:ea typeface="Calibri"/>
              <a:cs typeface="Calibri"/>
              <a:sym typeface="Calibri"/>
            </a:endParaRPr>
          </a:p>
        </p:txBody>
      </p:sp>
      <p:sp>
        <p:nvSpPr>
          <p:cNvPr id="140" name="Google Shape;140;g330c8633f18_0_28"/>
          <p:cNvSpPr txBox="1"/>
          <p:nvPr/>
        </p:nvSpPr>
        <p:spPr>
          <a:xfrm>
            <a:off x="2638650" y="507467"/>
            <a:ext cx="4318500" cy="4728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lang="es" sz="2100">
                <a:solidFill>
                  <a:srgbClr val="FFFFFF"/>
                </a:solidFill>
                <a:latin typeface="Poppins"/>
                <a:ea typeface="Poppins"/>
                <a:cs typeface="Poppins"/>
                <a:sym typeface="Poppins"/>
              </a:rPr>
              <a:t>PLANIFICACIÓN TUTORÍA</a:t>
            </a:r>
            <a:endParaRPr sz="2100">
              <a:solidFill>
                <a:srgbClr val="FFFFFF"/>
              </a:solidFill>
              <a:latin typeface="Poppins"/>
              <a:ea typeface="Poppins"/>
              <a:cs typeface="Poppins"/>
              <a:sym typeface="Poppins"/>
            </a:endParaRPr>
          </a:p>
        </p:txBody>
      </p:sp>
      <p:pic>
        <p:nvPicPr>
          <p:cNvPr id="141" name="Google Shape;141;g330c8633f18_0_28"/>
          <p:cNvPicPr preferRelativeResize="0"/>
          <p:nvPr/>
        </p:nvPicPr>
        <p:blipFill>
          <a:blip r:embed="rId3">
            <a:alphaModFix/>
          </a:blip>
          <a:stretch>
            <a:fillRect/>
          </a:stretch>
        </p:blipFill>
        <p:spPr>
          <a:xfrm>
            <a:off x="6510825" y="2023625"/>
            <a:ext cx="685284" cy="327300"/>
          </a:xfrm>
          <a:prstGeom prst="rect">
            <a:avLst/>
          </a:prstGeom>
          <a:noFill/>
          <a:ln>
            <a:noFill/>
          </a:ln>
        </p:spPr>
      </p:pic>
      <p:pic>
        <p:nvPicPr>
          <p:cNvPr id="142" name="Google Shape;142;g330c8633f18_0_28"/>
          <p:cNvPicPr preferRelativeResize="0"/>
          <p:nvPr/>
        </p:nvPicPr>
        <p:blipFill>
          <a:blip r:embed="rId4">
            <a:alphaModFix/>
          </a:blip>
          <a:stretch>
            <a:fillRect/>
          </a:stretch>
        </p:blipFill>
        <p:spPr>
          <a:xfrm>
            <a:off x="8280756" y="4237625"/>
            <a:ext cx="690319" cy="7281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pic>
        <p:nvPicPr>
          <p:cNvPr descr="No photo description available." id="147" name="Google Shape;147;p2"/>
          <p:cNvPicPr preferRelativeResize="0"/>
          <p:nvPr/>
        </p:nvPicPr>
        <p:blipFill rotWithShape="1">
          <a:blip r:embed="rId3">
            <a:alphaModFix/>
          </a:blip>
          <a:srcRect b="0" l="0" r="0" t="0"/>
          <a:stretch/>
        </p:blipFill>
        <p:spPr>
          <a:xfrm>
            <a:off x="0" y="3959925"/>
            <a:ext cx="932749" cy="932749"/>
          </a:xfrm>
          <a:prstGeom prst="rect">
            <a:avLst/>
          </a:prstGeom>
          <a:noFill/>
          <a:ln>
            <a:noFill/>
          </a:ln>
        </p:spPr>
      </p:pic>
      <p:pic>
        <p:nvPicPr>
          <p:cNvPr id="148" name="Google Shape;148;p2"/>
          <p:cNvPicPr preferRelativeResize="0"/>
          <p:nvPr/>
        </p:nvPicPr>
        <p:blipFill rotWithShape="1">
          <a:blip r:embed="rId4">
            <a:alphaModFix/>
          </a:blip>
          <a:srcRect b="0" l="0" r="0" t="0"/>
          <a:stretch/>
        </p:blipFill>
        <p:spPr>
          <a:xfrm>
            <a:off x="0" y="0"/>
            <a:ext cx="9144000" cy="5143497"/>
          </a:xfrm>
          <a:prstGeom prst="rect">
            <a:avLst/>
          </a:prstGeom>
          <a:noFill/>
          <a:ln>
            <a:noFill/>
          </a:ln>
        </p:spPr>
      </p:pic>
      <p:pic>
        <p:nvPicPr>
          <p:cNvPr id="149" name="Google Shape;149;p2"/>
          <p:cNvPicPr preferRelativeResize="0"/>
          <p:nvPr/>
        </p:nvPicPr>
        <p:blipFill>
          <a:blip r:embed="rId5">
            <a:alphaModFix/>
          </a:blip>
          <a:stretch>
            <a:fillRect/>
          </a:stretch>
        </p:blipFill>
        <p:spPr>
          <a:xfrm>
            <a:off x="8267431" y="3959925"/>
            <a:ext cx="690319" cy="7281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3"/>
          <p:cNvSpPr txBox="1"/>
          <p:nvPr>
            <p:ph type="title"/>
          </p:nvPr>
        </p:nvSpPr>
        <p:spPr>
          <a:xfrm>
            <a:off x="471488" y="205383"/>
            <a:ext cx="5915100" cy="7458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3300"/>
              <a:buFont typeface="Calibri"/>
              <a:buNone/>
            </a:pPr>
            <a:r>
              <a:t/>
            </a:r>
            <a:endParaRPr/>
          </a:p>
        </p:txBody>
      </p:sp>
      <p:pic>
        <p:nvPicPr>
          <p:cNvPr descr="Forma&#10;&#10;Descripción generada automáticamente con confianza media" id="155" name="Google Shape;155;p3"/>
          <p:cNvPicPr preferRelativeResize="0"/>
          <p:nvPr>
            <p:ph idx="1" type="body"/>
          </p:nvPr>
        </p:nvPicPr>
        <p:blipFill rotWithShape="1">
          <a:blip r:embed="rId3">
            <a:alphaModFix/>
          </a:blip>
          <a:srcRect b="0" l="0" r="0" t="0"/>
          <a:stretch/>
        </p:blipFill>
        <p:spPr>
          <a:xfrm>
            <a:off x="-5" y="0"/>
            <a:ext cx="9144000" cy="5143500"/>
          </a:xfrm>
          <a:prstGeom prst="rect">
            <a:avLst/>
          </a:prstGeom>
          <a:noFill/>
          <a:ln>
            <a:noFill/>
          </a:ln>
        </p:spPr>
      </p:pic>
      <p:sp>
        <p:nvSpPr>
          <p:cNvPr id="156" name="Google Shape;156;p3"/>
          <p:cNvSpPr txBox="1"/>
          <p:nvPr/>
        </p:nvSpPr>
        <p:spPr>
          <a:xfrm>
            <a:off x="497813" y="383963"/>
            <a:ext cx="8148300" cy="3193800"/>
          </a:xfrm>
          <a:prstGeom prst="rect">
            <a:avLst/>
          </a:prstGeom>
          <a:noFill/>
          <a:ln>
            <a:noFill/>
          </a:ln>
        </p:spPr>
        <p:txBody>
          <a:bodyPr anchorCtr="0" anchor="t"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3200"/>
              <a:buFont typeface="Arial"/>
              <a:buNone/>
            </a:pPr>
            <a:r>
              <a:rPr b="0" i="0" lang="es" sz="3200" u="none" cap="none" strike="noStrike">
                <a:solidFill>
                  <a:schemeClr val="lt1"/>
                </a:solidFill>
                <a:highlight>
                  <a:srgbClr val="009287"/>
                </a:highlight>
                <a:latin typeface="Patrick Hand"/>
                <a:ea typeface="Patrick Hand"/>
                <a:cs typeface="Patrick Hand"/>
                <a:sym typeface="Patrick Hand"/>
              </a:rPr>
              <a:t>Recordemos</a:t>
            </a:r>
            <a:endParaRPr b="0" i="0" sz="3200" u="none" cap="none" strike="noStrike">
              <a:solidFill>
                <a:schemeClr val="lt1"/>
              </a:solidFill>
              <a:highlight>
                <a:srgbClr val="009287"/>
              </a:highlight>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300"/>
              <a:buFont typeface="Arial"/>
              <a:buNone/>
            </a:pPr>
            <a:r>
              <a:rPr b="0" i="0" lang="es" sz="2300" u="none" cap="none" strike="noStrike">
                <a:solidFill>
                  <a:schemeClr val="dk1"/>
                </a:solidFill>
                <a:latin typeface="Patrick Hand"/>
                <a:ea typeface="Patrick Hand"/>
                <a:cs typeface="Patrick Hand"/>
                <a:sym typeface="Patrick Hand"/>
              </a:rPr>
              <a:t>Una fracción representa las partes que estás considerando del total de partes iguales. Esta se representa de la siguiente manera simbólicamente:</a:t>
            </a:r>
            <a:endParaRPr b="0" i="0" sz="23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300"/>
              <a:buFont typeface="Arial"/>
              <a:buNone/>
            </a:pPr>
            <a:r>
              <a:t/>
            </a:r>
            <a:endParaRPr b="0" i="0" sz="2300" u="none" cap="none" strike="noStrike">
              <a:solidFill>
                <a:schemeClr val="dk1"/>
              </a:solidFill>
              <a:latin typeface="Patrick Hand"/>
              <a:ea typeface="Patrick Hand"/>
              <a:cs typeface="Patrick Hand"/>
              <a:sym typeface="Patrick Hand"/>
            </a:endParaRPr>
          </a:p>
          <a:p>
            <a:pPr indent="0" lvl="0" marL="342900" marR="0" rtl="0" algn="l">
              <a:lnSpc>
                <a:spcPct val="100000"/>
              </a:lnSpc>
              <a:spcBef>
                <a:spcPts val="0"/>
              </a:spcBef>
              <a:spcAft>
                <a:spcPts val="0"/>
              </a:spcAft>
              <a:buClr>
                <a:srgbClr val="000000"/>
              </a:buClr>
              <a:buSzPts val="5100"/>
              <a:buFont typeface="Arial"/>
              <a:buNone/>
            </a:pPr>
            <a:r>
              <a:rPr b="1" i="0" lang="es" sz="5100" u="none" cap="none" strike="noStrike">
                <a:solidFill>
                  <a:schemeClr val="dk1"/>
                </a:solidFill>
                <a:latin typeface="Patrick Hand"/>
                <a:ea typeface="Patrick Hand"/>
                <a:cs typeface="Patrick Hand"/>
                <a:sym typeface="Patrick Hand"/>
              </a:rPr>
              <a:t>           1</a:t>
            </a:r>
            <a:endParaRPr b="1" i="0" sz="5100" u="none" cap="none" strike="noStrike">
              <a:solidFill>
                <a:schemeClr val="dk1"/>
              </a:solidFill>
              <a:latin typeface="Patrick Hand"/>
              <a:ea typeface="Patrick Hand"/>
              <a:cs typeface="Patrick Hand"/>
              <a:sym typeface="Patrick Hand"/>
            </a:endParaRPr>
          </a:p>
          <a:p>
            <a:pPr indent="0" lvl="0" marL="342900" marR="0" rtl="0" algn="l">
              <a:lnSpc>
                <a:spcPct val="100000"/>
              </a:lnSpc>
              <a:spcBef>
                <a:spcPts val="0"/>
              </a:spcBef>
              <a:spcAft>
                <a:spcPts val="0"/>
              </a:spcAft>
              <a:buClr>
                <a:srgbClr val="000000"/>
              </a:buClr>
              <a:buSzPts val="5100"/>
              <a:buFont typeface="Arial"/>
              <a:buNone/>
            </a:pPr>
            <a:r>
              <a:rPr b="1" i="0" lang="es" sz="5100" u="none" cap="none" strike="noStrike">
                <a:solidFill>
                  <a:schemeClr val="dk1"/>
                </a:solidFill>
                <a:latin typeface="Patrick Hand"/>
                <a:ea typeface="Patrick Hand"/>
                <a:cs typeface="Patrick Hand"/>
                <a:sym typeface="Patrick Hand"/>
              </a:rPr>
              <a:t>				 5</a:t>
            </a:r>
            <a:endParaRPr b="1" i="0" sz="5100" u="none" cap="none" strike="noStrike">
              <a:solidFill>
                <a:schemeClr val="dk1"/>
              </a:solidFill>
              <a:latin typeface="Patrick Hand"/>
              <a:ea typeface="Patrick Hand"/>
              <a:cs typeface="Patrick Hand"/>
              <a:sym typeface="Patrick Hand"/>
            </a:endParaRPr>
          </a:p>
        </p:txBody>
      </p:sp>
      <p:sp>
        <p:nvSpPr>
          <p:cNvPr id="157" name="Google Shape;157;p3"/>
          <p:cNvSpPr txBox="1"/>
          <p:nvPr/>
        </p:nvSpPr>
        <p:spPr>
          <a:xfrm>
            <a:off x="4338413" y="1978650"/>
            <a:ext cx="4350000" cy="7158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2000"/>
              <a:buFont typeface="Arial"/>
              <a:buNone/>
            </a:pPr>
            <a:r>
              <a:rPr b="0" i="0" lang="es" sz="2100" u="none" cap="none" strike="noStrike">
                <a:solidFill>
                  <a:schemeClr val="dk1"/>
                </a:solidFill>
                <a:latin typeface="Patrick Hand"/>
                <a:ea typeface="Patrick Hand"/>
                <a:cs typeface="Patrick Hand"/>
                <a:sym typeface="Patrick Hand"/>
              </a:rPr>
              <a:t>NUMERADOR: número de partes que tenemos. </a:t>
            </a:r>
            <a:endParaRPr b="0" i="0" sz="2100" u="none" cap="none" strike="noStrike">
              <a:solidFill>
                <a:schemeClr val="dk1"/>
              </a:solidFill>
              <a:latin typeface="Patrick Hand"/>
              <a:ea typeface="Patrick Hand"/>
              <a:cs typeface="Patrick Hand"/>
              <a:sym typeface="Patrick Hand"/>
            </a:endParaRPr>
          </a:p>
        </p:txBody>
      </p:sp>
      <p:sp>
        <p:nvSpPr>
          <p:cNvPr id="158" name="Google Shape;158;p3"/>
          <p:cNvSpPr txBox="1"/>
          <p:nvPr/>
        </p:nvSpPr>
        <p:spPr>
          <a:xfrm>
            <a:off x="4320252" y="2882138"/>
            <a:ext cx="3834600" cy="7158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2000"/>
              <a:buFont typeface="Arial"/>
              <a:buNone/>
            </a:pPr>
            <a:r>
              <a:rPr b="0" i="0" lang="es" sz="2100" u="none" cap="none" strike="noStrike">
                <a:solidFill>
                  <a:schemeClr val="dk1"/>
                </a:solidFill>
                <a:latin typeface="Patrick Hand"/>
                <a:ea typeface="Patrick Hand"/>
                <a:cs typeface="Patrick Hand"/>
                <a:sym typeface="Patrick Hand"/>
              </a:rPr>
              <a:t>DENOMINADOR: número de partes en que hemos dividido la unidad</a:t>
            </a:r>
            <a:endParaRPr b="0" i="0" sz="2100" u="none" cap="none" strike="noStrike">
              <a:solidFill>
                <a:schemeClr val="dk1"/>
              </a:solidFill>
              <a:latin typeface="Patrick Hand"/>
              <a:ea typeface="Patrick Hand"/>
              <a:cs typeface="Patrick Hand"/>
              <a:sym typeface="Patrick Hand"/>
            </a:endParaRPr>
          </a:p>
        </p:txBody>
      </p:sp>
      <p:sp>
        <p:nvSpPr>
          <p:cNvPr id="159" name="Google Shape;159;p3"/>
          <p:cNvSpPr/>
          <p:nvPr/>
        </p:nvSpPr>
        <p:spPr>
          <a:xfrm>
            <a:off x="1726838" y="1950269"/>
            <a:ext cx="1990800" cy="1627500"/>
          </a:xfrm>
          <a:prstGeom prst="roundRect">
            <a:avLst>
              <a:gd fmla="val 16667" name="adj"/>
            </a:avLst>
          </a:prstGeom>
          <a:noFill/>
          <a:ln cap="flat" cmpd="sng" w="28575">
            <a:solidFill>
              <a:srgbClr val="009287"/>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cxnSp>
        <p:nvCxnSpPr>
          <p:cNvPr id="160" name="Google Shape;160;p3"/>
          <p:cNvCxnSpPr/>
          <p:nvPr/>
        </p:nvCxnSpPr>
        <p:spPr>
          <a:xfrm flipH="1" rot="10800000">
            <a:off x="1909394" y="2817650"/>
            <a:ext cx="1625700" cy="13200"/>
          </a:xfrm>
          <a:prstGeom prst="straightConnector1">
            <a:avLst/>
          </a:prstGeom>
          <a:noFill/>
          <a:ln cap="flat" cmpd="sng" w="28575">
            <a:solidFill>
              <a:srgbClr val="009287"/>
            </a:solidFill>
            <a:prstDash val="solid"/>
            <a:round/>
            <a:headEnd len="sm" w="sm" type="none"/>
            <a:tailEnd len="sm" w="sm" type="none"/>
          </a:ln>
        </p:spPr>
      </p:cxnSp>
      <p:cxnSp>
        <p:nvCxnSpPr>
          <p:cNvPr id="161" name="Google Shape;161;p3"/>
          <p:cNvCxnSpPr>
            <a:endCxn id="157" idx="1"/>
          </p:cNvCxnSpPr>
          <p:nvPr/>
        </p:nvCxnSpPr>
        <p:spPr>
          <a:xfrm>
            <a:off x="3717713" y="2333550"/>
            <a:ext cx="620700" cy="3000"/>
          </a:xfrm>
          <a:prstGeom prst="straightConnector1">
            <a:avLst/>
          </a:prstGeom>
          <a:noFill/>
          <a:ln cap="flat" cmpd="sng" w="19050">
            <a:solidFill>
              <a:srgbClr val="009287"/>
            </a:solidFill>
            <a:prstDash val="solid"/>
            <a:round/>
            <a:headEnd len="sm" w="sm" type="none"/>
            <a:tailEnd len="med" w="med" type="triangle"/>
          </a:ln>
        </p:spPr>
      </p:cxnSp>
      <p:cxnSp>
        <p:nvCxnSpPr>
          <p:cNvPr id="162" name="Google Shape;162;p3"/>
          <p:cNvCxnSpPr/>
          <p:nvPr/>
        </p:nvCxnSpPr>
        <p:spPr>
          <a:xfrm>
            <a:off x="3717638" y="3171788"/>
            <a:ext cx="620700" cy="3000"/>
          </a:xfrm>
          <a:prstGeom prst="straightConnector1">
            <a:avLst/>
          </a:prstGeom>
          <a:noFill/>
          <a:ln cap="flat" cmpd="sng" w="19050">
            <a:solidFill>
              <a:srgbClr val="009287"/>
            </a:solidFill>
            <a:prstDash val="solid"/>
            <a:round/>
            <a:headEnd len="sm" w="sm" type="none"/>
            <a:tailEnd len="med" w="med" type="triangle"/>
          </a:ln>
        </p:spPr>
      </p:cxnSp>
      <p:pic>
        <p:nvPicPr>
          <p:cNvPr id="163" name="Google Shape;163;p3"/>
          <p:cNvPicPr preferRelativeResize="0"/>
          <p:nvPr/>
        </p:nvPicPr>
        <p:blipFill>
          <a:blip r:embed="rId4">
            <a:alphaModFix/>
          </a:blip>
          <a:stretch>
            <a:fillRect/>
          </a:stretch>
        </p:blipFill>
        <p:spPr>
          <a:xfrm>
            <a:off x="8267431" y="3959925"/>
            <a:ext cx="690319" cy="7281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4"/>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SzPts val="1400"/>
              <a:buNone/>
            </a:pPr>
            <a:r>
              <a:t/>
            </a:r>
            <a:endParaRPr/>
          </a:p>
        </p:txBody>
      </p:sp>
      <p:sp>
        <p:nvSpPr>
          <p:cNvPr id="169" name="Google Shape;169;p4"/>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p>
            <a:pPr indent="0" lvl="0" marL="0" rtl="0" algn="l">
              <a:lnSpc>
                <a:spcPct val="90000"/>
              </a:lnSpc>
              <a:spcBef>
                <a:spcPts val="800"/>
              </a:spcBef>
              <a:spcAft>
                <a:spcPts val="0"/>
              </a:spcAft>
              <a:buSzPts val="1400"/>
              <a:buNone/>
            </a:pPr>
            <a:r>
              <a:t/>
            </a:r>
            <a:endParaRPr/>
          </a:p>
        </p:txBody>
      </p:sp>
      <p:pic>
        <p:nvPicPr>
          <p:cNvPr descr="Forma&#10;&#10;Descripción generada automáticamente con confianza media" id="170" name="Google Shape;170;p4"/>
          <p:cNvPicPr preferRelativeResize="0"/>
          <p:nvPr>
            <p:ph idx="1" type="body"/>
          </p:nvPr>
        </p:nvPicPr>
        <p:blipFill rotWithShape="1">
          <a:blip r:embed="rId3">
            <a:alphaModFix/>
          </a:blip>
          <a:srcRect b="0" l="0" r="0" t="0"/>
          <a:stretch/>
        </p:blipFill>
        <p:spPr>
          <a:xfrm>
            <a:off x="-5" y="0"/>
            <a:ext cx="9144000" cy="5143500"/>
          </a:xfrm>
          <a:prstGeom prst="rect">
            <a:avLst/>
          </a:prstGeom>
          <a:noFill/>
          <a:ln>
            <a:noFill/>
          </a:ln>
        </p:spPr>
      </p:pic>
      <p:sp>
        <p:nvSpPr>
          <p:cNvPr id="171" name="Google Shape;171;p4"/>
          <p:cNvSpPr txBox="1"/>
          <p:nvPr/>
        </p:nvSpPr>
        <p:spPr>
          <a:xfrm>
            <a:off x="146575" y="184475"/>
            <a:ext cx="8887800" cy="2678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600"/>
              <a:buFont typeface="Arial"/>
              <a:buNone/>
            </a:pPr>
            <a:r>
              <a:rPr b="1" i="0" lang="es" sz="2600" u="none" cap="none" strike="noStrike">
                <a:solidFill>
                  <a:schemeClr val="dk1"/>
                </a:solidFill>
                <a:latin typeface="Patrick Hand"/>
                <a:ea typeface="Patrick Hand"/>
                <a:cs typeface="Patrick Hand"/>
                <a:sym typeface="Patrick Hand"/>
              </a:rPr>
              <a:t>¿Cómo ubicamos las fracciones en una recta? </a:t>
            </a:r>
            <a:endParaRPr b="1" i="0" sz="26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400"/>
              <a:buFont typeface="Arial"/>
              <a:buNone/>
            </a:pPr>
            <a:r>
              <a:rPr b="0" i="0" lang="es" sz="2400" u="none" cap="none" strike="noStrike">
                <a:solidFill>
                  <a:schemeClr val="dk1"/>
                </a:solidFill>
                <a:latin typeface="Patrick Hand"/>
                <a:ea typeface="Patrick Hand"/>
                <a:cs typeface="Patrick Hand"/>
                <a:sym typeface="Patrick Hand"/>
              </a:rPr>
              <a:t>Para ubicar las fracciones en la recta, debemos dividir el entero en la cantidad de partes que indique el denominador de la fracción. Luego de dividirla podemos ubicarla según su denominador.</a:t>
            </a:r>
            <a:endParaRPr b="0" i="0" sz="24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500"/>
              <a:buFont typeface="Arial"/>
              <a:buNone/>
            </a:pPr>
            <a:r>
              <a:rPr b="0" i="0" lang="es" sz="2500" u="none" cap="none" strike="noStrike">
                <a:solidFill>
                  <a:schemeClr val="dk1"/>
                </a:solidFill>
                <a:latin typeface="Patrick Hand"/>
                <a:ea typeface="Patrick Hand"/>
                <a:cs typeface="Patrick Hand"/>
                <a:sym typeface="Patrick Hand"/>
              </a:rPr>
              <a:t>Ejemplo:                   </a:t>
            </a:r>
            <a:endParaRPr b="0" i="0" sz="25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500"/>
              <a:buFont typeface="Arial"/>
              <a:buNone/>
            </a:pPr>
            <a:r>
              <a:t/>
            </a:r>
            <a:endParaRPr b="0" i="0" sz="2500" u="none" cap="none" strike="noStrike">
              <a:solidFill>
                <a:schemeClr val="dk1"/>
              </a:solidFill>
              <a:latin typeface="Patrick Hand"/>
              <a:ea typeface="Patrick Hand"/>
              <a:cs typeface="Patrick Hand"/>
              <a:sym typeface="Patrick Hand"/>
            </a:endParaRPr>
          </a:p>
        </p:txBody>
      </p:sp>
      <p:cxnSp>
        <p:nvCxnSpPr>
          <p:cNvPr id="172" name="Google Shape;172;p4"/>
          <p:cNvCxnSpPr/>
          <p:nvPr/>
        </p:nvCxnSpPr>
        <p:spPr>
          <a:xfrm rot="10800000">
            <a:off x="-5" y="3479975"/>
            <a:ext cx="9144000" cy="0"/>
          </a:xfrm>
          <a:prstGeom prst="straightConnector1">
            <a:avLst/>
          </a:prstGeom>
          <a:noFill/>
          <a:ln cap="flat" cmpd="sng" w="19050">
            <a:solidFill>
              <a:srgbClr val="009287"/>
            </a:solidFill>
            <a:prstDash val="solid"/>
            <a:round/>
            <a:headEnd len="med" w="med" type="triangle"/>
            <a:tailEnd len="med" w="med" type="triangle"/>
          </a:ln>
        </p:spPr>
      </p:cxnSp>
      <p:sp>
        <p:nvSpPr>
          <p:cNvPr id="173" name="Google Shape;173;p4"/>
          <p:cNvSpPr/>
          <p:nvPr/>
        </p:nvSpPr>
        <p:spPr>
          <a:xfrm>
            <a:off x="3578563" y="2064188"/>
            <a:ext cx="860700" cy="294300"/>
          </a:xfrm>
          <a:prstGeom prst="rightArrow">
            <a:avLst>
              <a:gd fmla="val 50000" name="adj1"/>
              <a:gd fmla="val 50000" name="adj2"/>
            </a:avLst>
          </a:prstGeom>
          <a:solidFill>
            <a:srgbClr val="6DDED5"/>
          </a:solidFill>
          <a:ln cap="flat" cmpd="sng" w="9525">
            <a:solidFill>
              <a:srgbClr val="14BEB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 name="Google Shape;174;p4"/>
          <p:cNvSpPr txBox="1"/>
          <p:nvPr/>
        </p:nvSpPr>
        <p:spPr>
          <a:xfrm>
            <a:off x="4572025" y="1915388"/>
            <a:ext cx="4854900" cy="507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100"/>
              <a:buFont typeface="Arial"/>
              <a:buNone/>
            </a:pPr>
            <a:r>
              <a:rPr b="0" i="0" lang="es" sz="2100" u="none" cap="none" strike="noStrike">
                <a:solidFill>
                  <a:schemeClr val="dk1"/>
                </a:solidFill>
                <a:latin typeface="Patrick Hand"/>
                <a:ea typeface="Patrick Hand"/>
                <a:cs typeface="Patrick Hand"/>
                <a:sym typeface="Patrick Hand"/>
              </a:rPr>
              <a:t>Debemos dividir el entero en 5 partes iguales.</a:t>
            </a:r>
            <a:endParaRPr b="0" i="0" sz="1000" u="none" cap="none" strike="noStrike">
              <a:solidFill>
                <a:srgbClr val="000000"/>
              </a:solidFill>
              <a:latin typeface="Arial"/>
              <a:ea typeface="Arial"/>
              <a:cs typeface="Arial"/>
              <a:sym typeface="Arial"/>
            </a:endParaRPr>
          </a:p>
        </p:txBody>
      </p:sp>
      <p:cxnSp>
        <p:nvCxnSpPr>
          <p:cNvPr id="175" name="Google Shape;175;p4"/>
          <p:cNvCxnSpPr/>
          <p:nvPr/>
        </p:nvCxnSpPr>
        <p:spPr>
          <a:xfrm>
            <a:off x="1947025" y="3437650"/>
            <a:ext cx="0" cy="224100"/>
          </a:xfrm>
          <a:prstGeom prst="straightConnector1">
            <a:avLst/>
          </a:prstGeom>
          <a:noFill/>
          <a:ln cap="flat" cmpd="sng" w="19050">
            <a:solidFill>
              <a:srgbClr val="009287"/>
            </a:solidFill>
            <a:prstDash val="solid"/>
            <a:round/>
            <a:headEnd len="sm" w="sm" type="none"/>
            <a:tailEnd len="sm" w="sm" type="none"/>
          </a:ln>
        </p:spPr>
      </p:cxnSp>
      <p:cxnSp>
        <p:nvCxnSpPr>
          <p:cNvPr id="176" name="Google Shape;176;p4"/>
          <p:cNvCxnSpPr/>
          <p:nvPr/>
        </p:nvCxnSpPr>
        <p:spPr>
          <a:xfrm>
            <a:off x="3471025" y="3397625"/>
            <a:ext cx="0" cy="224100"/>
          </a:xfrm>
          <a:prstGeom prst="straightConnector1">
            <a:avLst/>
          </a:prstGeom>
          <a:noFill/>
          <a:ln cap="flat" cmpd="sng" w="19050">
            <a:solidFill>
              <a:srgbClr val="009287"/>
            </a:solidFill>
            <a:prstDash val="solid"/>
            <a:round/>
            <a:headEnd len="sm" w="sm" type="none"/>
            <a:tailEnd len="sm" w="sm" type="none"/>
          </a:ln>
        </p:spPr>
      </p:cxnSp>
      <p:cxnSp>
        <p:nvCxnSpPr>
          <p:cNvPr id="177" name="Google Shape;177;p4"/>
          <p:cNvCxnSpPr/>
          <p:nvPr/>
        </p:nvCxnSpPr>
        <p:spPr>
          <a:xfrm>
            <a:off x="4995025" y="3397625"/>
            <a:ext cx="0" cy="224100"/>
          </a:xfrm>
          <a:prstGeom prst="straightConnector1">
            <a:avLst/>
          </a:prstGeom>
          <a:noFill/>
          <a:ln cap="flat" cmpd="sng" w="19050">
            <a:solidFill>
              <a:srgbClr val="009287"/>
            </a:solidFill>
            <a:prstDash val="solid"/>
            <a:round/>
            <a:headEnd len="sm" w="sm" type="none"/>
            <a:tailEnd len="sm" w="sm" type="none"/>
          </a:ln>
        </p:spPr>
      </p:cxnSp>
      <p:cxnSp>
        <p:nvCxnSpPr>
          <p:cNvPr id="178" name="Google Shape;178;p4"/>
          <p:cNvCxnSpPr/>
          <p:nvPr/>
        </p:nvCxnSpPr>
        <p:spPr>
          <a:xfrm>
            <a:off x="6519025" y="3397625"/>
            <a:ext cx="0" cy="224100"/>
          </a:xfrm>
          <a:prstGeom prst="straightConnector1">
            <a:avLst/>
          </a:prstGeom>
          <a:noFill/>
          <a:ln cap="flat" cmpd="sng" w="19050">
            <a:solidFill>
              <a:srgbClr val="009287"/>
            </a:solidFill>
            <a:prstDash val="solid"/>
            <a:round/>
            <a:headEnd len="sm" w="sm" type="none"/>
            <a:tailEnd len="sm" w="sm" type="none"/>
          </a:ln>
        </p:spPr>
      </p:cxnSp>
      <p:cxnSp>
        <p:nvCxnSpPr>
          <p:cNvPr id="179" name="Google Shape;179;p4"/>
          <p:cNvCxnSpPr/>
          <p:nvPr/>
        </p:nvCxnSpPr>
        <p:spPr>
          <a:xfrm>
            <a:off x="423025" y="3397625"/>
            <a:ext cx="0" cy="224100"/>
          </a:xfrm>
          <a:prstGeom prst="straightConnector1">
            <a:avLst/>
          </a:prstGeom>
          <a:noFill/>
          <a:ln cap="flat" cmpd="sng" w="19050">
            <a:solidFill>
              <a:srgbClr val="009287"/>
            </a:solidFill>
            <a:prstDash val="solid"/>
            <a:round/>
            <a:headEnd len="sm" w="sm" type="none"/>
            <a:tailEnd len="sm" w="sm" type="none"/>
          </a:ln>
        </p:spPr>
      </p:cxnSp>
      <p:cxnSp>
        <p:nvCxnSpPr>
          <p:cNvPr id="180" name="Google Shape;180;p4"/>
          <p:cNvCxnSpPr/>
          <p:nvPr/>
        </p:nvCxnSpPr>
        <p:spPr>
          <a:xfrm>
            <a:off x="8043025" y="3397625"/>
            <a:ext cx="0" cy="224100"/>
          </a:xfrm>
          <a:prstGeom prst="straightConnector1">
            <a:avLst/>
          </a:prstGeom>
          <a:noFill/>
          <a:ln cap="flat" cmpd="sng" w="19050">
            <a:solidFill>
              <a:srgbClr val="009287"/>
            </a:solidFill>
            <a:prstDash val="solid"/>
            <a:round/>
            <a:headEnd len="sm" w="sm" type="none"/>
            <a:tailEnd len="sm" w="sm" type="none"/>
          </a:ln>
        </p:spPr>
      </p:cxnSp>
      <p:sp>
        <p:nvSpPr>
          <p:cNvPr id="181" name="Google Shape;181;p4"/>
          <p:cNvSpPr txBox="1"/>
          <p:nvPr/>
        </p:nvSpPr>
        <p:spPr>
          <a:xfrm>
            <a:off x="7918650" y="3513850"/>
            <a:ext cx="30000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0" i="0" lang="es" sz="2500" u="none" cap="none" strike="noStrike">
                <a:solidFill>
                  <a:schemeClr val="dk1"/>
                </a:solidFill>
                <a:latin typeface="Patrick Hand"/>
                <a:ea typeface="Patrick Hand"/>
                <a:cs typeface="Patrick Hand"/>
                <a:sym typeface="Patrick Hand"/>
              </a:rPr>
              <a:t>1</a:t>
            </a:r>
            <a:endParaRPr b="0" i="0" sz="1400" u="none" cap="none" strike="noStrike">
              <a:solidFill>
                <a:srgbClr val="000000"/>
              </a:solidFill>
              <a:latin typeface="Arial"/>
              <a:ea typeface="Arial"/>
              <a:cs typeface="Arial"/>
              <a:sym typeface="Arial"/>
            </a:endParaRPr>
          </a:p>
        </p:txBody>
      </p:sp>
      <p:sp>
        <p:nvSpPr>
          <p:cNvPr id="182" name="Google Shape;182;p4"/>
          <p:cNvSpPr txBox="1"/>
          <p:nvPr/>
        </p:nvSpPr>
        <p:spPr>
          <a:xfrm>
            <a:off x="229175" y="3513850"/>
            <a:ext cx="5973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0" i="0" lang="es" sz="2500" u="none" cap="none" strike="noStrike">
                <a:solidFill>
                  <a:schemeClr val="dk1"/>
                </a:solidFill>
                <a:latin typeface="Patrick Hand"/>
                <a:ea typeface="Patrick Hand"/>
                <a:cs typeface="Patrick Hand"/>
                <a:sym typeface="Patrick Hand"/>
              </a:rPr>
              <a:t>0</a:t>
            </a:r>
            <a:endParaRPr b="0" i="0" sz="1400" u="none" cap="none" strike="noStrike">
              <a:solidFill>
                <a:srgbClr val="000000"/>
              </a:solidFill>
              <a:latin typeface="Arial"/>
              <a:ea typeface="Arial"/>
              <a:cs typeface="Arial"/>
              <a:sym typeface="Arial"/>
            </a:endParaRPr>
          </a:p>
        </p:txBody>
      </p:sp>
      <p:sp>
        <p:nvSpPr>
          <p:cNvPr id="183" name="Google Shape;183;p4"/>
          <p:cNvSpPr txBox="1"/>
          <p:nvPr/>
        </p:nvSpPr>
        <p:spPr>
          <a:xfrm>
            <a:off x="1791250" y="3661750"/>
            <a:ext cx="450000" cy="954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0" i="0" lang="es" sz="2500" u="none" cap="none" strike="noStrike">
                <a:solidFill>
                  <a:schemeClr val="dk1"/>
                </a:solidFill>
                <a:latin typeface="Patrick Hand"/>
                <a:ea typeface="Patrick Hand"/>
                <a:cs typeface="Patrick Hand"/>
                <a:sym typeface="Patrick Hand"/>
              </a:rPr>
              <a:t>1 </a:t>
            </a:r>
            <a:endParaRPr b="0" i="0" sz="25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500"/>
              <a:buFont typeface="Arial"/>
              <a:buNone/>
            </a:pPr>
            <a:r>
              <a:rPr b="0" i="0" lang="es" sz="2500" u="none" cap="none" strike="noStrike">
                <a:solidFill>
                  <a:schemeClr val="dk1"/>
                </a:solidFill>
                <a:latin typeface="Patrick Hand"/>
                <a:ea typeface="Patrick Hand"/>
                <a:cs typeface="Patrick Hand"/>
                <a:sym typeface="Patrick Hand"/>
              </a:rPr>
              <a:t>5</a:t>
            </a:r>
            <a:endParaRPr b="0" i="0" sz="1400" u="none" cap="none" strike="noStrike">
              <a:solidFill>
                <a:srgbClr val="000000"/>
              </a:solidFill>
              <a:latin typeface="Arial"/>
              <a:ea typeface="Arial"/>
              <a:cs typeface="Arial"/>
              <a:sym typeface="Arial"/>
            </a:endParaRPr>
          </a:p>
        </p:txBody>
      </p:sp>
      <p:sp>
        <p:nvSpPr>
          <p:cNvPr id="184" name="Google Shape;184;p4"/>
          <p:cNvSpPr txBox="1"/>
          <p:nvPr/>
        </p:nvSpPr>
        <p:spPr>
          <a:xfrm>
            <a:off x="3282225" y="3681925"/>
            <a:ext cx="450000" cy="954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0" i="0" lang="es" sz="2500" u="none" cap="none" strike="noStrike">
                <a:solidFill>
                  <a:schemeClr val="dk1"/>
                </a:solidFill>
                <a:latin typeface="Patrick Hand"/>
                <a:ea typeface="Patrick Hand"/>
                <a:cs typeface="Patrick Hand"/>
                <a:sym typeface="Patrick Hand"/>
              </a:rPr>
              <a:t>2 </a:t>
            </a:r>
            <a:endParaRPr b="0" i="0" sz="25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500"/>
              <a:buFont typeface="Arial"/>
              <a:buNone/>
            </a:pPr>
            <a:r>
              <a:rPr b="0" i="0" lang="es" sz="2500" u="none" cap="none" strike="noStrike">
                <a:solidFill>
                  <a:schemeClr val="dk1"/>
                </a:solidFill>
                <a:latin typeface="Patrick Hand"/>
                <a:ea typeface="Patrick Hand"/>
                <a:cs typeface="Patrick Hand"/>
                <a:sym typeface="Patrick Hand"/>
              </a:rPr>
              <a:t>5</a:t>
            </a:r>
            <a:endParaRPr b="0" i="0" sz="1400" u="none" cap="none" strike="noStrike">
              <a:solidFill>
                <a:srgbClr val="000000"/>
              </a:solidFill>
              <a:latin typeface="Arial"/>
              <a:ea typeface="Arial"/>
              <a:cs typeface="Arial"/>
              <a:sym typeface="Arial"/>
            </a:endParaRPr>
          </a:p>
        </p:txBody>
      </p:sp>
      <p:sp>
        <p:nvSpPr>
          <p:cNvPr id="185" name="Google Shape;185;p4"/>
          <p:cNvSpPr txBox="1"/>
          <p:nvPr/>
        </p:nvSpPr>
        <p:spPr>
          <a:xfrm>
            <a:off x="4931150" y="3681925"/>
            <a:ext cx="450000" cy="954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0" i="0" lang="es" sz="2500" u="none" cap="none" strike="noStrike">
                <a:solidFill>
                  <a:schemeClr val="dk1"/>
                </a:solidFill>
                <a:latin typeface="Patrick Hand"/>
                <a:ea typeface="Patrick Hand"/>
                <a:cs typeface="Patrick Hand"/>
                <a:sym typeface="Patrick Hand"/>
              </a:rPr>
              <a:t>3 </a:t>
            </a:r>
            <a:endParaRPr b="0" i="0" sz="25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500"/>
              <a:buFont typeface="Arial"/>
              <a:buNone/>
            </a:pPr>
            <a:r>
              <a:rPr b="0" i="0" lang="es" sz="2500" u="none" cap="none" strike="noStrike">
                <a:solidFill>
                  <a:schemeClr val="dk1"/>
                </a:solidFill>
                <a:latin typeface="Patrick Hand"/>
                <a:ea typeface="Patrick Hand"/>
                <a:cs typeface="Patrick Hand"/>
                <a:sym typeface="Patrick Hand"/>
              </a:rPr>
              <a:t>5</a:t>
            </a:r>
            <a:endParaRPr b="0" i="0" sz="1400" u="none" cap="none" strike="noStrike">
              <a:solidFill>
                <a:srgbClr val="000000"/>
              </a:solidFill>
              <a:latin typeface="Arial"/>
              <a:ea typeface="Arial"/>
              <a:cs typeface="Arial"/>
              <a:sym typeface="Arial"/>
            </a:endParaRPr>
          </a:p>
        </p:txBody>
      </p:sp>
      <p:sp>
        <p:nvSpPr>
          <p:cNvPr id="186" name="Google Shape;186;p4"/>
          <p:cNvSpPr txBox="1"/>
          <p:nvPr/>
        </p:nvSpPr>
        <p:spPr>
          <a:xfrm>
            <a:off x="6370225" y="3681925"/>
            <a:ext cx="450000" cy="954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0" i="0" lang="es" sz="2500" u="none" cap="none" strike="noStrike">
                <a:solidFill>
                  <a:schemeClr val="dk1"/>
                </a:solidFill>
                <a:latin typeface="Patrick Hand"/>
                <a:ea typeface="Patrick Hand"/>
                <a:cs typeface="Patrick Hand"/>
                <a:sym typeface="Patrick Hand"/>
              </a:rPr>
              <a:t>4 </a:t>
            </a:r>
            <a:endParaRPr b="0" i="0" sz="25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500"/>
              <a:buFont typeface="Arial"/>
              <a:buNone/>
            </a:pPr>
            <a:r>
              <a:rPr b="0" i="0" lang="es" sz="2500" u="none" cap="none" strike="noStrike">
                <a:solidFill>
                  <a:schemeClr val="dk1"/>
                </a:solidFill>
                <a:latin typeface="Patrick Hand"/>
                <a:ea typeface="Patrick Hand"/>
                <a:cs typeface="Patrick Hand"/>
                <a:sym typeface="Patrick Hand"/>
              </a:rPr>
              <a:t>5</a:t>
            </a:r>
            <a:endParaRPr b="0" i="0" sz="1400" u="none" cap="none" strike="noStrike">
              <a:solidFill>
                <a:srgbClr val="000000"/>
              </a:solidFill>
              <a:latin typeface="Arial"/>
              <a:ea typeface="Arial"/>
              <a:cs typeface="Arial"/>
              <a:sym typeface="Arial"/>
            </a:endParaRPr>
          </a:p>
        </p:txBody>
      </p:sp>
      <p:cxnSp>
        <p:nvCxnSpPr>
          <p:cNvPr id="187" name="Google Shape;187;p4"/>
          <p:cNvCxnSpPr/>
          <p:nvPr/>
        </p:nvCxnSpPr>
        <p:spPr>
          <a:xfrm>
            <a:off x="2899525" y="2440650"/>
            <a:ext cx="490200" cy="14100"/>
          </a:xfrm>
          <a:prstGeom prst="straightConnector1">
            <a:avLst/>
          </a:prstGeom>
          <a:noFill/>
          <a:ln cap="flat" cmpd="sng" w="9525">
            <a:solidFill>
              <a:schemeClr val="dk2"/>
            </a:solidFill>
            <a:prstDash val="solid"/>
            <a:round/>
            <a:headEnd len="sm" w="sm" type="none"/>
            <a:tailEnd len="sm" w="sm" type="none"/>
          </a:ln>
        </p:spPr>
      </p:cxnSp>
      <p:cxnSp>
        <p:nvCxnSpPr>
          <p:cNvPr id="188" name="Google Shape;188;p4"/>
          <p:cNvCxnSpPr/>
          <p:nvPr/>
        </p:nvCxnSpPr>
        <p:spPr>
          <a:xfrm>
            <a:off x="1771150" y="4152025"/>
            <a:ext cx="490200" cy="14100"/>
          </a:xfrm>
          <a:prstGeom prst="straightConnector1">
            <a:avLst/>
          </a:prstGeom>
          <a:noFill/>
          <a:ln cap="flat" cmpd="sng" w="9525">
            <a:solidFill>
              <a:schemeClr val="dk2"/>
            </a:solidFill>
            <a:prstDash val="solid"/>
            <a:round/>
            <a:headEnd len="sm" w="sm" type="none"/>
            <a:tailEnd len="sm" w="sm" type="none"/>
          </a:ln>
        </p:spPr>
      </p:cxnSp>
      <p:cxnSp>
        <p:nvCxnSpPr>
          <p:cNvPr id="189" name="Google Shape;189;p4"/>
          <p:cNvCxnSpPr/>
          <p:nvPr/>
        </p:nvCxnSpPr>
        <p:spPr>
          <a:xfrm>
            <a:off x="3225925" y="4131850"/>
            <a:ext cx="490200" cy="14100"/>
          </a:xfrm>
          <a:prstGeom prst="straightConnector1">
            <a:avLst/>
          </a:prstGeom>
          <a:noFill/>
          <a:ln cap="flat" cmpd="sng" w="9525">
            <a:solidFill>
              <a:schemeClr val="dk2"/>
            </a:solidFill>
            <a:prstDash val="solid"/>
            <a:round/>
            <a:headEnd len="sm" w="sm" type="none"/>
            <a:tailEnd len="sm" w="sm" type="none"/>
          </a:ln>
        </p:spPr>
      </p:cxnSp>
      <p:cxnSp>
        <p:nvCxnSpPr>
          <p:cNvPr id="190" name="Google Shape;190;p4"/>
          <p:cNvCxnSpPr/>
          <p:nvPr/>
        </p:nvCxnSpPr>
        <p:spPr>
          <a:xfrm>
            <a:off x="4911050" y="4131850"/>
            <a:ext cx="490200" cy="14100"/>
          </a:xfrm>
          <a:prstGeom prst="straightConnector1">
            <a:avLst/>
          </a:prstGeom>
          <a:noFill/>
          <a:ln cap="flat" cmpd="sng" w="9525">
            <a:solidFill>
              <a:schemeClr val="dk2"/>
            </a:solidFill>
            <a:prstDash val="solid"/>
            <a:round/>
            <a:headEnd len="sm" w="sm" type="none"/>
            <a:tailEnd len="sm" w="sm" type="none"/>
          </a:ln>
        </p:spPr>
      </p:cxnSp>
      <p:cxnSp>
        <p:nvCxnSpPr>
          <p:cNvPr id="191" name="Google Shape;191;p4"/>
          <p:cNvCxnSpPr/>
          <p:nvPr/>
        </p:nvCxnSpPr>
        <p:spPr>
          <a:xfrm>
            <a:off x="6273925" y="4131850"/>
            <a:ext cx="490200" cy="14100"/>
          </a:xfrm>
          <a:prstGeom prst="straightConnector1">
            <a:avLst/>
          </a:prstGeom>
          <a:noFill/>
          <a:ln cap="flat" cmpd="sng" w="9525">
            <a:solidFill>
              <a:schemeClr val="dk2"/>
            </a:solidFill>
            <a:prstDash val="solid"/>
            <a:round/>
            <a:headEnd len="sm" w="sm" type="none"/>
            <a:tailEnd len="sm" w="sm" type="none"/>
          </a:ln>
        </p:spPr>
      </p:cxnSp>
      <p:sp>
        <p:nvSpPr>
          <p:cNvPr id="192" name="Google Shape;192;p4"/>
          <p:cNvSpPr txBox="1"/>
          <p:nvPr/>
        </p:nvSpPr>
        <p:spPr>
          <a:xfrm>
            <a:off x="2995825" y="1896850"/>
            <a:ext cx="450000" cy="954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0" i="0" lang="es" sz="2500" u="none" cap="none" strike="noStrike">
                <a:solidFill>
                  <a:schemeClr val="dk1"/>
                </a:solidFill>
                <a:latin typeface="Patrick Hand"/>
                <a:ea typeface="Patrick Hand"/>
                <a:cs typeface="Patrick Hand"/>
                <a:sym typeface="Patrick Hand"/>
              </a:rPr>
              <a:t>3 </a:t>
            </a:r>
            <a:endParaRPr b="0" i="0" sz="25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500"/>
              <a:buFont typeface="Arial"/>
              <a:buNone/>
            </a:pPr>
            <a:r>
              <a:rPr b="0" i="0" lang="es" sz="2500" u="none" cap="none" strike="noStrike">
                <a:solidFill>
                  <a:schemeClr val="dk1"/>
                </a:solidFill>
                <a:latin typeface="Patrick Hand"/>
                <a:ea typeface="Patrick Hand"/>
                <a:cs typeface="Patrick Hand"/>
                <a:sym typeface="Patrick Hand"/>
              </a:rPr>
              <a:t>5</a:t>
            </a:r>
            <a:endParaRPr b="0" i="0" sz="1400" u="none" cap="none" strike="noStrike">
              <a:solidFill>
                <a:srgbClr val="000000"/>
              </a:solidFill>
              <a:latin typeface="Arial"/>
              <a:ea typeface="Arial"/>
              <a:cs typeface="Arial"/>
              <a:sym typeface="Arial"/>
            </a:endParaRPr>
          </a:p>
        </p:txBody>
      </p:sp>
      <p:sp>
        <p:nvSpPr>
          <p:cNvPr id="193" name="Google Shape;193;p4"/>
          <p:cNvSpPr/>
          <p:nvPr/>
        </p:nvSpPr>
        <p:spPr>
          <a:xfrm rot="-5400000">
            <a:off x="1012336" y="2466070"/>
            <a:ext cx="235200" cy="1396800"/>
          </a:xfrm>
          <a:prstGeom prst="rightBrace">
            <a:avLst>
              <a:gd fmla="val 50000" name="adj1"/>
              <a:gd fmla="val 50000" name="adj2"/>
            </a:avLst>
          </a:prstGeom>
          <a:noFill/>
          <a:ln cap="flat" cmpd="sng" w="9525">
            <a:solidFill>
              <a:srgbClr val="14BEB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 name="Google Shape;194;p4"/>
          <p:cNvSpPr txBox="1"/>
          <p:nvPr/>
        </p:nvSpPr>
        <p:spPr>
          <a:xfrm>
            <a:off x="935125" y="2440650"/>
            <a:ext cx="4500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s" sz="1800" u="none" cap="none" strike="noStrike">
                <a:solidFill>
                  <a:schemeClr val="dk1"/>
                </a:solidFill>
                <a:latin typeface="Patrick Hand"/>
                <a:ea typeface="Patrick Hand"/>
                <a:cs typeface="Patrick Hand"/>
                <a:sym typeface="Patrick Hand"/>
              </a:rPr>
              <a:t>1 </a:t>
            </a:r>
            <a:endParaRPr b="0" i="0" sz="18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1800"/>
              <a:buFont typeface="Arial"/>
              <a:buNone/>
            </a:pPr>
            <a:r>
              <a:rPr b="0" i="0" lang="es" sz="1800" u="none" cap="none" strike="noStrike">
                <a:solidFill>
                  <a:schemeClr val="dk1"/>
                </a:solidFill>
                <a:latin typeface="Patrick Hand"/>
                <a:ea typeface="Patrick Hand"/>
                <a:cs typeface="Patrick Hand"/>
                <a:sym typeface="Patrick Hand"/>
              </a:rPr>
              <a:t>5</a:t>
            </a:r>
            <a:endParaRPr b="0" i="0" sz="700" u="none" cap="none" strike="noStrike">
              <a:solidFill>
                <a:srgbClr val="000000"/>
              </a:solidFill>
              <a:latin typeface="Arial"/>
              <a:ea typeface="Arial"/>
              <a:cs typeface="Arial"/>
              <a:sym typeface="Arial"/>
            </a:endParaRPr>
          </a:p>
        </p:txBody>
      </p:sp>
      <p:sp>
        <p:nvSpPr>
          <p:cNvPr id="195" name="Google Shape;195;p4"/>
          <p:cNvSpPr txBox="1"/>
          <p:nvPr/>
        </p:nvSpPr>
        <p:spPr>
          <a:xfrm>
            <a:off x="2469625" y="2597913"/>
            <a:ext cx="4500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s" sz="1800" u="none" cap="none" strike="noStrike">
                <a:solidFill>
                  <a:schemeClr val="dk1"/>
                </a:solidFill>
                <a:latin typeface="Patrick Hand"/>
                <a:ea typeface="Patrick Hand"/>
                <a:cs typeface="Patrick Hand"/>
                <a:sym typeface="Patrick Hand"/>
              </a:rPr>
              <a:t>1 </a:t>
            </a:r>
            <a:endParaRPr b="0" i="0" sz="18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1800"/>
              <a:buFont typeface="Arial"/>
              <a:buNone/>
            </a:pPr>
            <a:r>
              <a:rPr b="0" i="0" lang="es" sz="1800" u="none" cap="none" strike="noStrike">
                <a:solidFill>
                  <a:schemeClr val="dk1"/>
                </a:solidFill>
                <a:latin typeface="Patrick Hand"/>
                <a:ea typeface="Patrick Hand"/>
                <a:cs typeface="Patrick Hand"/>
                <a:sym typeface="Patrick Hand"/>
              </a:rPr>
              <a:t>5</a:t>
            </a:r>
            <a:endParaRPr b="0" i="0" sz="700" u="none" cap="none" strike="noStrike">
              <a:solidFill>
                <a:srgbClr val="000000"/>
              </a:solidFill>
              <a:latin typeface="Arial"/>
              <a:ea typeface="Arial"/>
              <a:cs typeface="Arial"/>
              <a:sym typeface="Arial"/>
            </a:endParaRPr>
          </a:p>
        </p:txBody>
      </p:sp>
      <p:sp>
        <p:nvSpPr>
          <p:cNvPr id="196" name="Google Shape;196;p4"/>
          <p:cNvSpPr txBox="1"/>
          <p:nvPr/>
        </p:nvSpPr>
        <p:spPr>
          <a:xfrm>
            <a:off x="3929350" y="2440650"/>
            <a:ext cx="4500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s" sz="1800" u="none" cap="none" strike="noStrike">
                <a:solidFill>
                  <a:schemeClr val="dk1"/>
                </a:solidFill>
                <a:latin typeface="Patrick Hand"/>
                <a:ea typeface="Patrick Hand"/>
                <a:cs typeface="Patrick Hand"/>
                <a:sym typeface="Patrick Hand"/>
              </a:rPr>
              <a:t>1 </a:t>
            </a:r>
            <a:endParaRPr b="0" i="0" sz="18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1800"/>
              <a:buFont typeface="Arial"/>
              <a:buNone/>
            </a:pPr>
            <a:r>
              <a:rPr b="0" i="0" lang="es" sz="1800" u="none" cap="none" strike="noStrike">
                <a:solidFill>
                  <a:schemeClr val="dk1"/>
                </a:solidFill>
                <a:latin typeface="Patrick Hand"/>
                <a:ea typeface="Patrick Hand"/>
                <a:cs typeface="Patrick Hand"/>
                <a:sym typeface="Patrick Hand"/>
              </a:rPr>
              <a:t>5</a:t>
            </a:r>
            <a:endParaRPr b="0" i="0" sz="700" u="none" cap="none" strike="noStrike">
              <a:solidFill>
                <a:srgbClr val="000000"/>
              </a:solidFill>
              <a:latin typeface="Arial"/>
              <a:ea typeface="Arial"/>
              <a:cs typeface="Arial"/>
              <a:sym typeface="Arial"/>
            </a:endParaRPr>
          </a:p>
        </p:txBody>
      </p:sp>
      <p:sp>
        <p:nvSpPr>
          <p:cNvPr id="197" name="Google Shape;197;p4"/>
          <p:cNvSpPr txBox="1"/>
          <p:nvPr/>
        </p:nvSpPr>
        <p:spPr>
          <a:xfrm>
            <a:off x="5622550" y="2642588"/>
            <a:ext cx="4500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s" sz="1800" u="none" cap="none" strike="noStrike">
                <a:solidFill>
                  <a:schemeClr val="dk1"/>
                </a:solidFill>
                <a:latin typeface="Patrick Hand"/>
                <a:ea typeface="Patrick Hand"/>
                <a:cs typeface="Patrick Hand"/>
                <a:sym typeface="Patrick Hand"/>
              </a:rPr>
              <a:t>1 </a:t>
            </a:r>
            <a:endParaRPr b="0" i="0" sz="18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1800"/>
              <a:buFont typeface="Arial"/>
              <a:buNone/>
            </a:pPr>
            <a:r>
              <a:rPr b="0" i="0" lang="es" sz="1800" u="none" cap="none" strike="noStrike">
                <a:solidFill>
                  <a:schemeClr val="dk1"/>
                </a:solidFill>
                <a:latin typeface="Patrick Hand"/>
                <a:ea typeface="Patrick Hand"/>
                <a:cs typeface="Patrick Hand"/>
                <a:sym typeface="Patrick Hand"/>
              </a:rPr>
              <a:t>5</a:t>
            </a:r>
            <a:endParaRPr b="0" i="0" sz="700" u="none" cap="none" strike="noStrike">
              <a:solidFill>
                <a:srgbClr val="000000"/>
              </a:solidFill>
              <a:latin typeface="Arial"/>
              <a:ea typeface="Arial"/>
              <a:cs typeface="Arial"/>
              <a:sym typeface="Arial"/>
            </a:endParaRPr>
          </a:p>
        </p:txBody>
      </p:sp>
      <p:sp>
        <p:nvSpPr>
          <p:cNvPr id="198" name="Google Shape;198;p4"/>
          <p:cNvSpPr txBox="1"/>
          <p:nvPr/>
        </p:nvSpPr>
        <p:spPr>
          <a:xfrm>
            <a:off x="7063625" y="2521175"/>
            <a:ext cx="4500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s" sz="1800" u="none" cap="none" strike="noStrike">
                <a:solidFill>
                  <a:schemeClr val="dk1"/>
                </a:solidFill>
                <a:latin typeface="Patrick Hand"/>
                <a:ea typeface="Patrick Hand"/>
                <a:cs typeface="Patrick Hand"/>
                <a:sym typeface="Patrick Hand"/>
              </a:rPr>
              <a:t>1 </a:t>
            </a:r>
            <a:endParaRPr b="0" i="0" sz="18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1800"/>
              <a:buFont typeface="Arial"/>
              <a:buNone/>
            </a:pPr>
            <a:r>
              <a:rPr b="0" i="0" lang="es" sz="1800" u="none" cap="none" strike="noStrike">
                <a:solidFill>
                  <a:schemeClr val="dk1"/>
                </a:solidFill>
                <a:latin typeface="Patrick Hand"/>
                <a:ea typeface="Patrick Hand"/>
                <a:cs typeface="Patrick Hand"/>
                <a:sym typeface="Patrick Hand"/>
              </a:rPr>
              <a:t>5</a:t>
            </a:r>
            <a:endParaRPr b="0" i="0" sz="700" u="none" cap="none" strike="noStrike">
              <a:solidFill>
                <a:srgbClr val="000000"/>
              </a:solidFill>
              <a:latin typeface="Arial"/>
              <a:ea typeface="Arial"/>
              <a:cs typeface="Arial"/>
              <a:sym typeface="Arial"/>
            </a:endParaRPr>
          </a:p>
        </p:txBody>
      </p:sp>
      <p:sp>
        <p:nvSpPr>
          <p:cNvPr id="199" name="Google Shape;199;p4"/>
          <p:cNvSpPr/>
          <p:nvPr/>
        </p:nvSpPr>
        <p:spPr>
          <a:xfrm rot="-5400000">
            <a:off x="2577036" y="2517658"/>
            <a:ext cx="235200" cy="1396800"/>
          </a:xfrm>
          <a:prstGeom prst="rightBrace">
            <a:avLst>
              <a:gd fmla="val 50000" name="adj1"/>
              <a:gd fmla="val 50000" name="adj2"/>
            </a:avLst>
          </a:prstGeom>
          <a:noFill/>
          <a:ln cap="flat" cmpd="sng" w="9525">
            <a:solidFill>
              <a:srgbClr val="14BEB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 name="Google Shape;200;p4"/>
          <p:cNvSpPr/>
          <p:nvPr/>
        </p:nvSpPr>
        <p:spPr>
          <a:xfrm rot="-5400000">
            <a:off x="4153499" y="2573858"/>
            <a:ext cx="235200" cy="1396800"/>
          </a:xfrm>
          <a:prstGeom prst="rightBrace">
            <a:avLst>
              <a:gd fmla="val 50000" name="adj1"/>
              <a:gd fmla="val 50000" name="adj2"/>
            </a:avLst>
          </a:prstGeom>
          <a:noFill/>
          <a:ln cap="flat" cmpd="sng" w="9525">
            <a:solidFill>
              <a:srgbClr val="14BEB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 name="Google Shape;201;p4"/>
          <p:cNvSpPr/>
          <p:nvPr/>
        </p:nvSpPr>
        <p:spPr>
          <a:xfrm rot="-5400000">
            <a:off x="5729986" y="2573858"/>
            <a:ext cx="235200" cy="1396800"/>
          </a:xfrm>
          <a:prstGeom prst="rightBrace">
            <a:avLst>
              <a:gd fmla="val 50000" name="adj1"/>
              <a:gd fmla="val 50000" name="adj2"/>
            </a:avLst>
          </a:prstGeom>
          <a:noFill/>
          <a:ln cap="flat" cmpd="sng" w="9525">
            <a:solidFill>
              <a:srgbClr val="14BEB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 name="Google Shape;202;p4"/>
          <p:cNvSpPr/>
          <p:nvPr/>
        </p:nvSpPr>
        <p:spPr>
          <a:xfrm rot="-5400000">
            <a:off x="7171036" y="2489820"/>
            <a:ext cx="235200" cy="1396800"/>
          </a:xfrm>
          <a:prstGeom prst="rightBrace">
            <a:avLst>
              <a:gd fmla="val 50000" name="adj1"/>
              <a:gd fmla="val 50000" name="adj2"/>
            </a:avLst>
          </a:prstGeom>
          <a:noFill/>
          <a:ln cap="flat" cmpd="sng" w="9525">
            <a:solidFill>
              <a:srgbClr val="14BEB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 name="Google Shape;203;p4"/>
          <p:cNvSpPr/>
          <p:nvPr/>
        </p:nvSpPr>
        <p:spPr>
          <a:xfrm>
            <a:off x="4860550" y="3711950"/>
            <a:ext cx="597300" cy="860700"/>
          </a:xfrm>
          <a:prstGeom prst="roundRect">
            <a:avLst>
              <a:gd fmla="val 16667" name="adj"/>
            </a:avLst>
          </a:prstGeom>
          <a:noFill/>
          <a:ln cap="flat" cmpd="sng" w="28575">
            <a:solidFill>
              <a:srgbClr val="14BEB1"/>
            </a:solidFill>
            <a:prstDash val="dot"/>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04" name="Google Shape;204;p4"/>
          <p:cNvPicPr preferRelativeResize="0"/>
          <p:nvPr/>
        </p:nvPicPr>
        <p:blipFill>
          <a:blip r:embed="rId4">
            <a:alphaModFix/>
          </a:blip>
          <a:stretch>
            <a:fillRect/>
          </a:stretch>
        </p:blipFill>
        <p:spPr>
          <a:xfrm>
            <a:off x="8267431" y="3959925"/>
            <a:ext cx="690319" cy="7281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5"/>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SzPts val="1400"/>
              <a:buNone/>
            </a:pPr>
            <a:r>
              <a:t/>
            </a:r>
            <a:endParaRPr/>
          </a:p>
        </p:txBody>
      </p:sp>
      <p:sp>
        <p:nvSpPr>
          <p:cNvPr id="210" name="Google Shape;210;p5"/>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p>
            <a:pPr indent="0" lvl="0" marL="0" rtl="0" algn="l">
              <a:lnSpc>
                <a:spcPct val="90000"/>
              </a:lnSpc>
              <a:spcBef>
                <a:spcPts val="800"/>
              </a:spcBef>
              <a:spcAft>
                <a:spcPts val="0"/>
              </a:spcAft>
              <a:buSzPts val="1400"/>
              <a:buNone/>
            </a:pPr>
            <a:r>
              <a:t/>
            </a:r>
            <a:endParaRPr/>
          </a:p>
        </p:txBody>
      </p:sp>
      <p:pic>
        <p:nvPicPr>
          <p:cNvPr descr="Forma&#10;&#10;Descripción generada automáticamente con confianza media" id="211" name="Google Shape;211;p5"/>
          <p:cNvPicPr preferRelativeResize="0"/>
          <p:nvPr>
            <p:ph idx="1" type="body"/>
          </p:nvPr>
        </p:nvPicPr>
        <p:blipFill rotWithShape="1">
          <a:blip r:embed="rId3">
            <a:alphaModFix/>
          </a:blip>
          <a:srcRect b="0" l="0" r="0" t="0"/>
          <a:stretch/>
        </p:blipFill>
        <p:spPr>
          <a:xfrm>
            <a:off x="18470" y="0"/>
            <a:ext cx="9144000" cy="5143500"/>
          </a:xfrm>
          <a:prstGeom prst="rect">
            <a:avLst/>
          </a:prstGeom>
          <a:noFill/>
          <a:ln>
            <a:noFill/>
          </a:ln>
        </p:spPr>
      </p:pic>
      <p:sp>
        <p:nvSpPr>
          <p:cNvPr id="212" name="Google Shape;212;p5"/>
          <p:cNvSpPr txBox="1"/>
          <p:nvPr/>
        </p:nvSpPr>
        <p:spPr>
          <a:xfrm>
            <a:off x="128100" y="246650"/>
            <a:ext cx="8887800" cy="1723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600"/>
              <a:buFont typeface="Arial"/>
              <a:buNone/>
            </a:pPr>
            <a:r>
              <a:rPr b="1" i="0" lang="es" sz="2600" u="none" cap="none" strike="noStrike">
                <a:solidFill>
                  <a:schemeClr val="dk1"/>
                </a:solidFill>
                <a:latin typeface="Patrick Hand"/>
                <a:ea typeface="Patrick Hand"/>
                <a:cs typeface="Patrick Hand"/>
                <a:sym typeface="Patrick Hand"/>
              </a:rPr>
              <a:t>¿Cómo ubicamos las fracciones en una recta? </a:t>
            </a:r>
            <a:endParaRPr b="1" i="0" sz="26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500"/>
              <a:buFont typeface="Arial"/>
              <a:buNone/>
            </a:pPr>
            <a:r>
              <a:rPr b="0" i="0" lang="es" sz="2500" u="none" cap="none" strike="noStrike">
                <a:solidFill>
                  <a:schemeClr val="dk1"/>
                </a:solidFill>
                <a:latin typeface="Patrick Hand"/>
                <a:ea typeface="Patrick Hand"/>
                <a:cs typeface="Patrick Hand"/>
                <a:sym typeface="Patrick Hand"/>
              </a:rPr>
              <a:t>Ejemplo: 2                  </a:t>
            </a:r>
            <a:endParaRPr b="0" i="0" sz="25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500"/>
              <a:buFont typeface="Arial"/>
              <a:buNone/>
            </a:pPr>
            <a:r>
              <a:t/>
            </a:r>
            <a:endParaRPr b="0" i="0" sz="2500" u="none" cap="none" strike="noStrike">
              <a:solidFill>
                <a:schemeClr val="dk1"/>
              </a:solidFill>
              <a:latin typeface="Patrick Hand"/>
              <a:ea typeface="Patrick Hand"/>
              <a:cs typeface="Patrick Hand"/>
              <a:sym typeface="Patrick Hand"/>
            </a:endParaRPr>
          </a:p>
        </p:txBody>
      </p:sp>
      <p:cxnSp>
        <p:nvCxnSpPr>
          <p:cNvPr id="213" name="Google Shape;213;p5"/>
          <p:cNvCxnSpPr/>
          <p:nvPr/>
        </p:nvCxnSpPr>
        <p:spPr>
          <a:xfrm rot="10800000">
            <a:off x="18470" y="2816100"/>
            <a:ext cx="9144000" cy="0"/>
          </a:xfrm>
          <a:prstGeom prst="straightConnector1">
            <a:avLst/>
          </a:prstGeom>
          <a:noFill/>
          <a:ln cap="flat" cmpd="sng" w="19050">
            <a:solidFill>
              <a:srgbClr val="009287"/>
            </a:solidFill>
            <a:prstDash val="solid"/>
            <a:round/>
            <a:headEnd len="med" w="med" type="triangle"/>
            <a:tailEnd len="med" w="med" type="triangle"/>
          </a:ln>
        </p:spPr>
      </p:cxnSp>
      <p:sp>
        <p:nvSpPr>
          <p:cNvPr id="214" name="Google Shape;214;p5"/>
          <p:cNvSpPr/>
          <p:nvPr/>
        </p:nvSpPr>
        <p:spPr>
          <a:xfrm>
            <a:off x="3145613" y="899213"/>
            <a:ext cx="860700" cy="294300"/>
          </a:xfrm>
          <a:prstGeom prst="rightArrow">
            <a:avLst>
              <a:gd fmla="val 50000" name="adj1"/>
              <a:gd fmla="val 50000" name="adj2"/>
            </a:avLst>
          </a:prstGeom>
          <a:solidFill>
            <a:srgbClr val="6DDED5"/>
          </a:solidFill>
          <a:ln cap="flat" cmpd="sng" w="9525">
            <a:solidFill>
              <a:srgbClr val="14BEB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 name="Google Shape;215;p5"/>
          <p:cNvSpPr txBox="1"/>
          <p:nvPr/>
        </p:nvSpPr>
        <p:spPr>
          <a:xfrm>
            <a:off x="4379350" y="899213"/>
            <a:ext cx="4854900" cy="507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100"/>
              <a:buFont typeface="Arial"/>
              <a:buNone/>
            </a:pPr>
            <a:r>
              <a:rPr b="0" i="0" lang="es" sz="2100" u="none" cap="none" strike="noStrike">
                <a:solidFill>
                  <a:schemeClr val="dk1"/>
                </a:solidFill>
                <a:latin typeface="Patrick Hand"/>
                <a:ea typeface="Patrick Hand"/>
                <a:cs typeface="Patrick Hand"/>
                <a:sym typeface="Patrick Hand"/>
              </a:rPr>
              <a:t>Debemos dividir el entero en 6 partes iguales.</a:t>
            </a:r>
            <a:endParaRPr b="0" i="0" sz="1000" u="none" cap="none" strike="noStrike">
              <a:solidFill>
                <a:srgbClr val="000000"/>
              </a:solidFill>
              <a:latin typeface="Arial"/>
              <a:ea typeface="Arial"/>
              <a:cs typeface="Arial"/>
              <a:sym typeface="Arial"/>
            </a:endParaRPr>
          </a:p>
        </p:txBody>
      </p:sp>
      <p:cxnSp>
        <p:nvCxnSpPr>
          <p:cNvPr id="216" name="Google Shape;216;p5"/>
          <p:cNvCxnSpPr/>
          <p:nvPr/>
        </p:nvCxnSpPr>
        <p:spPr>
          <a:xfrm>
            <a:off x="1719425" y="2739900"/>
            <a:ext cx="0" cy="224100"/>
          </a:xfrm>
          <a:prstGeom prst="straightConnector1">
            <a:avLst/>
          </a:prstGeom>
          <a:noFill/>
          <a:ln cap="flat" cmpd="sng" w="19050">
            <a:solidFill>
              <a:srgbClr val="009287"/>
            </a:solidFill>
            <a:prstDash val="solid"/>
            <a:round/>
            <a:headEnd len="sm" w="sm" type="none"/>
            <a:tailEnd len="sm" w="sm" type="none"/>
          </a:ln>
        </p:spPr>
      </p:cxnSp>
      <p:cxnSp>
        <p:nvCxnSpPr>
          <p:cNvPr id="217" name="Google Shape;217;p5"/>
          <p:cNvCxnSpPr/>
          <p:nvPr/>
        </p:nvCxnSpPr>
        <p:spPr>
          <a:xfrm>
            <a:off x="3116225" y="2769025"/>
            <a:ext cx="0" cy="224100"/>
          </a:xfrm>
          <a:prstGeom prst="straightConnector1">
            <a:avLst/>
          </a:prstGeom>
          <a:noFill/>
          <a:ln cap="flat" cmpd="sng" w="19050">
            <a:solidFill>
              <a:srgbClr val="009287"/>
            </a:solidFill>
            <a:prstDash val="solid"/>
            <a:round/>
            <a:headEnd len="sm" w="sm" type="none"/>
            <a:tailEnd len="sm" w="sm" type="none"/>
          </a:ln>
        </p:spPr>
      </p:cxnSp>
      <p:cxnSp>
        <p:nvCxnSpPr>
          <p:cNvPr id="218" name="Google Shape;218;p5"/>
          <p:cNvCxnSpPr/>
          <p:nvPr/>
        </p:nvCxnSpPr>
        <p:spPr>
          <a:xfrm>
            <a:off x="4572000" y="2780250"/>
            <a:ext cx="0" cy="224100"/>
          </a:xfrm>
          <a:prstGeom prst="straightConnector1">
            <a:avLst/>
          </a:prstGeom>
          <a:noFill/>
          <a:ln cap="flat" cmpd="sng" w="19050">
            <a:solidFill>
              <a:srgbClr val="009287"/>
            </a:solidFill>
            <a:prstDash val="solid"/>
            <a:round/>
            <a:headEnd len="sm" w="sm" type="none"/>
            <a:tailEnd len="sm" w="sm" type="none"/>
          </a:ln>
        </p:spPr>
      </p:cxnSp>
      <p:cxnSp>
        <p:nvCxnSpPr>
          <p:cNvPr id="219" name="Google Shape;219;p5"/>
          <p:cNvCxnSpPr/>
          <p:nvPr/>
        </p:nvCxnSpPr>
        <p:spPr>
          <a:xfrm>
            <a:off x="5948200" y="2739900"/>
            <a:ext cx="0" cy="224100"/>
          </a:xfrm>
          <a:prstGeom prst="straightConnector1">
            <a:avLst/>
          </a:prstGeom>
          <a:noFill/>
          <a:ln cap="flat" cmpd="sng" w="19050">
            <a:solidFill>
              <a:srgbClr val="009287"/>
            </a:solidFill>
            <a:prstDash val="solid"/>
            <a:round/>
            <a:headEnd len="sm" w="sm" type="none"/>
            <a:tailEnd len="sm" w="sm" type="none"/>
          </a:ln>
        </p:spPr>
      </p:cxnSp>
      <p:cxnSp>
        <p:nvCxnSpPr>
          <p:cNvPr id="220" name="Google Shape;220;p5"/>
          <p:cNvCxnSpPr/>
          <p:nvPr/>
        </p:nvCxnSpPr>
        <p:spPr>
          <a:xfrm>
            <a:off x="263625" y="2877638"/>
            <a:ext cx="0" cy="224100"/>
          </a:xfrm>
          <a:prstGeom prst="straightConnector1">
            <a:avLst/>
          </a:prstGeom>
          <a:noFill/>
          <a:ln cap="flat" cmpd="sng" w="19050">
            <a:solidFill>
              <a:srgbClr val="009287"/>
            </a:solidFill>
            <a:prstDash val="solid"/>
            <a:round/>
            <a:headEnd len="sm" w="sm" type="none"/>
            <a:tailEnd len="sm" w="sm" type="none"/>
          </a:ln>
        </p:spPr>
      </p:cxnSp>
      <p:cxnSp>
        <p:nvCxnSpPr>
          <p:cNvPr id="221" name="Google Shape;221;p5"/>
          <p:cNvCxnSpPr/>
          <p:nvPr/>
        </p:nvCxnSpPr>
        <p:spPr>
          <a:xfrm>
            <a:off x="7424575" y="2780250"/>
            <a:ext cx="0" cy="224100"/>
          </a:xfrm>
          <a:prstGeom prst="straightConnector1">
            <a:avLst/>
          </a:prstGeom>
          <a:noFill/>
          <a:ln cap="flat" cmpd="sng" w="19050">
            <a:solidFill>
              <a:srgbClr val="009287"/>
            </a:solidFill>
            <a:prstDash val="solid"/>
            <a:round/>
            <a:headEnd len="sm" w="sm" type="none"/>
            <a:tailEnd len="sm" w="sm" type="none"/>
          </a:ln>
        </p:spPr>
      </p:cxnSp>
      <p:sp>
        <p:nvSpPr>
          <p:cNvPr id="222" name="Google Shape;222;p5"/>
          <p:cNvSpPr txBox="1"/>
          <p:nvPr/>
        </p:nvSpPr>
        <p:spPr>
          <a:xfrm>
            <a:off x="8712400" y="2812000"/>
            <a:ext cx="30000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0" i="0" lang="es" sz="2500" u="none" cap="none" strike="noStrike">
                <a:solidFill>
                  <a:schemeClr val="dk1"/>
                </a:solidFill>
                <a:latin typeface="Patrick Hand"/>
                <a:ea typeface="Patrick Hand"/>
                <a:cs typeface="Patrick Hand"/>
                <a:sym typeface="Patrick Hand"/>
              </a:rPr>
              <a:t>1</a:t>
            </a:r>
            <a:endParaRPr b="0" i="0" sz="1400" u="none" cap="none" strike="noStrike">
              <a:solidFill>
                <a:srgbClr val="000000"/>
              </a:solidFill>
              <a:latin typeface="Arial"/>
              <a:ea typeface="Arial"/>
              <a:cs typeface="Arial"/>
              <a:sym typeface="Arial"/>
            </a:endParaRPr>
          </a:p>
        </p:txBody>
      </p:sp>
      <p:sp>
        <p:nvSpPr>
          <p:cNvPr id="223" name="Google Shape;223;p5"/>
          <p:cNvSpPr txBox="1"/>
          <p:nvPr/>
        </p:nvSpPr>
        <p:spPr>
          <a:xfrm>
            <a:off x="46925" y="3127800"/>
            <a:ext cx="5973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0" i="0" lang="es" sz="2500" u="none" cap="none" strike="noStrike">
                <a:solidFill>
                  <a:schemeClr val="dk1"/>
                </a:solidFill>
                <a:latin typeface="Patrick Hand"/>
                <a:ea typeface="Patrick Hand"/>
                <a:cs typeface="Patrick Hand"/>
                <a:sym typeface="Patrick Hand"/>
              </a:rPr>
              <a:t>0</a:t>
            </a:r>
            <a:endParaRPr b="0" i="0" sz="1400" u="none" cap="none" strike="noStrike">
              <a:solidFill>
                <a:srgbClr val="000000"/>
              </a:solidFill>
              <a:latin typeface="Arial"/>
              <a:ea typeface="Arial"/>
              <a:cs typeface="Arial"/>
              <a:sym typeface="Arial"/>
            </a:endParaRPr>
          </a:p>
        </p:txBody>
      </p:sp>
      <p:sp>
        <p:nvSpPr>
          <p:cNvPr id="224" name="Google Shape;224;p5"/>
          <p:cNvSpPr txBox="1"/>
          <p:nvPr/>
        </p:nvSpPr>
        <p:spPr>
          <a:xfrm>
            <a:off x="1494425" y="3080863"/>
            <a:ext cx="450000" cy="954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0" i="0" lang="es" sz="2500" u="none" cap="none" strike="noStrike">
                <a:solidFill>
                  <a:schemeClr val="dk1"/>
                </a:solidFill>
                <a:latin typeface="Patrick Hand"/>
                <a:ea typeface="Patrick Hand"/>
                <a:cs typeface="Patrick Hand"/>
                <a:sym typeface="Patrick Hand"/>
              </a:rPr>
              <a:t>1 </a:t>
            </a:r>
            <a:endParaRPr b="0" i="0" sz="25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500"/>
              <a:buFont typeface="Arial"/>
              <a:buNone/>
            </a:pPr>
            <a:r>
              <a:rPr b="0" i="0" lang="es" sz="2500" u="none" cap="none" strike="noStrike">
                <a:solidFill>
                  <a:schemeClr val="dk1"/>
                </a:solidFill>
                <a:latin typeface="Patrick Hand"/>
                <a:ea typeface="Patrick Hand"/>
                <a:cs typeface="Patrick Hand"/>
                <a:sym typeface="Patrick Hand"/>
              </a:rPr>
              <a:t>6</a:t>
            </a:r>
            <a:endParaRPr b="0" i="0" sz="1400" u="none" cap="none" strike="noStrike">
              <a:solidFill>
                <a:srgbClr val="000000"/>
              </a:solidFill>
              <a:latin typeface="Arial"/>
              <a:ea typeface="Arial"/>
              <a:cs typeface="Arial"/>
              <a:sym typeface="Arial"/>
            </a:endParaRPr>
          </a:p>
        </p:txBody>
      </p:sp>
      <p:sp>
        <p:nvSpPr>
          <p:cNvPr id="225" name="Google Shape;225;p5"/>
          <p:cNvSpPr txBox="1"/>
          <p:nvPr/>
        </p:nvSpPr>
        <p:spPr>
          <a:xfrm>
            <a:off x="2993575" y="3085338"/>
            <a:ext cx="450000" cy="954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0" i="0" lang="es" sz="2500" u="none" cap="none" strike="noStrike">
                <a:solidFill>
                  <a:schemeClr val="dk1"/>
                </a:solidFill>
                <a:latin typeface="Patrick Hand"/>
                <a:ea typeface="Patrick Hand"/>
                <a:cs typeface="Patrick Hand"/>
                <a:sym typeface="Patrick Hand"/>
              </a:rPr>
              <a:t>2 </a:t>
            </a:r>
            <a:endParaRPr b="0" i="0" sz="25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500"/>
              <a:buFont typeface="Arial"/>
              <a:buNone/>
            </a:pPr>
            <a:r>
              <a:rPr b="0" i="0" lang="es" sz="2500" u="none" cap="none" strike="noStrike">
                <a:solidFill>
                  <a:schemeClr val="dk1"/>
                </a:solidFill>
                <a:latin typeface="Patrick Hand"/>
                <a:ea typeface="Patrick Hand"/>
                <a:cs typeface="Patrick Hand"/>
                <a:sym typeface="Patrick Hand"/>
              </a:rPr>
              <a:t>6</a:t>
            </a:r>
            <a:endParaRPr b="0" i="0" sz="1400" u="none" cap="none" strike="noStrike">
              <a:solidFill>
                <a:srgbClr val="000000"/>
              </a:solidFill>
              <a:latin typeface="Arial"/>
              <a:ea typeface="Arial"/>
              <a:cs typeface="Arial"/>
              <a:sym typeface="Arial"/>
            </a:endParaRPr>
          </a:p>
        </p:txBody>
      </p:sp>
      <p:sp>
        <p:nvSpPr>
          <p:cNvPr id="226" name="Google Shape;226;p5"/>
          <p:cNvSpPr txBox="1"/>
          <p:nvPr/>
        </p:nvSpPr>
        <p:spPr>
          <a:xfrm>
            <a:off x="4453313" y="3121325"/>
            <a:ext cx="450000" cy="954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0" i="0" lang="es" sz="2500" u="none" cap="none" strike="noStrike">
                <a:solidFill>
                  <a:schemeClr val="dk1"/>
                </a:solidFill>
                <a:latin typeface="Patrick Hand"/>
                <a:ea typeface="Patrick Hand"/>
                <a:cs typeface="Patrick Hand"/>
                <a:sym typeface="Patrick Hand"/>
              </a:rPr>
              <a:t>3 </a:t>
            </a:r>
            <a:endParaRPr b="0" i="0" sz="25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500"/>
              <a:buFont typeface="Arial"/>
              <a:buNone/>
            </a:pPr>
            <a:r>
              <a:rPr b="0" i="0" lang="es" sz="2500" u="none" cap="none" strike="noStrike">
                <a:solidFill>
                  <a:schemeClr val="dk1"/>
                </a:solidFill>
                <a:latin typeface="Patrick Hand"/>
                <a:ea typeface="Patrick Hand"/>
                <a:cs typeface="Patrick Hand"/>
                <a:sym typeface="Patrick Hand"/>
              </a:rPr>
              <a:t>6</a:t>
            </a:r>
            <a:endParaRPr b="0" i="0" sz="1400" u="none" cap="none" strike="noStrike">
              <a:solidFill>
                <a:srgbClr val="000000"/>
              </a:solidFill>
              <a:latin typeface="Arial"/>
              <a:ea typeface="Arial"/>
              <a:cs typeface="Arial"/>
              <a:sym typeface="Arial"/>
            </a:endParaRPr>
          </a:p>
        </p:txBody>
      </p:sp>
      <p:sp>
        <p:nvSpPr>
          <p:cNvPr id="227" name="Google Shape;227;p5"/>
          <p:cNvSpPr txBox="1"/>
          <p:nvPr/>
        </p:nvSpPr>
        <p:spPr>
          <a:xfrm>
            <a:off x="5723200" y="3159425"/>
            <a:ext cx="450000" cy="954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0" i="0" lang="es" sz="2500" u="none" cap="none" strike="noStrike">
                <a:solidFill>
                  <a:schemeClr val="dk1"/>
                </a:solidFill>
                <a:latin typeface="Patrick Hand"/>
                <a:ea typeface="Patrick Hand"/>
                <a:cs typeface="Patrick Hand"/>
                <a:sym typeface="Patrick Hand"/>
              </a:rPr>
              <a:t>4 </a:t>
            </a:r>
            <a:endParaRPr b="0" i="0" sz="25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500"/>
              <a:buFont typeface="Arial"/>
              <a:buNone/>
            </a:pPr>
            <a:r>
              <a:rPr b="0" i="0" lang="es" sz="2500" u="none" cap="none" strike="noStrike">
                <a:solidFill>
                  <a:schemeClr val="dk1"/>
                </a:solidFill>
                <a:latin typeface="Patrick Hand"/>
                <a:ea typeface="Patrick Hand"/>
                <a:cs typeface="Patrick Hand"/>
                <a:sym typeface="Patrick Hand"/>
              </a:rPr>
              <a:t>6</a:t>
            </a:r>
            <a:endParaRPr b="0" i="0" sz="1400" u="none" cap="none" strike="noStrike">
              <a:solidFill>
                <a:srgbClr val="000000"/>
              </a:solidFill>
              <a:latin typeface="Arial"/>
              <a:ea typeface="Arial"/>
              <a:cs typeface="Arial"/>
              <a:sym typeface="Arial"/>
            </a:endParaRPr>
          </a:p>
        </p:txBody>
      </p:sp>
      <p:cxnSp>
        <p:nvCxnSpPr>
          <p:cNvPr id="228" name="Google Shape;228;p5"/>
          <p:cNvCxnSpPr/>
          <p:nvPr/>
        </p:nvCxnSpPr>
        <p:spPr>
          <a:xfrm>
            <a:off x="2392050" y="1311588"/>
            <a:ext cx="490200" cy="14100"/>
          </a:xfrm>
          <a:prstGeom prst="straightConnector1">
            <a:avLst/>
          </a:prstGeom>
          <a:noFill/>
          <a:ln cap="flat" cmpd="sng" w="9525">
            <a:solidFill>
              <a:schemeClr val="dk2"/>
            </a:solidFill>
            <a:prstDash val="solid"/>
            <a:round/>
            <a:headEnd len="sm" w="sm" type="none"/>
            <a:tailEnd len="sm" w="sm" type="none"/>
          </a:ln>
        </p:spPr>
      </p:cxnSp>
      <p:cxnSp>
        <p:nvCxnSpPr>
          <p:cNvPr id="229" name="Google Shape;229;p5"/>
          <p:cNvCxnSpPr>
            <a:stCxn id="224" idx="1"/>
            <a:endCxn id="224" idx="3"/>
          </p:cNvCxnSpPr>
          <p:nvPr/>
        </p:nvCxnSpPr>
        <p:spPr>
          <a:xfrm>
            <a:off x="1494425" y="3558013"/>
            <a:ext cx="450000" cy="0"/>
          </a:xfrm>
          <a:prstGeom prst="straightConnector1">
            <a:avLst/>
          </a:prstGeom>
          <a:noFill/>
          <a:ln cap="flat" cmpd="sng" w="9525">
            <a:solidFill>
              <a:schemeClr val="dk2"/>
            </a:solidFill>
            <a:prstDash val="solid"/>
            <a:round/>
            <a:headEnd len="sm" w="sm" type="none"/>
            <a:tailEnd len="sm" w="sm" type="none"/>
          </a:ln>
        </p:spPr>
      </p:cxnSp>
      <p:cxnSp>
        <p:nvCxnSpPr>
          <p:cNvPr id="230" name="Google Shape;230;p5"/>
          <p:cNvCxnSpPr>
            <a:stCxn id="225" idx="1"/>
            <a:endCxn id="225" idx="3"/>
          </p:cNvCxnSpPr>
          <p:nvPr/>
        </p:nvCxnSpPr>
        <p:spPr>
          <a:xfrm>
            <a:off x="2993575" y="3562488"/>
            <a:ext cx="450000" cy="0"/>
          </a:xfrm>
          <a:prstGeom prst="straightConnector1">
            <a:avLst/>
          </a:prstGeom>
          <a:noFill/>
          <a:ln cap="flat" cmpd="sng" w="9525">
            <a:solidFill>
              <a:schemeClr val="dk2"/>
            </a:solidFill>
            <a:prstDash val="solid"/>
            <a:round/>
            <a:headEnd len="sm" w="sm" type="none"/>
            <a:tailEnd len="sm" w="sm" type="none"/>
          </a:ln>
        </p:spPr>
      </p:cxnSp>
      <p:cxnSp>
        <p:nvCxnSpPr>
          <p:cNvPr id="231" name="Google Shape;231;p5"/>
          <p:cNvCxnSpPr>
            <a:stCxn id="226" idx="1"/>
            <a:endCxn id="226" idx="3"/>
          </p:cNvCxnSpPr>
          <p:nvPr/>
        </p:nvCxnSpPr>
        <p:spPr>
          <a:xfrm>
            <a:off x="4453313" y="3598475"/>
            <a:ext cx="450000" cy="0"/>
          </a:xfrm>
          <a:prstGeom prst="straightConnector1">
            <a:avLst/>
          </a:prstGeom>
          <a:noFill/>
          <a:ln cap="flat" cmpd="sng" w="9525">
            <a:solidFill>
              <a:schemeClr val="dk2"/>
            </a:solidFill>
            <a:prstDash val="solid"/>
            <a:round/>
            <a:headEnd len="sm" w="sm" type="none"/>
            <a:tailEnd len="sm" w="sm" type="none"/>
          </a:ln>
        </p:spPr>
      </p:cxnSp>
      <p:cxnSp>
        <p:nvCxnSpPr>
          <p:cNvPr id="232" name="Google Shape;232;p5"/>
          <p:cNvCxnSpPr>
            <a:stCxn id="227" idx="1"/>
            <a:endCxn id="227" idx="3"/>
          </p:cNvCxnSpPr>
          <p:nvPr/>
        </p:nvCxnSpPr>
        <p:spPr>
          <a:xfrm>
            <a:off x="5723200" y="3636575"/>
            <a:ext cx="450000" cy="0"/>
          </a:xfrm>
          <a:prstGeom prst="straightConnector1">
            <a:avLst/>
          </a:prstGeom>
          <a:noFill/>
          <a:ln cap="flat" cmpd="sng" w="9525">
            <a:solidFill>
              <a:schemeClr val="dk2"/>
            </a:solidFill>
            <a:prstDash val="solid"/>
            <a:round/>
            <a:headEnd len="sm" w="sm" type="none"/>
            <a:tailEnd len="sm" w="sm" type="none"/>
          </a:ln>
        </p:spPr>
      </p:cxnSp>
      <p:sp>
        <p:nvSpPr>
          <p:cNvPr id="233" name="Google Shape;233;p5"/>
          <p:cNvSpPr txBox="1"/>
          <p:nvPr/>
        </p:nvSpPr>
        <p:spPr>
          <a:xfrm>
            <a:off x="2469625" y="843325"/>
            <a:ext cx="450000" cy="954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0" i="0" lang="es" sz="2500" u="none" cap="none" strike="noStrike">
                <a:solidFill>
                  <a:schemeClr val="dk1"/>
                </a:solidFill>
                <a:latin typeface="Patrick Hand"/>
                <a:ea typeface="Patrick Hand"/>
                <a:cs typeface="Patrick Hand"/>
                <a:sym typeface="Patrick Hand"/>
              </a:rPr>
              <a:t>5 </a:t>
            </a:r>
            <a:endParaRPr b="0" i="0" sz="25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500"/>
              <a:buFont typeface="Arial"/>
              <a:buNone/>
            </a:pPr>
            <a:r>
              <a:rPr b="0" i="0" lang="es" sz="2500" u="none" cap="none" strike="noStrike">
                <a:solidFill>
                  <a:schemeClr val="dk1"/>
                </a:solidFill>
                <a:latin typeface="Patrick Hand"/>
                <a:ea typeface="Patrick Hand"/>
                <a:cs typeface="Patrick Hand"/>
                <a:sym typeface="Patrick Hand"/>
              </a:rPr>
              <a:t>6</a:t>
            </a:r>
            <a:endParaRPr b="0" i="0" sz="1400" u="none" cap="none" strike="noStrike">
              <a:solidFill>
                <a:srgbClr val="000000"/>
              </a:solidFill>
              <a:latin typeface="Arial"/>
              <a:ea typeface="Arial"/>
              <a:cs typeface="Arial"/>
              <a:sym typeface="Arial"/>
            </a:endParaRPr>
          </a:p>
        </p:txBody>
      </p:sp>
      <p:sp>
        <p:nvSpPr>
          <p:cNvPr id="234" name="Google Shape;234;p5"/>
          <p:cNvSpPr/>
          <p:nvPr/>
        </p:nvSpPr>
        <p:spPr>
          <a:xfrm rot="-5400000">
            <a:off x="903436" y="1656770"/>
            <a:ext cx="235200" cy="1396800"/>
          </a:xfrm>
          <a:prstGeom prst="rightBrace">
            <a:avLst>
              <a:gd fmla="val 50000" name="adj1"/>
              <a:gd fmla="val 50000" name="adj2"/>
            </a:avLst>
          </a:prstGeom>
          <a:noFill/>
          <a:ln cap="flat" cmpd="sng" w="9525">
            <a:solidFill>
              <a:srgbClr val="14BEB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 name="Google Shape;235;p5"/>
          <p:cNvSpPr txBox="1"/>
          <p:nvPr/>
        </p:nvSpPr>
        <p:spPr>
          <a:xfrm>
            <a:off x="7877900" y="1672625"/>
            <a:ext cx="4500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s" sz="1800" u="none" cap="none" strike="noStrike">
                <a:solidFill>
                  <a:schemeClr val="dk1"/>
                </a:solidFill>
                <a:latin typeface="Patrick Hand"/>
                <a:ea typeface="Patrick Hand"/>
                <a:cs typeface="Patrick Hand"/>
                <a:sym typeface="Patrick Hand"/>
              </a:rPr>
              <a:t>1 </a:t>
            </a:r>
            <a:endParaRPr b="0" i="0" sz="18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1800"/>
              <a:buFont typeface="Arial"/>
              <a:buNone/>
            </a:pPr>
            <a:r>
              <a:rPr b="0" i="0" lang="es" sz="1800" u="none" cap="none" strike="noStrike">
                <a:solidFill>
                  <a:schemeClr val="dk1"/>
                </a:solidFill>
                <a:latin typeface="Patrick Hand"/>
                <a:ea typeface="Patrick Hand"/>
                <a:cs typeface="Patrick Hand"/>
                <a:sym typeface="Patrick Hand"/>
              </a:rPr>
              <a:t>6</a:t>
            </a:r>
            <a:endParaRPr b="0" i="0" sz="700" u="none" cap="none" strike="noStrike">
              <a:solidFill>
                <a:srgbClr val="000000"/>
              </a:solidFill>
              <a:latin typeface="Arial"/>
              <a:ea typeface="Arial"/>
              <a:cs typeface="Arial"/>
              <a:sym typeface="Arial"/>
            </a:endParaRPr>
          </a:p>
        </p:txBody>
      </p:sp>
      <p:sp>
        <p:nvSpPr>
          <p:cNvPr id="236" name="Google Shape;236;p5"/>
          <p:cNvSpPr/>
          <p:nvPr/>
        </p:nvSpPr>
        <p:spPr>
          <a:xfrm rot="-5400000">
            <a:off x="2300236" y="1694883"/>
            <a:ext cx="235200" cy="1396800"/>
          </a:xfrm>
          <a:prstGeom prst="rightBrace">
            <a:avLst>
              <a:gd fmla="val 50000" name="adj1"/>
              <a:gd fmla="val 50000" name="adj2"/>
            </a:avLst>
          </a:prstGeom>
          <a:noFill/>
          <a:ln cap="flat" cmpd="sng" w="9525">
            <a:solidFill>
              <a:srgbClr val="14BEB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7" name="Google Shape;237;p5"/>
          <p:cNvSpPr/>
          <p:nvPr/>
        </p:nvSpPr>
        <p:spPr>
          <a:xfrm rot="-5400000">
            <a:off x="3758761" y="1694883"/>
            <a:ext cx="235200" cy="1396800"/>
          </a:xfrm>
          <a:prstGeom prst="rightBrace">
            <a:avLst>
              <a:gd fmla="val 50000" name="adj1"/>
              <a:gd fmla="val 50000" name="adj2"/>
            </a:avLst>
          </a:prstGeom>
          <a:noFill/>
          <a:ln cap="flat" cmpd="sng" w="9525">
            <a:solidFill>
              <a:srgbClr val="14BEB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 name="Google Shape;238;p5"/>
          <p:cNvSpPr/>
          <p:nvPr/>
        </p:nvSpPr>
        <p:spPr>
          <a:xfrm rot="-5400000">
            <a:off x="5173626" y="1700425"/>
            <a:ext cx="235200" cy="1309500"/>
          </a:xfrm>
          <a:prstGeom prst="rightBrace">
            <a:avLst>
              <a:gd fmla="val 50000" name="adj1"/>
              <a:gd fmla="val 50000" name="adj2"/>
            </a:avLst>
          </a:prstGeom>
          <a:noFill/>
          <a:ln cap="flat" cmpd="sng" w="9525">
            <a:solidFill>
              <a:srgbClr val="14BEB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 name="Google Shape;239;p5"/>
          <p:cNvSpPr/>
          <p:nvPr/>
        </p:nvSpPr>
        <p:spPr>
          <a:xfrm rot="-5400000">
            <a:off x="6588511" y="1656770"/>
            <a:ext cx="235200" cy="1396800"/>
          </a:xfrm>
          <a:prstGeom prst="rightBrace">
            <a:avLst>
              <a:gd fmla="val 50000" name="adj1"/>
              <a:gd fmla="val 50000" name="adj2"/>
            </a:avLst>
          </a:prstGeom>
          <a:noFill/>
          <a:ln cap="flat" cmpd="sng" w="9525">
            <a:solidFill>
              <a:srgbClr val="14BEB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240" name="Google Shape;240;p5"/>
          <p:cNvCxnSpPr/>
          <p:nvPr/>
        </p:nvCxnSpPr>
        <p:spPr>
          <a:xfrm>
            <a:off x="8855400" y="2739900"/>
            <a:ext cx="0" cy="224100"/>
          </a:xfrm>
          <a:prstGeom prst="straightConnector1">
            <a:avLst/>
          </a:prstGeom>
          <a:noFill/>
          <a:ln cap="flat" cmpd="sng" w="19050">
            <a:solidFill>
              <a:srgbClr val="009287"/>
            </a:solidFill>
            <a:prstDash val="solid"/>
            <a:round/>
            <a:headEnd len="sm" w="sm" type="none"/>
            <a:tailEnd len="sm" w="sm" type="none"/>
          </a:ln>
        </p:spPr>
      </p:cxnSp>
      <p:sp>
        <p:nvSpPr>
          <p:cNvPr id="241" name="Google Shape;241;p5"/>
          <p:cNvSpPr/>
          <p:nvPr/>
        </p:nvSpPr>
        <p:spPr>
          <a:xfrm rot="-5400000">
            <a:off x="7985311" y="1694870"/>
            <a:ext cx="235200" cy="1396800"/>
          </a:xfrm>
          <a:prstGeom prst="rightBrace">
            <a:avLst>
              <a:gd fmla="val 50000" name="adj1"/>
              <a:gd fmla="val 50000" name="adj2"/>
            </a:avLst>
          </a:prstGeom>
          <a:noFill/>
          <a:ln cap="flat" cmpd="sng" w="9525">
            <a:solidFill>
              <a:srgbClr val="14BEB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 name="Google Shape;242;p5"/>
          <p:cNvSpPr txBox="1"/>
          <p:nvPr/>
        </p:nvSpPr>
        <p:spPr>
          <a:xfrm>
            <a:off x="796025" y="1536775"/>
            <a:ext cx="4500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s" sz="1800" u="none" cap="none" strike="noStrike">
                <a:solidFill>
                  <a:schemeClr val="dk1"/>
                </a:solidFill>
                <a:latin typeface="Patrick Hand"/>
                <a:ea typeface="Patrick Hand"/>
                <a:cs typeface="Patrick Hand"/>
                <a:sym typeface="Patrick Hand"/>
              </a:rPr>
              <a:t>1 </a:t>
            </a:r>
            <a:endParaRPr b="0" i="0" sz="18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1800"/>
              <a:buFont typeface="Arial"/>
              <a:buNone/>
            </a:pPr>
            <a:r>
              <a:rPr b="0" i="0" lang="es" sz="1800" u="none" cap="none" strike="noStrike">
                <a:solidFill>
                  <a:schemeClr val="dk1"/>
                </a:solidFill>
                <a:latin typeface="Patrick Hand"/>
                <a:ea typeface="Patrick Hand"/>
                <a:cs typeface="Patrick Hand"/>
                <a:sym typeface="Patrick Hand"/>
              </a:rPr>
              <a:t>6</a:t>
            </a:r>
            <a:endParaRPr b="0" i="0" sz="700" u="none" cap="none" strike="noStrike">
              <a:solidFill>
                <a:srgbClr val="000000"/>
              </a:solidFill>
              <a:latin typeface="Arial"/>
              <a:ea typeface="Arial"/>
              <a:cs typeface="Arial"/>
              <a:sym typeface="Arial"/>
            </a:endParaRPr>
          </a:p>
        </p:txBody>
      </p:sp>
      <p:sp>
        <p:nvSpPr>
          <p:cNvPr id="243" name="Google Shape;243;p5"/>
          <p:cNvSpPr txBox="1"/>
          <p:nvPr/>
        </p:nvSpPr>
        <p:spPr>
          <a:xfrm>
            <a:off x="2223688" y="1672625"/>
            <a:ext cx="4500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s" sz="1800" u="none" cap="none" strike="noStrike">
                <a:solidFill>
                  <a:schemeClr val="dk1"/>
                </a:solidFill>
                <a:latin typeface="Patrick Hand"/>
                <a:ea typeface="Patrick Hand"/>
                <a:cs typeface="Patrick Hand"/>
                <a:sym typeface="Patrick Hand"/>
              </a:rPr>
              <a:t>1 </a:t>
            </a:r>
            <a:endParaRPr b="0" i="0" sz="18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1800"/>
              <a:buFont typeface="Arial"/>
              <a:buNone/>
            </a:pPr>
            <a:r>
              <a:rPr b="0" i="0" lang="es" sz="1800" u="none" cap="none" strike="noStrike">
                <a:solidFill>
                  <a:schemeClr val="dk1"/>
                </a:solidFill>
                <a:latin typeface="Patrick Hand"/>
                <a:ea typeface="Patrick Hand"/>
                <a:cs typeface="Patrick Hand"/>
                <a:sym typeface="Patrick Hand"/>
              </a:rPr>
              <a:t>6</a:t>
            </a:r>
            <a:endParaRPr b="0" i="0" sz="700" u="none" cap="none" strike="noStrike">
              <a:solidFill>
                <a:srgbClr val="000000"/>
              </a:solidFill>
              <a:latin typeface="Arial"/>
              <a:ea typeface="Arial"/>
              <a:cs typeface="Arial"/>
              <a:sym typeface="Arial"/>
            </a:endParaRPr>
          </a:p>
        </p:txBody>
      </p:sp>
      <p:sp>
        <p:nvSpPr>
          <p:cNvPr id="244" name="Google Shape;244;p5"/>
          <p:cNvSpPr txBox="1"/>
          <p:nvPr/>
        </p:nvSpPr>
        <p:spPr>
          <a:xfrm>
            <a:off x="3651338" y="1635363"/>
            <a:ext cx="4500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s" sz="1800" u="none" cap="none" strike="noStrike">
                <a:solidFill>
                  <a:schemeClr val="dk1"/>
                </a:solidFill>
                <a:latin typeface="Patrick Hand"/>
                <a:ea typeface="Patrick Hand"/>
                <a:cs typeface="Patrick Hand"/>
                <a:sym typeface="Patrick Hand"/>
              </a:rPr>
              <a:t>1 </a:t>
            </a:r>
            <a:endParaRPr b="0" i="0" sz="18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1800"/>
              <a:buFont typeface="Arial"/>
              <a:buNone/>
            </a:pPr>
            <a:r>
              <a:rPr b="0" i="0" lang="es" sz="1800" u="none" cap="none" strike="noStrike">
                <a:solidFill>
                  <a:schemeClr val="dk1"/>
                </a:solidFill>
                <a:latin typeface="Patrick Hand"/>
                <a:ea typeface="Patrick Hand"/>
                <a:cs typeface="Patrick Hand"/>
                <a:sym typeface="Patrick Hand"/>
              </a:rPr>
              <a:t>6</a:t>
            </a:r>
            <a:endParaRPr b="0" i="0" sz="700" u="none" cap="none" strike="noStrike">
              <a:solidFill>
                <a:srgbClr val="000000"/>
              </a:solidFill>
              <a:latin typeface="Arial"/>
              <a:ea typeface="Arial"/>
              <a:cs typeface="Arial"/>
              <a:sym typeface="Arial"/>
            </a:endParaRPr>
          </a:p>
        </p:txBody>
      </p:sp>
      <p:sp>
        <p:nvSpPr>
          <p:cNvPr id="245" name="Google Shape;245;p5"/>
          <p:cNvSpPr txBox="1"/>
          <p:nvPr/>
        </p:nvSpPr>
        <p:spPr>
          <a:xfrm>
            <a:off x="5173750" y="1672625"/>
            <a:ext cx="4500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s" sz="1800" u="none" cap="none" strike="noStrike">
                <a:solidFill>
                  <a:schemeClr val="dk1"/>
                </a:solidFill>
                <a:latin typeface="Patrick Hand"/>
                <a:ea typeface="Patrick Hand"/>
                <a:cs typeface="Patrick Hand"/>
                <a:sym typeface="Patrick Hand"/>
              </a:rPr>
              <a:t>1 </a:t>
            </a:r>
            <a:endParaRPr b="0" i="0" sz="18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1800"/>
              <a:buFont typeface="Arial"/>
              <a:buNone/>
            </a:pPr>
            <a:r>
              <a:rPr b="0" i="0" lang="es" sz="1800" u="none" cap="none" strike="noStrike">
                <a:solidFill>
                  <a:schemeClr val="dk1"/>
                </a:solidFill>
                <a:latin typeface="Patrick Hand"/>
                <a:ea typeface="Patrick Hand"/>
                <a:cs typeface="Patrick Hand"/>
                <a:sym typeface="Patrick Hand"/>
              </a:rPr>
              <a:t>6</a:t>
            </a:r>
            <a:endParaRPr b="0" i="0" sz="700" u="none" cap="none" strike="noStrike">
              <a:solidFill>
                <a:srgbClr val="000000"/>
              </a:solidFill>
              <a:latin typeface="Arial"/>
              <a:ea typeface="Arial"/>
              <a:cs typeface="Arial"/>
              <a:sym typeface="Arial"/>
            </a:endParaRPr>
          </a:p>
        </p:txBody>
      </p:sp>
      <p:sp>
        <p:nvSpPr>
          <p:cNvPr id="246" name="Google Shape;246;p5"/>
          <p:cNvSpPr txBox="1"/>
          <p:nvPr/>
        </p:nvSpPr>
        <p:spPr>
          <a:xfrm>
            <a:off x="6525813" y="1672625"/>
            <a:ext cx="4500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s" sz="1800" u="none" cap="none" strike="noStrike">
                <a:solidFill>
                  <a:schemeClr val="dk1"/>
                </a:solidFill>
                <a:latin typeface="Patrick Hand"/>
                <a:ea typeface="Patrick Hand"/>
                <a:cs typeface="Patrick Hand"/>
                <a:sym typeface="Patrick Hand"/>
              </a:rPr>
              <a:t>1 </a:t>
            </a:r>
            <a:endParaRPr b="0" i="0" sz="18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1800"/>
              <a:buFont typeface="Arial"/>
              <a:buNone/>
            </a:pPr>
            <a:r>
              <a:rPr b="0" i="0" lang="es" sz="1800" u="none" cap="none" strike="noStrike">
                <a:solidFill>
                  <a:schemeClr val="dk1"/>
                </a:solidFill>
                <a:latin typeface="Patrick Hand"/>
                <a:ea typeface="Patrick Hand"/>
                <a:cs typeface="Patrick Hand"/>
                <a:sym typeface="Patrick Hand"/>
              </a:rPr>
              <a:t>6</a:t>
            </a:r>
            <a:endParaRPr b="0" i="0" sz="700" u="none" cap="none" strike="noStrike">
              <a:solidFill>
                <a:srgbClr val="000000"/>
              </a:solidFill>
              <a:latin typeface="Arial"/>
              <a:ea typeface="Arial"/>
              <a:cs typeface="Arial"/>
              <a:sym typeface="Arial"/>
            </a:endParaRPr>
          </a:p>
        </p:txBody>
      </p:sp>
      <p:sp>
        <p:nvSpPr>
          <p:cNvPr id="247" name="Google Shape;247;p5"/>
          <p:cNvSpPr txBox="1"/>
          <p:nvPr/>
        </p:nvSpPr>
        <p:spPr>
          <a:xfrm>
            <a:off x="7217800" y="3159425"/>
            <a:ext cx="450000" cy="954300"/>
          </a:xfrm>
          <a:prstGeom prst="rect">
            <a:avLst/>
          </a:prstGeom>
          <a:solidFill>
            <a:srgbClr val="6DDED5"/>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0" i="0" lang="es" sz="2500" u="none" cap="none" strike="noStrike">
                <a:solidFill>
                  <a:schemeClr val="dk1"/>
                </a:solidFill>
                <a:latin typeface="Patrick Hand"/>
                <a:ea typeface="Patrick Hand"/>
                <a:cs typeface="Patrick Hand"/>
                <a:sym typeface="Patrick Hand"/>
              </a:rPr>
              <a:t>5 </a:t>
            </a:r>
            <a:endParaRPr b="0" i="0" sz="25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500"/>
              <a:buFont typeface="Arial"/>
              <a:buNone/>
            </a:pPr>
            <a:r>
              <a:rPr b="0" i="0" lang="es" sz="2500" u="none" cap="none" strike="noStrike">
                <a:solidFill>
                  <a:schemeClr val="dk1"/>
                </a:solidFill>
                <a:latin typeface="Patrick Hand"/>
                <a:ea typeface="Patrick Hand"/>
                <a:cs typeface="Patrick Hand"/>
                <a:sym typeface="Patrick Hand"/>
              </a:rPr>
              <a:t>6</a:t>
            </a:r>
            <a:endParaRPr b="0" i="0" sz="1400" u="none" cap="none" strike="noStrike">
              <a:solidFill>
                <a:srgbClr val="000000"/>
              </a:solidFill>
              <a:latin typeface="Arial"/>
              <a:ea typeface="Arial"/>
              <a:cs typeface="Arial"/>
              <a:sym typeface="Arial"/>
            </a:endParaRPr>
          </a:p>
        </p:txBody>
      </p:sp>
      <p:cxnSp>
        <p:nvCxnSpPr>
          <p:cNvPr id="248" name="Google Shape;248;p5"/>
          <p:cNvCxnSpPr>
            <a:stCxn id="247" idx="1"/>
            <a:endCxn id="247" idx="3"/>
          </p:cNvCxnSpPr>
          <p:nvPr/>
        </p:nvCxnSpPr>
        <p:spPr>
          <a:xfrm>
            <a:off x="7217800" y="3636575"/>
            <a:ext cx="450000" cy="0"/>
          </a:xfrm>
          <a:prstGeom prst="straightConnector1">
            <a:avLst/>
          </a:prstGeom>
          <a:noFill/>
          <a:ln cap="flat" cmpd="sng" w="9525">
            <a:solidFill>
              <a:schemeClr val="dk2"/>
            </a:solidFill>
            <a:prstDash val="solid"/>
            <a:round/>
            <a:headEnd len="sm" w="sm" type="none"/>
            <a:tailEnd len="sm" w="sm" type="none"/>
          </a:ln>
        </p:spPr>
      </p:cxnSp>
      <p:pic>
        <p:nvPicPr>
          <p:cNvPr id="249" name="Google Shape;249;p5"/>
          <p:cNvPicPr preferRelativeResize="0"/>
          <p:nvPr/>
        </p:nvPicPr>
        <p:blipFill>
          <a:blip r:embed="rId4">
            <a:alphaModFix/>
          </a:blip>
          <a:stretch>
            <a:fillRect/>
          </a:stretch>
        </p:blipFill>
        <p:spPr>
          <a:xfrm>
            <a:off x="8267431" y="3959925"/>
            <a:ext cx="690319" cy="7281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6"/>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SzPts val="1400"/>
              <a:buNone/>
            </a:pPr>
            <a:r>
              <a:t/>
            </a:r>
            <a:endParaRPr/>
          </a:p>
        </p:txBody>
      </p:sp>
      <p:sp>
        <p:nvSpPr>
          <p:cNvPr id="255" name="Google Shape;255;p6"/>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p>
            <a:pPr indent="0" lvl="0" marL="0" rtl="0" algn="l">
              <a:lnSpc>
                <a:spcPct val="90000"/>
              </a:lnSpc>
              <a:spcBef>
                <a:spcPts val="800"/>
              </a:spcBef>
              <a:spcAft>
                <a:spcPts val="0"/>
              </a:spcAft>
              <a:buSzPts val="1400"/>
              <a:buNone/>
            </a:pPr>
            <a:r>
              <a:t/>
            </a:r>
            <a:endParaRPr/>
          </a:p>
        </p:txBody>
      </p:sp>
      <p:pic>
        <p:nvPicPr>
          <p:cNvPr descr="Forma&#10;&#10;Descripción generada automáticamente con confianza media" id="256" name="Google Shape;256;p6"/>
          <p:cNvPicPr preferRelativeResize="0"/>
          <p:nvPr>
            <p:ph idx="1" type="body"/>
          </p:nvPr>
        </p:nvPicPr>
        <p:blipFill rotWithShape="1">
          <a:blip r:embed="rId3">
            <a:alphaModFix/>
          </a:blip>
          <a:srcRect b="0" l="0" r="0" t="0"/>
          <a:stretch/>
        </p:blipFill>
        <p:spPr>
          <a:xfrm>
            <a:off x="-5" y="0"/>
            <a:ext cx="9144000" cy="5143500"/>
          </a:xfrm>
          <a:prstGeom prst="rect">
            <a:avLst/>
          </a:prstGeom>
          <a:noFill/>
          <a:ln>
            <a:noFill/>
          </a:ln>
        </p:spPr>
      </p:pic>
      <p:cxnSp>
        <p:nvCxnSpPr>
          <p:cNvPr id="257" name="Google Shape;257;p6"/>
          <p:cNvCxnSpPr/>
          <p:nvPr/>
        </p:nvCxnSpPr>
        <p:spPr>
          <a:xfrm>
            <a:off x="-5" y="1789775"/>
            <a:ext cx="9144000" cy="0"/>
          </a:xfrm>
          <a:prstGeom prst="straightConnector1">
            <a:avLst/>
          </a:prstGeom>
          <a:noFill/>
          <a:ln cap="flat" cmpd="sng" w="28575">
            <a:solidFill>
              <a:srgbClr val="14BEB1"/>
            </a:solidFill>
            <a:prstDash val="solid"/>
            <a:round/>
            <a:headEnd len="med" w="med" type="triangle"/>
            <a:tailEnd len="med" w="med" type="triangle"/>
          </a:ln>
        </p:spPr>
      </p:cxnSp>
      <p:sp>
        <p:nvSpPr>
          <p:cNvPr id="258" name="Google Shape;258;p6"/>
          <p:cNvSpPr txBox="1"/>
          <p:nvPr/>
        </p:nvSpPr>
        <p:spPr>
          <a:xfrm>
            <a:off x="74400" y="309250"/>
            <a:ext cx="8283900" cy="923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400"/>
              <a:buFont typeface="Arial"/>
              <a:buNone/>
            </a:pPr>
            <a:r>
              <a:rPr b="0" i="0" lang="es" sz="2400" u="none" cap="none" strike="noStrike">
                <a:solidFill>
                  <a:schemeClr val="dk1"/>
                </a:solidFill>
                <a:latin typeface="Patrick Hand"/>
                <a:ea typeface="Patrick Hand"/>
                <a:cs typeface="Patrick Hand"/>
                <a:sym typeface="Patrick Hand"/>
              </a:rPr>
              <a:t>¿En cuántas partes iguales tendré que dividir el entero si quiero ubicar la fracción                ?</a:t>
            </a:r>
            <a:endParaRPr b="0" i="0" sz="1400" u="none" cap="none" strike="noStrike">
              <a:solidFill>
                <a:srgbClr val="000000"/>
              </a:solidFill>
              <a:latin typeface="Arial"/>
              <a:ea typeface="Arial"/>
              <a:cs typeface="Arial"/>
              <a:sym typeface="Arial"/>
            </a:endParaRPr>
          </a:p>
        </p:txBody>
      </p:sp>
      <p:sp>
        <p:nvSpPr>
          <p:cNvPr id="259" name="Google Shape;259;p6"/>
          <p:cNvSpPr txBox="1"/>
          <p:nvPr/>
        </p:nvSpPr>
        <p:spPr>
          <a:xfrm>
            <a:off x="4424575" y="742300"/>
            <a:ext cx="450000" cy="954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0" i="0" lang="es" sz="2500" u="none" cap="none" strike="noStrike">
                <a:solidFill>
                  <a:schemeClr val="dk1"/>
                </a:solidFill>
                <a:latin typeface="Patrick Hand"/>
                <a:ea typeface="Patrick Hand"/>
                <a:cs typeface="Patrick Hand"/>
                <a:sym typeface="Patrick Hand"/>
              </a:rPr>
              <a:t>5 8</a:t>
            </a:r>
            <a:endParaRPr b="0" i="0" sz="1400" u="none" cap="none" strike="noStrike">
              <a:solidFill>
                <a:srgbClr val="000000"/>
              </a:solidFill>
              <a:latin typeface="Arial"/>
              <a:ea typeface="Arial"/>
              <a:cs typeface="Arial"/>
              <a:sym typeface="Arial"/>
            </a:endParaRPr>
          </a:p>
        </p:txBody>
      </p:sp>
      <p:cxnSp>
        <p:nvCxnSpPr>
          <p:cNvPr id="260" name="Google Shape;260;p6"/>
          <p:cNvCxnSpPr>
            <a:stCxn id="259" idx="1"/>
            <a:endCxn id="259" idx="3"/>
          </p:cNvCxnSpPr>
          <p:nvPr/>
        </p:nvCxnSpPr>
        <p:spPr>
          <a:xfrm>
            <a:off x="4424575" y="1219450"/>
            <a:ext cx="450000" cy="0"/>
          </a:xfrm>
          <a:prstGeom prst="straightConnector1">
            <a:avLst/>
          </a:prstGeom>
          <a:noFill/>
          <a:ln cap="flat" cmpd="sng" w="9525">
            <a:solidFill>
              <a:schemeClr val="dk2"/>
            </a:solidFill>
            <a:prstDash val="solid"/>
            <a:round/>
            <a:headEnd len="sm" w="sm" type="none"/>
            <a:tailEnd len="sm" w="sm" type="none"/>
          </a:ln>
        </p:spPr>
      </p:cxnSp>
      <p:sp>
        <p:nvSpPr>
          <p:cNvPr id="261" name="Google Shape;261;p6"/>
          <p:cNvSpPr txBox="1"/>
          <p:nvPr/>
        </p:nvSpPr>
        <p:spPr>
          <a:xfrm>
            <a:off x="-304800" y="2437650"/>
            <a:ext cx="8962200" cy="923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400"/>
              <a:buFont typeface="Arial"/>
              <a:buNone/>
            </a:pPr>
            <a:r>
              <a:rPr b="0" i="0" lang="es" sz="2400" u="none" cap="none" strike="noStrike">
                <a:solidFill>
                  <a:schemeClr val="dk1"/>
                </a:solidFill>
                <a:latin typeface="Patrick Hand"/>
                <a:ea typeface="Patrick Hand"/>
                <a:cs typeface="Patrick Hand"/>
                <a:sym typeface="Patrick Hand"/>
              </a:rPr>
              <a:t> ¿En cuántas partes iguales tendré que dividir el entero si quiero ubicar la fracción                   ?</a:t>
            </a:r>
            <a:endParaRPr b="0" i="0" sz="1400" u="none" cap="none" strike="noStrike">
              <a:solidFill>
                <a:srgbClr val="000000"/>
              </a:solidFill>
              <a:latin typeface="Arial"/>
              <a:ea typeface="Arial"/>
              <a:cs typeface="Arial"/>
              <a:sym typeface="Arial"/>
            </a:endParaRPr>
          </a:p>
        </p:txBody>
      </p:sp>
      <p:cxnSp>
        <p:nvCxnSpPr>
          <p:cNvPr id="262" name="Google Shape;262;p6"/>
          <p:cNvCxnSpPr/>
          <p:nvPr/>
        </p:nvCxnSpPr>
        <p:spPr>
          <a:xfrm>
            <a:off x="-5" y="3798550"/>
            <a:ext cx="9144000" cy="0"/>
          </a:xfrm>
          <a:prstGeom prst="straightConnector1">
            <a:avLst/>
          </a:prstGeom>
          <a:noFill/>
          <a:ln cap="flat" cmpd="sng" w="28575">
            <a:solidFill>
              <a:srgbClr val="14BEB1"/>
            </a:solidFill>
            <a:prstDash val="solid"/>
            <a:round/>
            <a:headEnd len="med" w="med" type="triangle"/>
            <a:tailEnd len="med" w="med" type="triangle"/>
          </a:ln>
        </p:spPr>
      </p:cxnSp>
      <p:sp>
        <p:nvSpPr>
          <p:cNvPr id="263" name="Google Shape;263;p6"/>
          <p:cNvSpPr txBox="1"/>
          <p:nvPr/>
        </p:nvSpPr>
        <p:spPr>
          <a:xfrm>
            <a:off x="4411025" y="2844250"/>
            <a:ext cx="450000" cy="954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0" i="0" lang="es" sz="2500" u="none" cap="none" strike="noStrike">
                <a:solidFill>
                  <a:schemeClr val="dk1"/>
                </a:solidFill>
                <a:latin typeface="Patrick Hand"/>
                <a:ea typeface="Patrick Hand"/>
                <a:cs typeface="Patrick Hand"/>
                <a:sym typeface="Patrick Hand"/>
              </a:rPr>
              <a:t>3</a:t>
            </a:r>
            <a:endParaRPr b="0" i="0" sz="25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500"/>
              <a:buFont typeface="Arial"/>
              <a:buNone/>
            </a:pPr>
            <a:r>
              <a:rPr b="0" i="0" lang="es" sz="2500" u="none" cap="none" strike="noStrike">
                <a:solidFill>
                  <a:schemeClr val="dk1"/>
                </a:solidFill>
                <a:latin typeface="Patrick Hand"/>
                <a:ea typeface="Patrick Hand"/>
                <a:cs typeface="Patrick Hand"/>
                <a:sym typeface="Patrick Hand"/>
              </a:rPr>
              <a:t>4</a:t>
            </a:r>
            <a:endParaRPr b="0" i="0" sz="1400" u="none" cap="none" strike="noStrike">
              <a:solidFill>
                <a:srgbClr val="000000"/>
              </a:solidFill>
              <a:latin typeface="Arial"/>
              <a:ea typeface="Arial"/>
              <a:cs typeface="Arial"/>
              <a:sym typeface="Arial"/>
            </a:endParaRPr>
          </a:p>
        </p:txBody>
      </p:sp>
      <p:cxnSp>
        <p:nvCxnSpPr>
          <p:cNvPr id="264" name="Google Shape;264;p6"/>
          <p:cNvCxnSpPr>
            <a:stCxn id="263" idx="1"/>
            <a:endCxn id="263" idx="3"/>
          </p:cNvCxnSpPr>
          <p:nvPr/>
        </p:nvCxnSpPr>
        <p:spPr>
          <a:xfrm>
            <a:off x="4411025" y="3321400"/>
            <a:ext cx="450000" cy="0"/>
          </a:xfrm>
          <a:prstGeom prst="straightConnector1">
            <a:avLst/>
          </a:prstGeom>
          <a:noFill/>
          <a:ln cap="flat" cmpd="sng" w="9525">
            <a:solidFill>
              <a:schemeClr val="dk2"/>
            </a:solidFill>
            <a:prstDash val="solid"/>
            <a:round/>
            <a:headEnd len="sm" w="sm" type="none"/>
            <a:tailEnd len="sm" w="sm" type="none"/>
          </a:ln>
        </p:spPr>
      </p:cxnSp>
      <p:sp>
        <p:nvSpPr>
          <p:cNvPr id="265" name="Google Shape;265;p6"/>
          <p:cNvSpPr txBox="1"/>
          <p:nvPr/>
        </p:nvSpPr>
        <p:spPr>
          <a:xfrm>
            <a:off x="0" y="1789775"/>
            <a:ext cx="5973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0" i="0" lang="es" sz="2500" u="none" cap="none" strike="noStrike">
                <a:solidFill>
                  <a:schemeClr val="dk1"/>
                </a:solidFill>
                <a:latin typeface="Patrick Hand"/>
                <a:ea typeface="Patrick Hand"/>
                <a:cs typeface="Patrick Hand"/>
                <a:sym typeface="Patrick Hand"/>
              </a:rPr>
              <a:t>0</a:t>
            </a:r>
            <a:endParaRPr b="0" i="0" sz="1400" u="none" cap="none" strike="noStrike">
              <a:solidFill>
                <a:srgbClr val="000000"/>
              </a:solidFill>
              <a:latin typeface="Arial"/>
              <a:ea typeface="Arial"/>
              <a:cs typeface="Arial"/>
              <a:sym typeface="Arial"/>
            </a:endParaRPr>
          </a:p>
        </p:txBody>
      </p:sp>
      <p:sp>
        <p:nvSpPr>
          <p:cNvPr id="266" name="Google Shape;266;p6"/>
          <p:cNvSpPr txBox="1"/>
          <p:nvPr/>
        </p:nvSpPr>
        <p:spPr>
          <a:xfrm>
            <a:off x="76200" y="3666250"/>
            <a:ext cx="5973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0" i="0" lang="es" sz="2500" u="none" cap="none" strike="noStrike">
                <a:solidFill>
                  <a:schemeClr val="dk1"/>
                </a:solidFill>
                <a:latin typeface="Patrick Hand"/>
                <a:ea typeface="Patrick Hand"/>
                <a:cs typeface="Patrick Hand"/>
                <a:sym typeface="Patrick Hand"/>
              </a:rPr>
              <a:t>0</a:t>
            </a:r>
            <a:endParaRPr b="0" i="0" sz="1400" u="none" cap="none" strike="noStrike">
              <a:solidFill>
                <a:srgbClr val="000000"/>
              </a:solidFill>
              <a:latin typeface="Arial"/>
              <a:ea typeface="Arial"/>
              <a:cs typeface="Arial"/>
              <a:sym typeface="Arial"/>
            </a:endParaRPr>
          </a:p>
        </p:txBody>
      </p:sp>
      <p:sp>
        <p:nvSpPr>
          <p:cNvPr id="267" name="Google Shape;267;p6"/>
          <p:cNvSpPr txBox="1"/>
          <p:nvPr/>
        </p:nvSpPr>
        <p:spPr>
          <a:xfrm>
            <a:off x="8452050" y="3666250"/>
            <a:ext cx="30000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0" i="0" lang="es" sz="2500" u="none" cap="none" strike="noStrike">
                <a:solidFill>
                  <a:schemeClr val="dk1"/>
                </a:solidFill>
                <a:latin typeface="Patrick Hand"/>
                <a:ea typeface="Patrick Hand"/>
                <a:cs typeface="Patrick Hand"/>
                <a:sym typeface="Patrick Hand"/>
              </a:rPr>
              <a:t>1</a:t>
            </a:r>
            <a:endParaRPr b="0" i="0" sz="1400" u="none" cap="none" strike="noStrike">
              <a:solidFill>
                <a:srgbClr val="000000"/>
              </a:solidFill>
              <a:latin typeface="Arial"/>
              <a:ea typeface="Arial"/>
              <a:cs typeface="Arial"/>
              <a:sym typeface="Arial"/>
            </a:endParaRPr>
          </a:p>
        </p:txBody>
      </p:sp>
      <p:sp>
        <p:nvSpPr>
          <p:cNvPr id="268" name="Google Shape;268;p6"/>
          <p:cNvSpPr txBox="1"/>
          <p:nvPr/>
        </p:nvSpPr>
        <p:spPr>
          <a:xfrm>
            <a:off x="8452050" y="1685050"/>
            <a:ext cx="30000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0" i="0" lang="es" sz="2500" u="none" cap="none" strike="noStrike">
                <a:solidFill>
                  <a:schemeClr val="dk1"/>
                </a:solidFill>
                <a:latin typeface="Patrick Hand"/>
                <a:ea typeface="Patrick Hand"/>
                <a:cs typeface="Patrick Hand"/>
                <a:sym typeface="Patrick Hand"/>
              </a:rPr>
              <a:t>1</a:t>
            </a:r>
            <a:endParaRPr b="0" i="0" sz="1400" u="none" cap="none" strike="noStrike">
              <a:solidFill>
                <a:srgbClr val="000000"/>
              </a:solidFill>
              <a:latin typeface="Arial"/>
              <a:ea typeface="Arial"/>
              <a:cs typeface="Arial"/>
              <a:sym typeface="Arial"/>
            </a:endParaRPr>
          </a:p>
        </p:txBody>
      </p:sp>
      <p:sp>
        <p:nvSpPr>
          <p:cNvPr id="269" name="Google Shape;269;p6"/>
          <p:cNvSpPr txBox="1"/>
          <p:nvPr/>
        </p:nvSpPr>
        <p:spPr>
          <a:xfrm>
            <a:off x="3522025" y="1543850"/>
            <a:ext cx="2255100" cy="569400"/>
          </a:xfrm>
          <a:prstGeom prst="rect">
            <a:avLst/>
          </a:prstGeom>
          <a:solidFill>
            <a:srgbClr val="FFA254"/>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0" i="0" lang="es" sz="2500" u="none" cap="none" strike="noStrike">
                <a:solidFill>
                  <a:schemeClr val="dk1"/>
                </a:solidFill>
                <a:latin typeface="Patrick Hand"/>
                <a:ea typeface="Patrick Hand"/>
                <a:cs typeface="Patrick Hand"/>
                <a:sym typeface="Patrick Hand"/>
              </a:rPr>
              <a:t>En 8 partes</a:t>
            </a:r>
            <a:endParaRPr b="0" i="0" sz="1400" u="none" cap="none" strike="noStrike">
              <a:solidFill>
                <a:srgbClr val="000000"/>
              </a:solidFill>
              <a:latin typeface="Arial"/>
              <a:ea typeface="Arial"/>
              <a:cs typeface="Arial"/>
              <a:sym typeface="Arial"/>
            </a:endParaRPr>
          </a:p>
        </p:txBody>
      </p:sp>
      <p:sp>
        <p:nvSpPr>
          <p:cNvPr id="270" name="Google Shape;270;p6"/>
          <p:cNvSpPr txBox="1"/>
          <p:nvPr/>
        </p:nvSpPr>
        <p:spPr>
          <a:xfrm>
            <a:off x="3566038" y="3666250"/>
            <a:ext cx="2255100" cy="569400"/>
          </a:xfrm>
          <a:prstGeom prst="rect">
            <a:avLst/>
          </a:prstGeom>
          <a:solidFill>
            <a:srgbClr val="FE9C9C"/>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0" i="0" lang="es" sz="2500" u="none" cap="none" strike="noStrike">
                <a:solidFill>
                  <a:schemeClr val="dk1"/>
                </a:solidFill>
                <a:latin typeface="Patrick Hand"/>
                <a:ea typeface="Patrick Hand"/>
                <a:cs typeface="Patrick Hand"/>
                <a:sym typeface="Patrick Hand"/>
              </a:rPr>
              <a:t>En 4 partes</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7"/>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SzPts val="1400"/>
              <a:buNone/>
            </a:pPr>
            <a:r>
              <a:t/>
            </a:r>
            <a:endParaRPr/>
          </a:p>
        </p:txBody>
      </p:sp>
      <p:sp>
        <p:nvSpPr>
          <p:cNvPr id="276" name="Google Shape;276;p7"/>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p>
            <a:pPr indent="0" lvl="0" marL="0" rtl="0" algn="l">
              <a:lnSpc>
                <a:spcPct val="90000"/>
              </a:lnSpc>
              <a:spcBef>
                <a:spcPts val="800"/>
              </a:spcBef>
              <a:spcAft>
                <a:spcPts val="0"/>
              </a:spcAft>
              <a:buSzPts val="1400"/>
              <a:buNone/>
            </a:pPr>
            <a:r>
              <a:t/>
            </a:r>
            <a:endParaRPr/>
          </a:p>
        </p:txBody>
      </p:sp>
      <p:pic>
        <p:nvPicPr>
          <p:cNvPr descr="Forma&#10;&#10;Descripción generada automáticamente con confianza media" id="277" name="Google Shape;277;p7"/>
          <p:cNvPicPr preferRelativeResize="0"/>
          <p:nvPr>
            <p:ph idx="1" type="body"/>
          </p:nvPr>
        </p:nvPicPr>
        <p:blipFill rotWithShape="1">
          <a:blip r:embed="rId3">
            <a:alphaModFix/>
          </a:blip>
          <a:srcRect b="0" l="0" r="0" t="0"/>
          <a:stretch/>
        </p:blipFill>
        <p:spPr>
          <a:xfrm>
            <a:off x="-5" y="0"/>
            <a:ext cx="9144000" cy="5143500"/>
          </a:xfrm>
          <a:prstGeom prst="rect">
            <a:avLst/>
          </a:prstGeom>
          <a:noFill/>
          <a:ln>
            <a:noFill/>
          </a:ln>
        </p:spPr>
      </p:pic>
      <p:cxnSp>
        <p:nvCxnSpPr>
          <p:cNvPr id="278" name="Google Shape;278;p7"/>
          <p:cNvCxnSpPr/>
          <p:nvPr/>
        </p:nvCxnSpPr>
        <p:spPr>
          <a:xfrm>
            <a:off x="-5" y="2952750"/>
            <a:ext cx="9144000" cy="0"/>
          </a:xfrm>
          <a:prstGeom prst="straightConnector1">
            <a:avLst/>
          </a:prstGeom>
          <a:noFill/>
          <a:ln cap="flat" cmpd="sng" w="9525">
            <a:solidFill>
              <a:schemeClr val="dk2"/>
            </a:solidFill>
            <a:prstDash val="solid"/>
            <a:round/>
            <a:headEnd len="med" w="med" type="triangle"/>
            <a:tailEnd len="med" w="med" type="triangle"/>
          </a:ln>
        </p:spPr>
      </p:cxnSp>
      <p:cxnSp>
        <p:nvCxnSpPr>
          <p:cNvPr id="279" name="Google Shape;279;p7"/>
          <p:cNvCxnSpPr/>
          <p:nvPr/>
        </p:nvCxnSpPr>
        <p:spPr>
          <a:xfrm>
            <a:off x="-5" y="1053525"/>
            <a:ext cx="9144000" cy="0"/>
          </a:xfrm>
          <a:prstGeom prst="straightConnector1">
            <a:avLst/>
          </a:prstGeom>
          <a:noFill/>
          <a:ln cap="flat" cmpd="sng" w="9525">
            <a:solidFill>
              <a:schemeClr val="dk2"/>
            </a:solidFill>
            <a:prstDash val="solid"/>
            <a:round/>
            <a:headEnd len="med" w="med" type="triangle"/>
            <a:tailEnd len="med" w="med" type="triangle"/>
          </a:ln>
        </p:spPr>
      </p:cxnSp>
      <p:cxnSp>
        <p:nvCxnSpPr>
          <p:cNvPr id="280" name="Google Shape;280;p7"/>
          <p:cNvCxnSpPr/>
          <p:nvPr/>
        </p:nvCxnSpPr>
        <p:spPr>
          <a:xfrm>
            <a:off x="-5" y="1630800"/>
            <a:ext cx="9144000" cy="0"/>
          </a:xfrm>
          <a:prstGeom prst="straightConnector1">
            <a:avLst/>
          </a:prstGeom>
          <a:noFill/>
          <a:ln cap="flat" cmpd="sng" w="9525">
            <a:solidFill>
              <a:schemeClr val="dk2"/>
            </a:solidFill>
            <a:prstDash val="solid"/>
            <a:round/>
            <a:headEnd len="med" w="med" type="triangle"/>
            <a:tailEnd len="med" w="med" type="triangle"/>
          </a:ln>
        </p:spPr>
      </p:cxnSp>
      <p:cxnSp>
        <p:nvCxnSpPr>
          <p:cNvPr id="281" name="Google Shape;281;p7"/>
          <p:cNvCxnSpPr/>
          <p:nvPr/>
        </p:nvCxnSpPr>
        <p:spPr>
          <a:xfrm>
            <a:off x="-5" y="2302725"/>
            <a:ext cx="9144000" cy="0"/>
          </a:xfrm>
          <a:prstGeom prst="straightConnector1">
            <a:avLst/>
          </a:prstGeom>
          <a:noFill/>
          <a:ln cap="flat" cmpd="sng" w="9525">
            <a:solidFill>
              <a:schemeClr val="dk2"/>
            </a:solidFill>
            <a:prstDash val="solid"/>
            <a:round/>
            <a:headEnd len="med" w="med" type="triangle"/>
            <a:tailEnd len="med" w="med" type="triangle"/>
          </a:ln>
        </p:spPr>
      </p:cxnSp>
      <p:cxnSp>
        <p:nvCxnSpPr>
          <p:cNvPr id="282" name="Google Shape;282;p7"/>
          <p:cNvCxnSpPr/>
          <p:nvPr/>
        </p:nvCxnSpPr>
        <p:spPr>
          <a:xfrm>
            <a:off x="-5" y="3681850"/>
            <a:ext cx="9144000" cy="0"/>
          </a:xfrm>
          <a:prstGeom prst="straightConnector1">
            <a:avLst/>
          </a:prstGeom>
          <a:noFill/>
          <a:ln cap="flat" cmpd="sng" w="9525">
            <a:solidFill>
              <a:schemeClr val="dk2"/>
            </a:solidFill>
            <a:prstDash val="solid"/>
            <a:round/>
            <a:headEnd len="med" w="med" type="triangle"/>
            <a:tailEnd len="med" w="med" type="triangle"/>
          </a:ln>
        </p:spPr>
      </p:cxnSp>
      <p:cxnSp>
        <p:nvCxnSpPr>
          <p:cNvPr id="283" name="Google Shape;283;p7"/>
          <p:cNvCxnSpPr/>
          <p:nvPr/>
        </p:nvCxnSpPr>
        <p:spPr>
          <a:xfrm>
            <a:off x="4560450" y="822625"/>
            <a:ext cx="0" cy="317400"/>
          </a:xfrm>
          <a:prstGeom prst="straightConnector1">
            <a:avLst/>
          </a:prstGeom>
          <a:noFill/>
          <a:ln cap="flat" cmpd="sng" w="9525">
            <a:solidFill>
              <a:schemeClr val="dk2"/>
            </a:solidFill>
            <a:prstDash val="solid"/>
            <a:round/>
            <a:headEnd len="sm" w="sm" type="none"/>
            <a:tailEnd len="sm" w="sm" type="none"/>
          </a:ln>
        </p:spPr>
      </p:cxnSp>
      <p:cxnSp>
        <p:nvCxnSpPr>
          <p:cNvPr id="284" name="Google Shape;284;p7"/>
          <p:cNvCxnSpPr/>
          <p:nvPr/>
        </p:nvCxnSpPr>
        <p:spPr>
          <a:xfrm>
            <a:off x="4560450" y="2133075"/>
            <a:ext cx="0" cy="317400"/>
          </a:xfrm>
          <a:prstGeom prst="straightConnector1">
            <a:avLst/>
          </a:prstGeom>
          <a:noFill/>
          <a:ln cap="flat" cmpd="sng" w="28575">
            <a:solidFill>
              <a:schemeClr val="dk2"/>
            </a:solidFill>
            <a:prstDash val="solid"/>
            <a:round/>
            <a:headEnd len="sm" w="sm" type="none"/>
            <a:tailEnd len="sm" w="sm" type="none"/>
          </a:ln>
        </p:spPr>
      </p:cxnSp>
      <p:cxnSp>
        <p:nvCxnSpPr>
          <p:cNvPr id="285" name="Google Shape;285;p7"/>
          <p:cNvCxnSpPr/>
          <p:nvPr/>
        </p:nvCxnSpPr>
        <p:spPr>
          <a:xfrm>
            <a:off x="2360450" y="2133075"/>
            <a:ext cx="0" cy="317400"/>
          </a:xfrm>
          <a:prstGeom prst="straightConnector1">
            <a:avLst/>
          </a:prstGeom>
          <a:noFill/>
          <a:ln cap="flat" cmpd="sng" w="9525">
            <a:solidFill>
              <a:schemeClr val="dk2"/>
            </a:solidFill>
            <a:prstDash val="solid"/>
            <a:round/>
            <a:headEnd len="sm" w="sm" type="none"/>
            <a:tailEnd len="sm" w="sm" type="none"/>
          </a:ln>
        </p:spPr>
      </p:cxnSp>
      <p:cxnSp>
        <p:nvCxnSpPr>
          <p:cNvPr id="286" name="Google Shape;286;p7"/>
          <p:cNvCxnSpPr/>
          <p:nvPr/>
        </p:nvCxnSpPr>
        <p:spPr>
          <a:xfrm>
            <a:off x="6712525" y="2133075"/>
            <a:ext cx="0" cy="317400"/>
          </a:xfrm>
          <a:prstGeom prst="straightConnector1">
            <a:avLst/>
          </a:prstGeom>
          <a:noFill/>
          <a:ln cap="flat" cmpd="sng" w="9525">
            <a:solidFill>
              <a:schemeClr val="dk2"/>
            </a:solidFill>
            <a:prstDash val="solid"/>
            <a:round/>
            <a:headEnd len="sm" w="sm" type="none"/>
            <a:tailEnd len="sm" w="sm" type="none"/>
          </a:ln>
        </p:spPr>
      </p:cxnSp>
      <p:cxnSp>
        <p:nvCxnSpPr>
          <p:cNvPr id="287" name="Google Shape;287;p7"/>
          <p:cNvCxnSpPr/>
          <p:nvPr/>
        </p:nvCxnSpPr>
        <p:spPr>
          <a:xfrm>
            <a:off x="327300" y="2133075"/>
            <a:ext cx="0" cy="317400"/>
          </a:xfrm>
          <a:prstGeom prst="straightConnector1">
            <a:avLst/>
          </a:prstGeom>
          <a:noFill/>
          <a:ln cap="flat" cmpd="sng" w="9525">
            <a:solidFill>
              <a:schemeClr val="dk2"/>
            </a:solidFill>
            <a:prstDash val="solid"/>
            <a:round/>
            <a:headEnd len="sm" w="sm" type="none"/>
            <a:tailEnd len="sm" w="sm" type="none"/>
          </a:ln>
        </p:spPr>
      </p:cxnSp>
      <p:cxnSp>
        <p:nvCxnSpPr>
          <p:cNvPr id="288" name="Google Shape;288;p7"/>
          <p:cNvCxnSpPr/>
          <p:nvPr/>
        </p:nvCxnSpPr>
        <p:spPr>
          <a:xfrm>
            <a:off x="8604825" y="2133075"/>
            <a:ext cx="0" cy="317400"/>
          </a:xfrm>
          <a:prstGeom prst="straightConnector1">
            <a:avLst/>
          </a:prstGeom>
          <a:noFill/>
          <a:ln cap="flat" cmpd="sng" w="9525">
            <a:solidFill>
              <a:schemeClr val="dk2"/>
            </a:solidFill>
            <a:prstDash val="solid"/>
            <a:round/>
            <a:headEnd len="sm" w="sm" type="none"/>
            <a:tailEnd len="sm" w="sm" type="none"/>
          </a:ln>
        </p:spPr>
      </p:cxnSp>
      <p:cxnSp>
        <p:nvCxnSpPr>
          <p:cNvPr id="289" name="Google Shape;289;p7"/>
          <p:cNvCxnSpPr/>
          <p:nvPr/>
        </p:nvCxnSpPr>
        <p:spPr>
          <a:xfrm>
            <a:off x="4572000" y="3523138"/>
            <a:ext cx="0" cy="317400"/>
          </a:xfrm>
          <a:prstGeom prst="straightConnector1">
            <a:avLst/>
          </a:prstGeom>
          <a:noFill/>
          <a:ln cap="flat" cmpd="sng" w="28575">
            <a:solidFill>
              <a:schemeClr val="dk2"/>
            </a:solidFill>
            <a:prstDash val="solid"/>
            <a:round/>
            <a:headEnd len="sm" w="sm" type="none"/>
            <a:tailEnd len="sm" w="sm" type="none"/>
          </a:ln>
        </p:spPr>
      </p:cxnSp>
      <p:cxnSp>
        <p:nvCxnSpPr>
          <p:cNvPr id="290" name="Google Shape;290;p7"/>
          <p:cNvCxnSpPr/>
          <p:nvPr/>
        </p:nvCxnSpPr>
        <p:spPr>
          <a:xfrm>
            <a:off x="1419525" y="3551925"/>
            <a:ext cx="0" cy="317400"/>
          </a:xfrm>
          <a:prstGeom prst="straightConnector1">
            <a:avLst/>
          </a:prstGeom>
          <a:noFill/>
          <a:ln cap="flat" cmpd="sng" w="9525">
            <a:solidFill>
              <a:schemeClr val="dk2"/>
            </a:solidFill>
            <a:prstDash val="solid"/>
            <a:round/>
            <a:headEnd len="sm" w="sm" type="none"/>
            <a:tailEnd len="sm" w="sm" type="none"/>
          </a:ln>
        </p:spPr>
      </p:cxnSp>
      <p:cxnSp>
        <p:nvCxnSpPr>
          <p:cNvPr id="291" name="Google Shape;291;p7"/>
          <p:cNvCxnSpPr/>
          <p:nvPr/>
        </p:nvCxnSpPr>
        <p:spPr>
          <a:xfrm>
            <a:off x="2971800" y="3551925"/>
            <a:ext cx="0" cy="317400"/>
          </a:xfrm>
          <a:prstGeom prst="straightConnector1">
            <a:avLst/>
          </a:prstGeom>
          <a:noFill/>
          <a:ln cap="flat" cmpd="sng" w="9525">
            <a:solidFill>
              <a:schemeClr val="dk2"/>
            </a:solidFill>
            <a:prstDash val="solid"/>
            <a:round/>
            <a:headEnd len="sm" w="sm" type="none"/>
            <a:tailEnd len="sm" w="sm" type="none"/>
          </a:ln>
        </p:spPr>
      </p:cxnSp>
      <p:cxnSp>
        <p:nvCxnSpPr>
          <p:cNvPr id="292" name="Google Shape;292;p7"/>
          <p:cNvCxnSpPr/>
          <p:nvPr/>
        </p:nvCxnSpPr>
        <p:spPr>
          <a:xfrm>
            <a:off x="6082700" y="3523150"/>
            <a:ext cx="0" cy="317400"/>
          </a:xfrm>
          <a:prstGeom prst="straightConnector1">
            <a:avLst/>
          </a:prstGeom>
          <a:noFill/>
          <a:ln cap="flat" cmpd="sng" w="9525">
            <a:solidFill>
              <a:schemeClr val="dk2"/>
            </a:solidFill>
            <a:prstDash val="solid"/>
            <a:round/>
            <a:headEnd len="sm" w="sm" type="none"/>
            <a:tailEnd len="sm" w="sm" type="none"/>
          </a:ln>
        </p:spPr>
      </p:cxnSp>
      <p:cxnSp>
        <p:nvCxnSpPr>
          <p:cNvPr id="293" name="Google Shape;293;p7"/>
          <p:cNvCxnSpPr/>
          <p:nvPr/>
        </p:nvCxnSpPr>
        <p:spPr>
          <a:xfrm>
            <a:off x="7548425" y="3551925"/>
            <a:ext cx="0" cy="317400"/>
          </a:xfrm>
          <a:prstGeom prst="straightConnector1">
            <a:avLst/>
          </a:prstGeom>
          <a:noFill/>
          <a:ln cap="flat" cmpd="sng" w="9525">
            <a:solidFill>
              <a:schemeClr val="dk2"/>
            </a:solidFill>
            <a:prstDash val="solid"/>
            <a:round/>
            <a:headEnd len="sm" w="sm" type="none"/>
            <a:tailEnd len="sm" w="sm" type="none"/>
          </a:ln>
        </p:spPr>
      </p:cxnSp>
      <p:cxnSp>
        <p:nvCxnSpPr>
          <p:cNvPr id="294" name="Google Shape;294;p7"/>
          <p:cNvCxnSpPr/>
          <p:nvPr/>
        </p:nvCxnSpPr>
        <p:spPr>
          <a:xfrm>
            <a:off x="1863425" y="2732875"/>
            <a:ext cx="0" cy="317400"/>
          </a:xfrm>
          <a:prstGeom prst="straightConnector1">
            <a:avLst/>
          </a:prstGeom>
          <a:noFill/>
          <a:ln cap="flat" cmpd="sng" w="9525">
            <a:solidFill>
              <a:schemeClr val="dk2"/>
            </a:solidFill>
            <a:prstDash val="solid"/>
            <a:round/>
            <a:headEnd len="sm" w="sm" type="none"/>
            <a:tailEnd len="sm" w="sm" type="none"/>
          </a:ln>
        </p:spPr>
      </p:cxnSp>
      <p:cxnSp>
        <p:nvCxnSpPr>
          <p:cNvPr id="295" name="Google Shape;295;p7"/>
          <p:cNvCxnSpPr/>
          <p:nvPr/>
        </p:nvCxnSpPr>
        <p:spPr>
          <a:xfrm>
            <a:off x="3661050" y="2732875"/>
            <a:ext cx="0" cy="317400"/>
          </a:xfrm>
          <a:prstGeom prst="straightConnector1">
            <a:avLst/>
          </a:prstGeom>
          <a:noFill/>
          <a:ln cap="flat" cmpd="sng" w="9525">
            <a:solidFill>
              <a:schemeClr val="dk2"/>
            </a:solidFill>
            <a:prstDash val="solid"/>
            <a:round/>
            <a:headEnd len="sm" w="sm" type="none"/>
            <a:tailEnd len="sm" w="sm" type="none"/>
          </a:ln>
        </p:spPr>
      </p:cxnSp>
      <p:cxnSp>
        <p:nvCxnSpPr>
          <p:cNvPr id="296" name="Google Shape;296;p7"/>
          <p:cNvCxnSpPr/>
          <p:nvPr/>
        </p:nvCxnSpPr>
        <p:spPr>
          <a:xfrm>
            <a:off x="5458675" y="2732875"/>
            <a:ext cx="0" cy="317400"/>
          </a:xfrm>
          <a:prstGeom prst="straightConnector1">
            <a:avLst/>
          </a:prstGeom>
          <a:noFill/>
          <a:ln cap="flat" cmpd="sng" w="9525">
            <a:solidFill>
              <a:schemeClr val="dk2"/>
            </a:solidFill>
            <a:prstDash val="solid"/>
            <a:round/>
            <a:headEnd len="sm" w="sm" type="none"/>
            <a:tailEnd len="sm" w="sm" type="none"/>
          </a:ln>
        </p:spPr>
      </p:cxnSp>
      <p:cxnSp>
        <p:nvCxnSpPr>
          <p:cNvPr id="297" name="Google Shape;297;p7"/>
          <p:cNvCxnSpPr/>
          <p:nvPr/>
        </p:nvCxnSpPr>
        <p:spPr>
          <a:xfrm>
            <a:off x="7386175" y="2732875"/>
            <a:ext cx="0" cy="317400"/>
          </a:xfrm>
          <a:prstGeom prst="straightConnector1">
            <a:avLst/>
          </a:prstGeom>
          <a:noFill/>
          <a:ln cap="flat" cmpd="sng" w="9525">
            <a:solidFill>
              <a:schemeClr val="dk2"/>
            </a:solidFill>
            <a:prstDash val="solid"/>
            <a:round/>
            <a:headEnd len="sm" w="sm" type="none"/>
            <a:tailEnd len="sm" w="sm" type="none"/>
          </a:ln>
        </p:spPr>
      </p:cxnSp>
      <p:cxnSp>
        <p:nvCxnSpPr>
          <p:cNvPr id="298" name="Google Shape;298;p7"/>
          <p:cNvCxnSpPr/>
          <p:nvPr/>
        </p:nvCxnSpPr>
        <p:spPr>
          <a:xfrm>
            <a:off x="3237900" y="1519425"/>
            <a:ext cx="0" cy="317400"/>
          </a:xfrm>
          <a:prstGeom prst="straightConnector1">
            <a:avLst/>
          </a:prstGeom>
          <a:noFill/>
          <a:ln cap="flat" cmpd="sng" w="9525">
            <a:solidFill>
              <a:schemeClr val="dk2"/>
            </a:solidFill>
            <a:prstDash val="solid"/>
            <a:round/>
            <a:headEnd len="sm" w="sm" type="none"/>
            <a:tailEnd len="sm" w="sm" type="none"/>
          </a:ln>
        </p:spPr>
      </p:cxnSp>
      <p:cxnSp>
        <p:nvCxnSpPr>
          <p:cNvPr id="299" name="Google Shape;299;p7"/>
          <p:cNvCxnSpPr/>
          <p:nvPr/>
        </p:nvCxnSpPr>
        <p:spPr>
          <a:xfrm>
            <a:off x="6082700" y="1472100"/>
            <a:ext cx="0" cy="317400"/>
          </a:xfrm>
          <a:prstGeom prst="straightConnector1">
            <a:avLst/>
          </a:prstGeom>
          <a:noFill/>
          <a:ln cap="flat" cmpd="sng" w="9525">
            <a:solidFill>
              <a:schemeClr val="dk2"/>
            </a:solidFill>
            <a:prstDash val="solid"/>
            <a:round/>
            <a:headEnd len="sm" w="sm" type="none"/>
            <a:tailEnd len="sm" w="sm" type="none"/>
          </a:ln>
        </p:spPr>
      </p:cxnSp>
      <p:sp>
        <p:nvSpPr>
          <p:cNvPr id="300" name="Google Shape;300;p7"/>
          <p:cNvSpPr txBox="1"/>
          <p:nvPr/>
        </p:nvSpPr>
        <p:spPr>
          <a:xfrm>
            <a:off x="181050" y="1061400"/>
            <a:ext cx="5973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0" i="0" lang="es" sz="2500" u="none" cap="none" strike="noStrike">
                <a:solidFill>
                  <a:schemeClr val="dk1"/>
                </a:solidFill>
                <a:latin typeface="Patrick Hand"/>
                <a:ea typeface="Patrick Hand"/>
                <a:cs typeface="Patrick Hand"/>
                <a:sym typeface="Patrick Hand"/>
              </a:rPr>
              <a:t>0</a:t>
            </a:r>
            <a:endParaRPr b="0" i="0" sz="1400" u="none" cap="none" strike="noStrike">
              <a:solidFill>
                <a:srgbClr val="000000"/>
              </a:solidFill>
              <a:latin typeface="Arial"/>
              <a:ea typeface="Arial"/>
              <a:cs typeface="Arial"/>
              <a:sym typeface="Arial"/>
            </a:endParaRPr>
          </a:p>
        </p:txBody>
      </p:sp>
      <p:sp>
        <p:nvSpPr>
          <p:cNvPr id="301" name="Google Shape;301;p7"/>
          <p:cNvSpPr txBox="1"/>
          <p:nvPr/>
        </p:nvSpPr>
        <p:spPr>
          <a:xfrm>
            <a:off x="170475" y="1630788"/>
            <a:ext cx="5973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0" i="0" lang="es" sz="2500" u="none" cap="none" strike="noStrike">
                <a:solidFill>
                  <a:schemeClr val="dk1"/>
                </a:solidFill>
                <a:latin typeface="Patrick Hand"/>
                <a:ea typeface="Patrick Hand"/>
                <a:cs typeface="Patrick Hand"/>
                <a:sym typeface="Patrick Hand"/>
              </a:rPr>
              <a:t>0</a:t>
            </a:r>
            <a:endParaRPr b="0" i="0" sz="1400" u="none" cap="none" strike="noStrike">
              <a:solidFill>
                <a:srgbClr val="000000"/>
              </a:solidFill>
              <a:latin typeface="Arial"/>
              <a:ea typeface="Arial"/>
              <a:cs typeface="Arial"/>
              <a:sym typeface="Arial"/>
            </a:endParaRPr>
          </a:p>
        </p:txBody>
      </p:sp>
      <p:sp>
        <p:nvSpPr>
          <p:cNvPr id="302" name="Google Shape;302;p7"/>
          <p:cNvSpPr txBox="1"/>
          <p:nvPr/>
        </p:nvSpPr>
        <p:spPr>
          <a:xfrm>
            <a:off x="181050" y="2343038"/>
            <a:ext cx="5973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0" i="0" lang="es" sz="2500" u="none" cap="none" strike="noStrike">
                <a:solidFill>
                  <a:schemeClr val="dk1"/>
                </a:solidFill>
                <a:latin typeface="Patrick Hand"/>
                <a:ea typeface="Patrick Hand"/>
                <a:cs typeface="Patrick Hand"/>
                <a:sym typeface="Patrick Hand"/>
              </a:rPr>
              <a:t>0</a:t>
            </a:r>
            <a:endParaRPr b="0" i="0" sz="1400" u="none" cap="none" strike="noStrike">
              <a:solidFill>
                <a:srgbClr val="000000"/>
              </a:solidFill>
              <a:latin typeface="Arial"/>
              <a:ea typeface="Arial"/>
              <a:cs typeface="Arial"/>
              <a:sym typeface="Arial"/>
            </a:endParaRPr>
          </a:p>
        </p:txBody>
      </p:sp>
      <p:sp>
        <p:nvSpPr>
          <p:cNvPr id="303" name="Google Shape;303;p7"/>
          <p:cNvSpPr txBox="1"/>
          <p:nvPr/>
        </p:nvSpPr>
        <p:spPr>
          <a:xfrm>
            <a:off x="181050" y="2890200"/>
            <a:ext cx="5973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0" i="0" lang="es" sz="2500" u="none" cap="none" strike="noStrike">
                <a:solidFill>
                  <a:schemeClr val="dk1"/>
                </a:solidFill>
                <a:latin typeface="Patrick Hand"/>
                <a:ea typeface="Patrick Hand"/>
                <a:cs typeface="Patrick Hand"/>
                <a:sym typeface="Patrick Hand"/>
              </a:rPr>
              <a:t>0</a:t>
            </a:r>
            <a:endParaRPr b="0" i="0" sz="1400" u="none" cap="none" strike="noStrike">
              <a:solidFill>
                <a:srgbClr val="000000"/>
              </a:solidFill>
              <a:latin typeface="Arial"/>
              <a:ea typeface="Arial"/>
              <a:cs typeface="Arial"/>
              <a:sym typeface="Arial"/>
            </a:endParaRPr>
          </a:p>
        </p:txBody>
      </p:sp>
      <p:sp>
        <p:nvSpPr>
          <p:cNvPr id="304" name="Google Shape;304;p7"/>
          <p:cNvSpPr txBox="1"/>
          <p:nvPr/>
        </p:nvSpPr>
        <p:spPr>
          <a:xfrm>
            <a:off x="181050" y="3652200"/>
            <a:ext cx="5973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0" i="0" lang="es" sz="2500" u="none" cap="none" strike="noStrike">
                <a:solidFill>
                  <a:schemeClr val="dk1"/>
                </a:solidFill>
                <a:latin typeface="Patrick Hand"/>
                <a:ea typeface="Patrick Hand"/>
                <a:cs typeface="Patrick Hand"/>
                <a:sym typeface="Patrick Hand"/>
              </a:rPr>
              <a:t>0</a:t>
            </a:r>
            <a:endParaRPr b="0" i="0" sz="1400" u="none" cap="none" strike="noStrike">
              <a:solidFill>
                <a:srgbClr val="000000"/>
              </a:solidFill>
              <a:latin typeface="Arial"/>
              <a:ea typeface="Arial"/>
              <a:cs typeface="Arial"/>
              <a:sym typeface="Arial"/>
            </a:endParaRPr>
          </a:p>
        </p:txBody>
      </p:sp>
      <p:sp>
        <p:nvSpPr>
          <p:cNvPr id="305" name="Google Shape;305;p7"/>
          <p:cNvSpPr txBox="1"/>
          <p:nvPr/>
        </p:nvSpPr>
        <p:spPr>
          <a:xfrm>
            <a:off x="4423200" y="66075"/>
            <a:ext cx="450000" cy="892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300"/>
              <a:buFont typeface="Arial"/>
              <a:buNone/>
            </a:pPr>
            <a:r>
              <a:rPr b="0" i="0" lang="es" sz="2300" u="none" cap="none" strike="noStrike">
                <a:solidFill>
                  <a:schemeClr val="dk1"/>
                </a:solidFill>
                <a:latin typeface="Patrick Hand"/>
                <a:ea typeface="Patrick Hand"/>
                <a:cs typeface="Patrick Hand"/>
                <a:sym typeface="Patrick Hand"/>
              </a:rPr>
              <a:t>1 </a:t>
            </a:r>
            <a:endParaRPr b="0" i="0" sz="23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300"/>
              <a:buFont typeface="Arial"/>
              <a:buNone/>
            </a:pPr>
            <a:r>
              <a:rPr b="0" i="0" lang="es" sz="2300" u="none" cap="none" strike="noStrike">
                <a:solidFill>
                  <a:schemeClr val="dk1"/>
                </a:solidFill>
                <a:latin typeface="Patrick Hand"/>
                <a:ea typeface="Patrick Hand"/>
                <a:cs typeface="Patrick Hand"/>
                <a:sym typeface="Patrick Hand"/>
              </a:rPr>
              <a:t>2</a:t>
            </a:r>
            <a:endParaRPr b="0" i="0" sz="1200" u="none" cap="none" strike="noStrike">
              <a:solidFill>
                <a:srgbClr val="000000"/>
              </a:solidFill>
              <a:latin typeface="Arial"/>
              <a:ea typeface="Arial"/>
              <a:cs typeface="Arial"/>
              <a:sym typeface="Arial"/>
            </a:endParaRPr>
          </a:p>
        </p:txBody>
      </p:sp>
      <p:sp>
        <p:nvSpPr>
          <p:cNvPr id="306" name="Google Shape;306;p7"/>
          <p:cNvSpPr txBox="1"/>
          <p:nvPr/>
        </p:nvSpPr>
        <p:spPr>
          <a:xfrm>
            <a:off x="8856725" y="3602775"/>
            <a:ext cx="30000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0" i="0" lang="es" sz="2500" u="none" cap="none" strike="noStrike">
                <a:solidFill>
                  <a:schemeClr val="dk1"/>
                </a:solidFill>
                <a:latin typeface="Patrick Hand"/>
                <a:ea typeface="Patrick Hand"/>
                <a:cs typeface="Patrick Hand"/>
                <a:sym typeface="Patrick Hand"/>
              </a:rPr>
              <a:t>1</a:t>
            </a:r>
            <a:endParaRPr b="0" i="0" sz="1400" u="none" cap="none" strike="noStrike">
              <a:solidFill>
                <a:srgbClr val="000000"/>
              </a:solidFill>
              <a:latin typeface="Arial"/>
              <a:ea typeface="Arial"/>
              <a:cs typeface="Arial"/>
              <a:sym typeface="Arial"/>
            </a:endParaRPr>
          </a:p>
        </p:txBody>
      </p:sp>
      <p:sp>
        <p:nvSpPr>
          <p:cNvPr id="307" name="Google Shape;307;p7"/>
          <p:cNvSpPr txBox="1"/>
          <p:nvPr/>
        </p:nvSpPr>
        <p:spPr>
          <a:xfrm>
            <a:off x="8828925" y="2974650"/>
            <a:ext cx="30000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0" i="0" lang="es" sz="2500" u="none" cap="none" strike="noStrike">
                <a:solidFill>
                  <a:schemeClr val="dk1"/>
                </a:solidFill>
                <a:latin typeface="Patrick Hand"/>
                <a:ea typeface="Patrick Hand"/>
                <a:cs typeface="Patrick Hand"/>
                <a:sym typeface="Patrick Hand"/>
              </a:rPr>
              <a:t>1</a:t>
            </a:r>
            <a:endParaRPr b="0" i="0" sz="1400" u="none" cap="none" strike="noStrike">
              <a:solidFill>
                <a:srgbClr val="000000"/>
              </a:solidFill>
              <a:latin typeface="Arial"/>
              <a:ea typeface="Arial"/>
              <a:cs typeface="Arial"/>
              <a:sym typeface="Arial"/>
            </a:endParaRPr>
          </a:p>
        </p:txBody>
      </p:sp>
      <p:sp>
        <p:nvSpPr>
          <p:cNvPr id="308" name="Google Shape;308;p7"/>
          <p:cNvSpPr txBox="1"/>
          <p:nvPr/>
        </p:nvSpPr>
        <p:spPr>
          <a:xfrm>
            <a:off x="8816700" y="2208075"/>
            <a:ext cx="30000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0" i="0" lang="es" sz="2500" u="none" cap="none" strike="noStrike">
                <a:solidFill>
                  <a:schemeClr val="dk1"/>
                </a:solidFill>
                <a:latin typeface="Patrick Hand"/>
                <a:ea typeface="Patrick Hand"/>
                <a:cs typeface="Patrick Hand"/>
                <a:sym typeface="Patrick Hand"/>
              </a:rPr>
              <a:t>1</a:t>
            </a:r>
            <a:endParaRPr b="0" i="0" sz="1400" u="none" cap="none" strike="noStrike">
              <a:solidFill>
                <a:srgbClr val="000000"/>
              </a:solidFill>
              <a:latin typeface="Arial"/>
              <a:ea typeface="Arial"/>
              <a:cs typeface="Arial"/>
              <a:sym typeface="Arial"/>
            </a:endParaRPr>
          </a:p>
        </p:txBody>
      </p:sp>
      <p:sp>
        <p:nvSpPr>
          <p:cNvPr id="309" name="Google Shape;309;p7"/>
          <p:cNvSpPr txBox="1"/>
          <p:nvPr/>
        </p:nvSpPr>
        <p:spPr>
          <a:xfrm>
            <a:off x="8816700" y="1682063"/>
            <a:ext cx="30000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0" i="0" lang="es" sz="2500" u="none" cap="none" strike="noStrike">
                <a:solidFill>
                  <a:schemeClr val="dk1"/>
                </a:solidFill>
                <a:latin typeface="Patrick Hand"/>
                <a:ea typeface="Patrick Hand"/>
                <a:cs typeface="Patrick Hand"/>
                <a:sym typeface="Patrick Hand"/>
              </a:rPr>
              <a:t>1</a:t>
            </a:r>
            <a:endParaRPr b="0" i="0" sz="1400" u="none" cap="none" strike="noStrike">
              <a:solidFill>
                <a:srgbClr val="000000"/>
              </a:solidFill>
              <a:latin typeface="Arial"/>
              <a:ea typeface="Arial"/>
              <a:cs typeface="Arial"/>
              <a:sym typeface="Arial"/>
            </a:endParaRPr>
          </a:p>
        </p:txBody>
      </p:sp>
      <p:sp>
        <p:nvSpPr>
          <p:cNvPr id="310" name="Google Shape;310;p7"/>
          <p:cNvSpPr txBox="1"/>
          <p:nvPr/>
        </p:nvSpPr>
        <p:spPr>
          <a:xfrm>
            <a:off x="8856725" y="1010125"/>
            <a:ext cx="30000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0" i="0" lang="es" sz="2500" u="none" cap="none" strike="noStrike">
                <a:solidFill>
                  <a:schemeClr val="dk1"/>
                </a:solidFill>
                <a:latin typeface="Patrick Hand"/>
                <a:ea typeface="Patrick Hand"/>
                <a:cs typeface="Patrick Hand"/>
                <a:sym typeface="Patrick Hand"/>
              </a:rPr>
              <a:t>1</a:t>
            </a:r>
            <a:endParaRPr b="0" i="0" sz="1400" u="none" cap="none" strike="noStrike">
              <a:solidFill>
                <a:srgbClr val="000000"/>
              </a:solidFill>
              <a:latin typeface="Arial"/>
              <a:ea typeface="Arial"/>
              <a:cs typeface="Arial"/>
              <a:sym typeface="Arial"/>
            </a:endParaRPr>
          </a:p>
        </p:txBody>
      </p:sp>
      <p:sp>
        <p:nvSpPr>
          <p:cNvPr id="311" name="Google Shape;311;p7"/>
          <p:cNvSpPr/>
          <p:nvPr/>
        </p:nvSpPr>
        <p:spPr>
          <a:xfrm>
            <a:off x="317500" y="808175"/>
            <a:ext cx="4242900" cy="317400"/>
          </a:xfrm>
          <a:prstGeom prst="rect">
            <a:avLst/>
          </a:prstGeom>
          <a:solidFill>
            <a:srgbClr val="EF88E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2" name="Google Shape;312;p7"/>
          <p:cNvSpPr/>
          <p:nvPr/>
        </p:nvSpPr>
        <p:spPr>
          <a:xfrm>
            <a:off x="317500" y="1434600"/>
            <a:ext cx="2920500" cy="317400"/>
          </a:xfrm>
          <a:prstGeom prst="rect">
            <a:avLst/>
          </a:prstGeom>
          <a:solidFill>
            <a:srgbClr val="FFA25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3" name="Google Shape;313;p7"/>
          <p:cNvSpPr txBox="1"/>
          <p:nvPr/>
        </p:nvSpPr>
        <p:spPr>
          <a:xfrm>
            <a:off x="3012900" y="1010125"/>
            <a:ext cx="450000" cy="861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s" sz="2200" u="none" cap="none" strike="noStrike">
                <a:solidFill>
                  <a:schemeClr val="dk1"/>
                </a:solidFill>
                <a:latin typeface="Patrick Hand"/>
                <a:ea typeface="Patrick Hand"/>
                <a:cs typeface="Patrick Hand"/>
                <a:sym typeface="Patrick Hand"/>
              </a:rPr>
              <a:t>1 </a:t>
            </a:r>
            <a:endParaRPr b="0" i="0" sz="22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200"/>
              <a:buFont typeface="Arial"/>
              <a:buNone/>
            </a:pPr>
            <a:r>
              <a:rPr b="0" i="0" lang="es" sz="2200" u="none" cap="none" strike="noStrike">
                <a:solidFill>
                  <a:schemeClr val="dk1"/>
                </a:solidFill>
                <a:latin typeface="Patrick Hand"/>
                <a:ea typeface="Patrick Hand"/>
                <a:cs typeface="Patrick Hand"/>
                <a:sym typeface="Patrick Hand"/>
              </a:rPr>
              <a:t>3</a:t>
            </a:r>
            <a:endParaRPr b="0" i="0" sz="1100" u="none" cap="none" strike="noStrike">
              <a:solidFill>
                <a:srgbClr val="000000"/>
              </a:solidFill>
              <a:latin typeface="Arial"/>
              <a:ea typeface="Arial"/>
              <a:cs typeface="Arial"/>
              <a:sym typeface="Arial"/>
            </a:endParaRPr>
          </a:p>
        </p:txBody>
      </p:sp>
      <p:sp>
        <p:nvSpPr>
          <p:cNvPr id="314" name="Google Shape;314;p7"/>
          <p:cNvSpPr/>
          <p:nvPr/>
        </p:nvSpPr>
        <p:spPr>
          <a:xfrm>
            <a:off x="317500" y="2049950"/>
            <a:ext cx="2043000" cy="317400"/>
          </a:xfrm>
          <a:prstGeom prst="rect">
            <a:avLst/>
          </a:prstGeom>
          <a:solidFill>
            <a:srgbClr val="6DDED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 name="Google Shape;315;p7"/>
          <p:cNvSpPr txBox="1"/>
          <p:nvPr/>
        </p:nvSpPr>
        <p:spPr>
          <a:xfrm>
            <a:off x="2211650" y="1679450"/>
            <a:ext cx="450000" cy="861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s" sz="2200" u="none" cap="none" strike="noStrike">
                <a:solidFill>
                  <a:schemeClr val="dk1"/>
                </a:solidFill>
                <a:latin typeface="Patrick Hand"/>
                <a:ea typeface="Patrick Hand"/>
                <a:cs typeface="Patrick Hand"/>
                <a:sym typeface="Patrick Hand"/>
              </a:rPr>
              <a:t>1 </a:t>
            </a:r>
            <a:endParaRPr b="0" i="0" sz="22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200"/>
              <a:buFont typeface="Arial"/>
              <a:buNone/>
            </a:pPr>
            <a:r>
              <a:rPr b="0" i="0" lang="es" sz="2200" u="none" cap="none" strike="noStrike">
                <a:solidFill>
                  <a:schemeClr val="dk1"/>
                </a:solidFill>
                <a:latin typeface="Patrick Hand"/>
                <a:ea typeface="Patrick Hand"/>
                <a:cs typeface="Patrick Hand"/>
                <a:sym typeface="Patrick Hand"/>
              </a:rPr>
              <a:t>4</a:t>
            </a:r>
            <a:endParaRPr b="0" i="0" sz="1100" u="none" cap="none" strike="noStrike">
              <a:solidFill>
                <a:srgbClr val="000000"/>
              </a:solidFill>
              <a:latin typeface="Arial"/>
              <a:ea typeface="Arial"/>
              <a:cs typeface="Arial"/>
              <a:sym typeface="Arial"/>
            </a:endParaRPr>
          </a:p>
        </p:txBody>
      </p:sp>
      <p:sp>
        <p:nvSpPr>
          <p:cNvPr id="316" name="Google Shape;316;p7"/>
          <p:cNvSpPr/>
          <p:nvPr/>
        </p:nvSpPr>
        <p:spPr>
          <a:xfrm>
            <a:off x="317500" y="2655625"/>
            <a:ext cx="1630800" cy="317400"/>
          </a:xfrm>
          <a:prstGeom prst="rect">
            <a:avLst/>
          </a:prstGeom>
          <a:solidFill>
            <a:srgbClr val="D572F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7" name="Google Shape;317;p7"/>
          <p:cNvSpPr/>
          <p:nvPr/>
        </p:nvSpPr>
        <p:spPr>
          <a:xfrm>
            <a:off x="317500" y="3389400"/>
            <a:ext cx="1212300" cy="317400"/>
          </a:xfrm>
          <a:prstGeom prst="rect">
            <a:avLst/>
          </a:prstGeom>
          <a:solidFill>
            <a:srgbClr val="7FF17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8" name="Google Shape;318;p7"/>
          <p:cNvSpPr txBox="1"/>
          <p:nvPr/>
        </p:nvSpPr>
        <p:spPr>
          <a:xfrm>
            <a:off x="1790825" y="2225375"/>
            <a:ext cx="450000" cy="861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s" sz="2200" u="none" cap="none" strike="noStrike">
                <a:solidFill>
                  <a:schemeClr val="dk1"/>
                </a:solidFill>
                <a:latin typeface="Patrick Hand"/>
                <a:ea typeface="Patrick Hand"/>
                <a:cs typeface="Patrick Hand"/>
                <a:sym typeface="Patrick Hand"/>
              </a:rPr>
              <a:t>1 </a:t>
            </a:r>
            <a:endParaRPr b="0" i="0" sz="22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200"/>
              <a:buFont typeface="Arial"/>
              <a:buNone/>
            </a:pPr>
            <a:r>
              <a:rPr b="0" i="0" lang="es" sz="2200" u="none" cap="none" strike="noStrike">
                <a:solidFill>
                  <a:schemeClr val="dk1"/>
                </a:solidFill>
                <a:latin typeface="Patrick Hand"/>
                <a:ea typeface="Patrick Hand"/>
                <a:cs typeface="Patrick Hand"/>
                <a:sym typeface="Patrick Hand"/>
              </a:rPr>
              <a:t>5</a:t>
            </a:r>
            <a:endParaRPr b="0" i="0" sz="1100" u="none" cap="none" strike="noStrike">
              <a:solidFill>
                <a:srgbClr val="000000"/>
              </a:solidFill>
              <a:latin typeface="Arial"/>
              <a:ea typeface="Arial"/>
              <a:cs typeface="Arial"/>
              <a:sym typeface="Arial"/>
            </a:endParaRPr>
          </a:p>
        </p:txBody>
      </p:sp>
      <p:sp>
        <p:nvSpPr>
          <p:cNvPr id="319" name="Google Shape;319;p7"/>
          <p:cNvSpPr txBox="1"/>
          <p:nvPr/>
        </p:nvSpPr>
        <p:spPr>
          <a:xfrm>
            <a:off x="1346925" y="3087275"/>
            <a:ext cx="450000" cy="861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200"/>
              <a:buFont typeface="Arial"/>
              <a:buNone/>
            </a:pPr>
            <a:r>
              <a:rPr b="0" i="0" lang="es" sz="2200" u="none" cap="none" strike="noStrike">
                <a:solidFill>
                  <a:schemeClr val="dk1"/>
                </a:solidFill>
                <a:latin typeface="Patrick Hand"/>
                <a:ea typeface="Patrick Hand"/>
                <a:cs typeface="Patrick Hand"/>
                <a:sym typeface="Patrick Hand"/>
              </a:rPr>
              <a:t>1 </a:t>
            </a:r>
            <a:endParaRPr b="0" i="0" sz="22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200"/>
              <a:buFont typeface="Arial"/>
              <a:buNone/>
            </a:pPr>
            <a:r>
              <a:rPr b="0" i="0" lang="es" sz="2200" u="none" cap="none" strike="noStrike">
                <a:solidFill>
                  <a:schemeClr val="dk1"/>
                </a:solidFill>
                <a:latin typeface="Patrick Hand"/>
                <a:ea typeface="Patrick Hand"/>
                <a:cs typeface="Patrick Hand"/>
                <a:sym typeface="Patrick Hand"/>
              </a:rPr>
              <a:t>6</a:t>
            </a:r>
            <a:endParaRPr b="0" i="0" sz="1100" u="none" cap="none" strike="noStrike">
              <a:solidFill>
                <a:srgbClr val="000000"/>
              </a:solidFill>
              <a:latin typeface="Arial"/>
              <a:ea typeface="Arial"/>
              <a:cs typeface="Arial"/>
              <a:sym typeface="Arial"/>
            </a:endParaRPr>
          </a:p>
        </p:txBody>
      </p:sp>
      <p:cxnSp>
        <p:nvCxnSpPr>
          <p:cNvPr id="320" name="Google Shape;320;p7"/>
          <p:cNvCxnSpPr/>
          <p:nvPr/>
        </p:nvCxnSpPr>
        <p:spPr>
          <a:xfrm>
            <a:off x="4571970" y="0"/>
            <a:ext cx="0" cy="5143500"/>
          </a:xfrm>
          <a:prstGeom prst="straightConnector1">
            <a:avLst/>
          </a:prstGeom>
          <a:noFill/>
          <a:ln cap="flat" cmpd="sng" w="9525">
            <a:solidFill>
              <a:srgbClr val="FE9C9C"/>
            </a:solidFill>
            <a:prstDash val="dash"/>
            <a:round/>
            <a:headEnd len="sm" w="sm" type="none"/>
            <a:tailEnd len="sm" w="sm" type="none"/>
          </a:ln>
        </p:spPr>
      </p:cxnSp>
      <p:sp>
        <p:nvSpPr>
          <p:cNvPr id="321" name="Google Shape;321;p7"/>
          <p:cNvSpPr txBox="1"/>
          <p:nvPr/>
        </p:nvSpPr>
        <p:spPr>
          <a:xfrm>
            <a:off x="1740150" y="4187075"/>
            <a:ext cx="5816100" cy="631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900"/>
              <a:buFont typeface="Arial"/>
              <a:buNone/>
            </a:pPr>
            <a:r>
              <a:rPr b="0" i="0" lang="es" sz="2900" u="none" cap="none" strike="noStrike">
                <a:solidFill>
                  <a:schemeClr val="dk1"/>
                </a:solidFill>
                <a:latin typeface="Patrick Hand"/>
                <a:ea typeface="Patrick Hand"/>
                <a:cs typeface="Patrick Hand"/>
                <a:sym typeface="Patrick Hand"/>
              </a:rPr>
              <a:t>¿Qué fracciones son equivalentes a ½?</a:t>
            </a:r>
            <a:endParaRPr b="0" i="0" sz="1900" u="none" cap="none" strike="noStrike">
              <a:solidFill>
                <a:srgbClr val="000000"/>
              </a:solidFill>
              <a:latin typeface="Arial"/>
              <a:ea typeface="Arial"/>
              <a:cs typeface="Arial"/>
              <a:sym typeface="Arial"/>
            </a:endParaRPr>
          </a:p>
        </p:txBody>
      </p:sp>
      <p:sp>
        <p:nvSpPr>
          <p:cNvPr id="322" name="Google Shape;322;p7"/>
          <p:cNvSpPr/>
          <p:nvPr/>
        </p:nvSpPr>
        <p:spPr>
          <a:xfrm>
            <a:off x="4349450" y="1824800"/>
            <a:ext cx="374100" cy="767700"/>
          </a:xfrm>
          <a:prstGeom prst="rect">
            <a:avLst/>
          </a:prstGeom>
          <a:solidFill>
            <a:srgbClr val="6DDED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rPr b="0" i="0" lang="es" sz="2100" u="none" cap="none" strike="noStrike">
                <a:solidFill>
                  <a:srgbClr val="000000"/>
                </a:solidFill>
                <a:latin typeface="Patrick Hand"/>
                <a:ea typeface="Patrick Hand"/>
                <a:cs typeface="Patrick Hand"/>
                <a:sym typeface="Patrick Hand"/>
              </a:rPr>
              <a:t>2</a:t>
            </a:r>
            <a:endParaRPr b="0" i="0" sz="21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100"/>
              <a:buFont typeface="Arial"/>
              <a:buNone/>
            </a:pPr>
            <a:r>
              <a:rPr b="0" i="0" lang="es" sz="2100" u="none" cap="none" strike="noStrike">
                <a:solidFill>
                  <a:srgbClr val="000000"/>
                </a:solidFill>
                <a:latin typeface="Patrick Hand"/>
                <a:ea typeface="Patrick Hand"/>
                <a:cs typeface="Patrick Hand"/>
                <a:sym typeface="Patrick Hand"/>
              </a:rPr>
              <a:t>4</a:t>
            </a:r>
            <a:endParaRPr b="0" i="0" sz="2100" u="none" cap="none" strike="noStrike">
              <a:solidFill>
                <a:srgbClr val="000000"/>
              </a:solidFill>
              <a:latin typeface="Patrick Hand"/>
              <a:ea typeface="Patrick Hand"/>
              <a:cs typeface="Patrick Hand"/>
              <a:sym typeface="Patrick Hand"/>
            </a:endParaRPr>
          </a:p>
        </p:txBody>
      </p:sp>
      <p:sp>
        <p:nvSpPr>
          <p:cNvPr id="323" name="Google Shape;323;p7"/>
          <p:cNvSpPr/>
          <p:nvPr/>
        </p:nvSpPr>
        <p:spPr>
          <a:xfrm>
            <a:off x="4409425" y="3186063"/>
            <a:ext cx="374100" cy="767700"/>
          </a:xfrm>
          <a:prstGeom prst="rect">
            <a:avLst/>
          </a:prstGeom>
          <a:solidFill>
            <a:srgbClr val="7FF17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rPr b="0" i="0" lang="es" sz="2100" u="none" cap="none" strike="noStrike">
                <a:solidFill>
                  <a:srgbClr val="000000"/>
                </a:solidFill>
                <a:latin typeface="Patrick Hand"/>
                <a:ea typeface="Patrick Hand"/>
                <a:cs typeface="Patrick Hand"/>
                <a:sym typeface="Patrick Hand"/>
              </a:rPr>
              <a:t>3</a:t>
            </a:r>
            <a:endParaRPr b="0" i="0" sz="2100" u="none" cap="none" strike="noStrike">
              <a:solidFill>
                <a:srgbClr val="000000"/>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100"/>
              <a:buFont typeface="Arial"/>
              <a:buNone/>
            </a:pPr>
            <a:r>
              <a:rPr b="0" i="0" lang="es" sz="2100" u="none" cap="none" strike="noStrike">
                <a:solidFill>
                  <a:srgbClr val="000000"/>
                </a:solidFill>
                <a:latin typeface="Patrick Hand"/>
                <a:ea typeface="Patrick Hand"/>
                <a:cs typeface="Patrick Hand"/>
                <a:sym typeface="Patrick Hand"/>
              </a:rPr>
              <a:t>6</a:t>
            </a:r>
            <a:endParaRPr b="0" i="0" sz="2100" u="none" cap="none" strike="noStrike">
              <a:solidFill>
                <a:srgbClr val="000000"/>
              </a:solidFill>
              <a:latin typeface="Patrick Hand"/>
              <a:ea typeface="Patrick Hand"/>
              <a:cs typeface="Patrick Hand"/>
              <a:sym typeface="Patrick Ha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pic>
        <p:nvPicPr>
          <p:cNvPr descr="Forma&#10;&#10;Descripción generada automáticamente con confianza media" id="328" name="Google Shape;328;p8"/>
          <p:cNvPicPr preferRelativeResize="0"/>
          <p:nvPr>
            <p:ph idx="1" type="body"/>
          </p:nvPr>
        </p:nvPicPr>
        <p:blipFill rotWithShape="1">
          <a:blip r:embed="rId3">
            <a:alphaModFix/>
          </a:blip>
          <a:srcRect b="0" l="0" r="0" t="0"/>
          <a:stretch/>
        </p:blipFill>
        <p:spPr>
          <a:xfrm>
            <a:off x="-5" y="0"/>
            <a:ext cx="9144000" cy="5143500"/>
          </a:xfrm>
          <a:prstGeom prst="rect">
            <a:avLst/>
          </a:prstGeom>
          <a:noFill/>
          <a:ln>
            <a:noFill/>
          </a:ln>
        </p:spPr>
      </p:pic>
      <p:sp>
        <p:nvSpPr>
          <p:cNvPr id="329" name="Google Shape;329;p8"/>
          <p:cNvSpPr txBox="1"/>
          <p:nvPr/>
        </p:nvSpPr>
        <p:spPr>
          <a:xfrm>
            <a:off x="202050" y="490700"/>
            <a:ext cx="83559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1" i="0" lang="es" sz="2500" u="none" cap="none" strike="noStrike">
                <a:solidFill>
                  <a:schemeClr val="dk1"/>
                </a:solidFill>
                <a:latin typeface="Patrick Hand"/>
                <a:ea typeface="Patrick Hand"/>
                <a:cs typeface="Patrick Hand"/>
                <a:sym typeface="Patrick Hand"/>
              </a:rPr>
              <a:t>¿Qué fracción debería ir donde dice la letra A, la letra B y la letra C?</a:t>
            </a:r>
            <a:endParaRPr b="1" i="0" sz="1400" u="none" cap="none" strike="noStrike">
              <a:solidFill>
                <a:srgbClr val="000000"/>
              </a:solidFill>
              <a:latin typeface="Patrick Hand"/>
              <a:ea typeface="Patrick Hand"/>
              <a:cs typeface="Patrick Hand"/>
              <a:sym typeface="Patrick Hand"/>
            </a:endParaRPr>
          </a:p>
        </p:txBody>
      </p:sp>
      <p:cxnSp>
        <p:nvCxnSpPr>
          <p:cNvPr id="330" name="Google Shape;330;p8"/>
          <p:cNvCxnSpPr/>
          <p:nvPr/>
        </p:nvCxnSpPr>
        <p:spPr>
          <a:xfrm>
            <a:off x="-5" y="1859400"/>
            <a:ext cx="9144000" cy="0"/>
          </a:xfrm>
          <a:prstGeom prst="straightConnector1">
            <a:avLst/>
          </a:prstGeom>
          <a:noFill/>
          <a:ln cap="flat" cmpd="sng" w="9525">
            <a:solidFill>
              <a:schemeClr val="dk2"/>
            </a:solidFill>
            <a:prstDash val="solid"/>
            <a:round/>
            <a:headEnd len="sm" w="sm" type="none"/>
            <a:tailEnd len="sm" w="sm" type="none"/>
          </a:ln>
        </p:spPr>
      </p:cxnSp>
      <p:cxnSp>
        <p:nvCxnSpPr>
          <p:cNvPr id="331" name="Google Shape;331;p8"/>
          <p:cNvCxnSpPr/>
          <p:nvPr/>
        </p:nvCxnSpPr>
        <p:spPr>
          <a:xfrm>
            <a:off x="-5" y="2697600"/>
            <a:ext cx="9144000" cy="0"/>
          </a:xfrm>
          <a:prstGeom prst="straightConnector1">
            <a:avLst/>
          </a:prstGeom>
          <a:noFill/>
          <a:ln cap="flat" cmpd="sng" w="9525">
            <a:solidFill>
              <a:schemeClr val="dk2"/>
            </a:solidFill>
            <a:prstDash val="solid"/>
            <a:round/>
            <a:headEnd len="sm" w="sm" type="none"/>
            <a:tailEnd len="sm" w="sm" type="none"/>
          </a:ln>
        </p:spPr>
      </p:cxnSp>
      <p:cxnSp>
        <p:nvCxnSpPr>
          <p:cNvPr id="332" name="Google Shape;332;p8"/>
          <p:cNvCxnSpPr/>
          <p:nvPr/>
        </p:nvCxnSpPr>
        <p:spPr>
          <a:xfrm>
            <a:off x="-5" y="3535800"/>
            <a:ext cx="9144000" cy="0"/>
          </a:xfrm>
          <a:prstGeom prst="straightConnector1">
            <a:avLst/>
          </a:prstGeom>
          <a:noFill/>
          <a:ln cap="flat" cmpd="sng" w="9525">
            <a:solidFill>
              <a:schemeClr val="dk2"/>
            </a:solidFill>
            <a:prstDash val="solid"/>
            <a:round/>
            <a:headEnd len="sm" w="sm" type="none"/>
            <a:tailEnd len="sm" w="sm" type="none"/>
          </a:ln>
        </p:spPr>
      </p:cxnSp>
      <p:cxnSp>
        <p:nvCxnSpPr>
          <p:cNvPr id="333" name="Google Shape;333;p8"/>
          <p:cNvCxnSpPr/>
          <p:nvPr/>
        </p:nvCxnSpPr>
        <p:spPr>
          <a:xfrm>
            <a:off x="1809675" y="1715100"/>
            <a:ext cx="0" cy="0"/>
          </a:xfrm>
          <a:prstGeom prst="straightConnector1">
            <a:avLst/>
          </a:prstGeom>
          <a:noFill/>
          <a:ln cap="flat" cmpd="sng" w="9525">
            <a:solidFill>
              <a:schemeClr val="dk2"/>
            </a:solidFill>
            <a:prstDash val="solid"/>
            <a:round/>
            <a:headEnd len="sm" w="sm" type="none"/>
            <a:tailEnd len="sm" w="sm" type="none"/>
          </a:ln>
        </p:spPr>
      </p:cxnSp>
      <p:cxnSp>
        <p:nvCxnSpPr>
          <p:cNvPr id="334" name="Google Shape;334;p8"/>
          <p:cNvCxnSpPr/>
          <p:nvPr/>
        </p:nvCxnSpPr>
        <p:spPr>
          <a:xfrm>
            <a:off x="411025" y="1691975"/>
            <a:ext cx="0" cy="216600"/>
          </a:xfrm>
          <a:prstGeom prst="straightConnector1">
            <a:avLst/>
          </a:prstGeom>
          <a:noFill/>
          <a:ln cap="flat" cmpd="sng" w="28575">
            <a:solidFill>
              <a:schemeClr val="dk2"/>
            </a:solidFill>
            <a:prstDash val="solid"/>
            <a:round/>
            <a:headEnd len="sm" w="sm" type="none"/>
            <a:tailEnd len="sm" w="sm" type="none"/>
          </a:ln>
        </p:spPr>
      </p:cxnSp>
      <p:cxnSp>
        <p:nvCxnSpPr>
          <p:cNvPr id="335" name="Google Shape;335;p8"/>
          <p:cNvCxnSpPr/>
          <p:nvPr/>
        </p:nvCxnSpPr>
        <p:spPr>
          <a:xfrm>
            <a:off x="1776175" y="1770550"/>
            <a:ext cx="0" cy="216600"/>
          </a:xfrm>
          <a:prstGeom prst="straightConnector1">
            <a:avLst/>
          </a:prstGeom>
          <a:noFill/>
          <a:ln cap="flat" cmpd="sng" w="28575">
            <a:solidFill>
              <a:schemeClr val="dk2"/>
            </a:solidFill>
            <a:prstDash val="solid"/>
            <a:round/>
            <a:headEnd len="sm" w="sm" type="none"/>
            <a:tailEnd len="sm" w="sm" type="none"/>
          </a:ln>
        </p:spPr>
      </p:cxnSp>
      <p:cxnSp>
        <p:nvCxnSpPr>
          <p:cNvPr id="336" name="Google Shape;336;p8"/>
          <p:cNvCxnSpPr/>
          <p:nvPr/>
        </p:nvCxnSpPr>
        <p:spPr>
          <a:xfrm>
            <a:off x="3230425" y="1768175"/>
            <a:ext cx="0" cy="216600"/>
          </a:xfrm>
          <a:prstGeom prst="straightConnector1">
            <a:avLst/>
          </a:prstGeom>
          <a:noFill/>
          <a:ln cap="flat" cmpd="sng" w="28575">
            <a:solidFill>
              <a:schemeClr val="dk2"/>
            </a:solidFill>
            <a:prstDash val="solid"/>
            <a:round/>
            <a:headEnd len="sm" w="sm" type="none"/>
            <a:tailEnd len="sm" w="sm" type="none"/>
          </a:ln>
        </p:spPr>
      </p:cxnSp>
      <p:cxnSp>
        <p:nvCxnSpPr>
          <p:cNvPr id="337" name="Google Shape;337;p8"/>
          <p:cNvCxnSpPr/>
          <p:nvPr/>
        </p:nvCxnSpPr>
        <p:spPr>
          <a:xfrm>
            <a:off x="4602025" y="1768175"/>
            <a:ext cx="0" cy="216600"/>
          </a:xfrm>
          <a:prstGeom prst="straightConnector1">
            <a:avLst/>
          </a:prstGeom>
          <a:noFill/>
          <a:ln cap="flat" cmpd="sng" w="28575">
            <a:solidFill>
              <a:schemeClr val="dk2"/>
            </a:solidFill>
            <a:prstDash val="solid"/>
            <a:round/>
            <a:headEnd len="sm" w="sm" type="none"/>
            <a:tailEnd len="sm" w="sm" type="none"/>
          </a:ln>
        </p:spPr>
      </p:cxnSp>
      <p:cxnSp>
        <p:nvCxnSpPr>
          <p:cNvPr id="338" name="Google Shape;338;p8"/>
          <p:cNvCxnSpPr/>
          <p:nvPr/>
        </p:nvCxnSpPr>
        <p:spPr>
          <a:xfrm>
            <a:off x="5973625" y="1768175"/>
            <a:ext cx="0" cy="216600"/>
          </a:xfrm>
          <a:prstGeom prst="straightConnector1">
            <a:avLst/>
          </a:prstGeom>
          <a:noFill/>
          <a:ln cap="flat" cmpd="sng" w="28575">
            <a:solidFill>
              <a:schemeClr val="dk2"/>
            </a:solidFill>
            <a:prstDash val="solid"/>
            <a:round/>
            <a:headEnd len="sm" w="sm" type="none"/>
            <a:tailEnd len="sm" w="sm" type="none"/>
          </a:ln>
        </p:spPr>
      </p:cxnSp>
      <p:cxnSp>
        <p:nvCxnSpPr>
          <p:cNvPr id="339" name="Google Shape;339;p8"/>
          <p:cNvCxnSpPr/>
          <p:nvPr/>
        </p:nvCxnSpPr>
        <p:spPr>
          <a:xfrm>
            <a:off x="7345225" y="1768175"/>
            <a:ext cx="0" cy="216600"/>
          </a:xfrm>
          <a:prstGeom prst="straightConnector1">
            <a:avLst/>
          </a:prstGeom>
          <a:noFill/>
          <a:ln cap="flat" cmpd="sng" w="28575">
            <a:solidFill>
              <a:schemeClr val="dk2"/>
            </a:solidFill>
            <a:prstDash val="solid"/>
            <a:round/>
            <a:headEnd len="sm" w="sm" type="none"/>
            <a:tailEnd len="sm" w="sm" type="none"/>
          </a:ln>
        </p:spPr>
      </p:cxnSp>
      <p:cxnSp>
        <p:nvCxnSpPr>
          <p:cNvPr id="340" name="Google Shape;340;p8"/>
          <p:cNvCxnSpPr/>
          <p:nvPr/>
        </p:nvCxnSpPr>
        <p:spPr>
          <a:xfrm>
            <a:off x="8716825" y="1768175"/>
            <a:ext cx="0" cy="216600"/>
          </a:xfrm>
          <a:prstGeom prst="straightConnector1">
            <a:avLst/>
          </a:prstGeom>
          <a:noFill/>
          <a:ln cap="flat" cmpd="sng" w="28575">
            <a:solidFill>
              <a:schemeClr val="dk2"/>
            </a:solidFill>
            <a:prstDash val="solid"/>
            <a:round/>
            <a:headEnd len="sm" w="sm" type="none"/>
            <a:tailEnd len="sm" w="sm" type="none"/>
          </a:ln>
        </p:spPr>
      </p:cxnSp>
      <p:cxnSp>
        <p:nvCxnSpPr>
          <p:cNvPr id="341" name="Google Shape;341;p8"/>
          <p:cNvCxnSpPr/>
          <p:nvPr/>
        </p:nvCxnSpPr>
        <p:spPr>
          <a:xfrm>
            <a:off x="6888025" y="2606375"/>
            <a:ext cx="0" cy="216600"/>
          </a:xfrm>
          <a:prstGeom prst="straightConnector1">
            <a:avLst/>
          </a:prstGeom>
          <a:noFill/>
          <a:ln cap="flat" cmpd="sng" w="28575">
            <a:solidFill>
              <a:schemeClr val="dk2"/>
            </a:solidFill>
            <a:prstDash val="solid"/>
            <a:round/>
            <a:headEnd len="sm" w="sm" type="none"/>
            <a:tailEnd len="sm" w="sm" type="none"/>
          </a:ln>
        </p:spPr>
      </p:cxnSp>
      <p:cxnSp>
        <p:nvCxnSpPr>
          <p:cNvPr id="342" name="Google Shape;342;p8"/>
          <p:cNvCxnSpPr/>
          <p:nvPr/>
        </p:nvCxnSpPr>
        <p:spPr>
          <a:xfrm>
            <a:off x="8031025" y="2606375"/>
            <a:ext cx="0" cy="216600"/>
          </a:xfrm>
          <a:prstGeom prst="straightConnector1">
            <a:avLst/>
          </a:prstGeom>
          <a:noFill/>
          <a:ln cap="flat" cmpd="sng" w="28575">
            <a:solidFill>
              <a:schemeClr val="dk2"/>
            </a:solidFill>
            <a:prstDash val="solid"/>
            <a:round/>
            <a:headEnd len="sm" w="sm" type="none"/>
            <a:tailEnd len="sm" w="sm" type="none"/>
          </a:ln>
        </p:spPr>
      </p:cxnSp>
      <p:cxnSp>
        <p:nvCxnSpPr>
          <p:cNvPr id="343" name="Google Shape;343;p8"/>
          <p:cNvCxnSpPr/>
          <p:nvPr/>
        </p:nvCxnSpPr>
        <p:spPr>
          <a:xfrm>
            <a:off x="5745025" y="2606375"/>
            <a:ext cx="0" cy="216600"/>
          </a:xfrm>
          <a:prstGeom prst="straightConnector1">
            <a:avLst/>
          </a:prstGeom>
          <a:noFill/>
          <a:ln cap="flat" cmpd="sng" w="28575">
            <a:solidFill>
              <a:schemeClr val="dk2"/>
            </a:solidFill>
            <a:prstDash val="solid"/>
            <a:round/>
            <a:headEnd len="sm" w="sm" type="none"/>
            <a:tailEnd len="sm" w="sm" type="none"/>
          </a:ln>
        </p:spPr>
      </p:cxnSp>
      <p:cxnSp>
        <p:nvCxnSpPr>
          <p:cNvPr id="344" name="Google Shape;344;p8"/>
          <p:cNvCxnSpPr/>
          <p:nvPr/>
        </p:nvCxnSpPr>
        <p:spPr>
          <a:xfrm>
            <a:off x="4602025" y="2606375"/>
            <a:ext cx="0" cy="216600"/>
          </a:xfrm>
          <a:prstGeom prst="straightConnector1">
            <a:avLst/>
          </a:prstGeom>
          <a:noFill/>
          <a:ln cap="flat" cmpd="sng" w="28575">
            <a:solidFill>
              <a:schemeClr val="dk2"/>
            </a:solidFill>
            <a:prstDash val="solid"/>
            <a:round/>
            <a:headEnd len="sm" w="sm" type="none"/>
            <a:tailEnd len="sm" w="sm" type="none"/>
          </a:ln>
        </p:spPr>
      </p:cxnSp>
      <p:cxnSp>
        <p:nvCxnSpPr>
          <p:cNvPr id="345" name="Google Shape;345;p8"/>
          <p:cNvCxnSpPr/>
          <p:nvPr/>
        </p:nvCxnSpPr>
        <p:spPr>
          <a:xfrm>
            <a:off x="3459025" y="2606375"/>
            <a:ext cx="0" cy="216600"/>
          </a:xfrm>
          <a:prstGeom prst="straightConnector1">
            <a:avLst/>
          </a:prstGeom>
          <a:noFill/>
          <a:ln cap="flat" cmpd="sng" w="28575">
            <a:solidFill>
              <a:schemeClr val="dk2"/>
            </a:solidFill>
            <a:prstDash val="solid"/>
            <a:round/>
            <a:headEnd len="sm" w="sm" type="none"/>
            <a:tailEnd len="sm" w="sm" type="none"/>
          </a:ln>
        </p:spPr>
      </p:cxnSp>
      <p:cxnSp>
        <p:nvCxnSpPr>
          <p:cNvPr id="346" name="Google Shape;346;p8"/>
          <p:cNvCxnSpPr/>
          <p:nvPr/>
        </p:nvCxnSpPr>
        <p:spPr>
          <a:xfrm>
            <a:off x="2316025" y="2606375"/>
            <a:ext cx="0" cy="216600"/>
          </a:xfrm>
          <a:prstGeom prst="straightConnector1">
            <a:avLst/>
          </a:prstGeom>
          <a:noFill/>
          <a:ln cap="flat" cmpd="sng" w="28575">
            <a:solidFill>
              <a:schemeClr val="dk2"/>
            </a:solidFill>
            <a:prstDash val="solid"/>
            <a:round/>
            <a:headEnd len="sm" w="sm" type="none"/>
            <a:tailEnd len="sm" w="sm" type="none"/>
          </a:ln>
        </p:spPr>
      </p:cxnSp>
      <p:cxnSp>
        <p:nvCxnSpPr>
          <p:cNvPr id="347" name="Google Shape;347;p8"/>
          <p:cNvCxnSpPr/>
          <p:nvPr/>
        </p:nvCxnSpPr>
        <p:spPr>
          <a:xfrm>
            <a:off x="1173025" y="2606375"/>
            <a:ext cx="0" cy="216600"/>
          </a:xfrm>
          <a:prstGeom prst="straightConnector1">
            <a:avLst/>
          </a:prstGeom>
          <a:noFill/>
          <a:ln cap="flat" cmpd="sng" w="28575">
            <a:solidFill>
              <a:schemeClr val="dk2"/>
            </a:solidFill>
            <a:prstDash val="solid"/>
            <a:round/>
            <a:headEnd len="sm" w="sm" type="none"/>
            <a:tailEnd len="sm" w="sm" type="none"/>
          </a:ln>
        </p:spPr>
      </p:cxnSp>
      <p:cxnSp>
        <p:nvCxnSpPr>
          <p:cNvPr id="348" name="Google Shape;348;p8"/>
          <p:cNvCxnSpPr/>
          <p:nvPr/>
        </p:nvCxnSpPr>
        <p:spPr>
          <a:xfrm>
            <a:off x="30025" y="2682575"/>
            <a:ext cx="0" cy="216600"/>
          </a:xfrm>
          <a:prstGeom prst="straightConnector1">
            <a:avLst/>
          </a:prstGeom>
          <a:noFill/>
          <a:ln cap="flat" cmpd="sng" w="28575">
            <a:solidFill>
              <a:schemeClr val="dk2"/>
            </a:solidFill>
            <a:prstDash val="solid"/>
            <a:round/>
            <a:headEnd len="sm" w="sm" type="none"/>
            <a:tailEnd len="sm" w="sm" type="none"/>
          </a:ln>
        </p:spPr>
      </p:cxnSp>
      <p:cxnSp>
        <p:nvCxnSpPr>
          <p:cNvPr id="349" name="Google Shape;349;p8"/>
          <p:cNvCxnSpPr/>
          <p:nvPr/>
        </p:nvCxnSpPr>
        <p:spPr>
          <a:xfrm>
            <a:off x="9097825" y="2606375"/>
            <a:ext cx="0" cy="216600"/>
          </a:xfrm>
          <a:prstGeom prst="straightConnector1">
            <a:avLst/>
          </a:prstGeom>
          <a:noFill/>
          <a:ln cap="flat" cmpd="sng" w="28575">
            <a:solidFill>
              <a:schemeClr val="dk2"/>
            </a:solidFill>
            <a:prstDash val="solid"/>
            <a:round/>
            <a:headEnd len="sm" w="sm" type="none"/>
            <a:tailEnd len="sm" w="sm" type="none"/>
          </a:ln>
        </p:spPr>
      </p:cxnSp>
      <p:cxnSp>
        <p:nvCxnSpPr>
          <p:cNvPr id="350" name="Google Shape;350;p8"/>
          <p:cNvCxnSpPr/>
          <p:nvPr/>
        </p:nvCxnSpPr>
        <p:spPr>
          <a:xfrm>
            <a:off x="8793025" y="3444575"/>
            <a:ext cx="0" cy="216600"/>
          </a:xfrm>
          <a:prstGeom prst="straightConnector1">
            <a:avLst/>
          </a:prstGeom>
          <a:noFill/>
          <a:ln cap="flat" cmpd="sng" w="28575">
            <a:solidFill>
              <a:schemeClr val="dk2"/>
            </a:solidFill>
            <a:prstDash val="solid"/>
            <a:round/>
            <a:headEnd len="sm" w="sm" type="none"/>
            <a:tailEnd len="sm" w="sm" type="none"/>
          </a:ln>
        </p:spPr>
      </p:cxnSp>
      <p:cxnSp>
        <p:nvCxnSpPr>
          <p:cNvPr id="351" name="Google Shape;351;p8"/>
          <p:cNvCxnSpPr/>
          <p:nvPr/>
        </p:nvCxnSpPr>
        <p:spPr>
          <a:xfrm>
            <a:off x="5973625" y="3444575"/>
            <a:ext cx="0" cy="216600"/>
          </a:xfrm>
          <a:prstGeom prst="straightConnector1">
            <a:avLst/>
          </a:prstGeom>
          <a:noFill/>
          <a:ln cap="flat" cmpd="sng" w="28575">
            <a:solidFill>
              <a:schemeClr val="dk2"/>
            </a:solidFill>
            <a:prstDash val="solid"/>
            <a:round/>
            <a:headEnd len="sm" w="sm" type="none"/>
            <a:tailEnd len="sm" w="sm" type="none"/>
          </a:ln>
        </p:spPr>
      </p:cxnSp>
      <p:cxnSp>
        <p:nvCxnSpPr>
          <p:cNvPr id="352" name="Google Shape;352;p8"/>
          <p:cNvCxnSpPr/>
          <p:nvPr/>
        </p:nvCxnSpPr>
        <p:spPr>
          <a:xfrm>
            <a:off x="3154225" y="3444575"/>
            <a:ext cx="0" cy="216600"/>
          </a:xfrm>
          <a:prstGeom prst="straightConnector1">
            <a:avLst/>
          </a:prstGeom>
          <a:noFill/>
          <a:ln cap="flat" cmpd="sng" w="28575">
            <a:solidFill>
              <a:schemeClr val="dk2"/>
            </a:solidFill>
            <a:prstDash val="solid"/>
            <a:round/>
            <a:headEnd len="sm" w="sm" type="none"/>
            <a:tailEnd len="sm" w="sm" type="none"/>
          </a:ln>
        </p:spPr>
      </p:cxnSp>
      <p:cxnSp>
        <p:nvCxnSpPr>
          <p:cNvPr id="353" name="Google Shape;353;p8"/>
          <p:cNvCxnSpPr/>
          <p:nvPr/>
        </p:nvCxnSpPr>
        <p:spPr>
          <a:xfrm>
            <a:off x="411025" y="3444575"/>
            <a:ext cx="0" cy="216600"/>
          </a:xfrm>
          <a:prstGeom prst="straightConnector1">
            <a:avLst/>
          </a:prstGeom>
          <a:noFill/>
          <a:ln cap="flat" cmpd="sng" w="28575">
            <a:solidFill>
              <a:schemeClr val="dk2"/>
            </a:solidFill>
            <a:prstDash val="solid"/>
            <a:round/>
            <a:headEnd len="sm" w="sm" type="none"/>
            <a:tailEnd len="sm" w="sm" type="none"/>
          </a:ln>
        </p:spPr>
      </p:cxnSp>
      <p:sp>
        <p:nvSpPr>
          <p:cNvPr id="354" name="Google Shape;354;p8"/>
          <p:cNvSpPr txBox="1"/>
          <p:nvPr/>
        </p:nvSpPr>
        <p:spPr>
          <a:xfrm>
            <a:off x="229175" y="3513850"/>
            <a:ext cx="5973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0" i="0" lang="es" sz="2500" u="none" cap="none" strike="noStrike">
                <a:solidFill>
                  <a:schemeClr val="dk1"/>
                </a:solidFill>
                <a:latin typeface="Patrick Hand"/>
                <a:ea typeface="Patrick Hand"/>
                <a:cs typeface="Patrick Hand"/>
                <a:sym typeface="Patrick Hand"/>
              </a:rPr>
              <a:t>0</a:t>
            </a:r>
            <a:endParaRPr b="0" i="0" sz="1400" u="none" cap="none" strike="noStrike">
              <a:solidFill>
                <a:srgbClr val="000000"/>
              </a:solidFill>
              <a:latin typeface="Arial"/>
              <a:ea typeface="Arial"/>
              <a:cs typeface="Arial"/>
              <a:sym typeface="Arial"/>
            </a:endParaRPr>
          </a:p>
        </p:txBody>
      </p:sp>
      <p:sp>
        <p:nvSpPr>
          <p:cNvPr id="355" name="Google Shape;355;p8"/>
          <p:cNvSpPr txBox="1"/>
          <p:nvPr/>
        </p:nvSpPr>
        <p:spPr>
          <a:xfrm>
            <a:off x="-123525" y="2786388"/>
            <a:ext cx="5973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0" i="0" lang="es" sz="2500" u="none" cap="none" strike="noStrike">
                <a:solidFill>
                  <a:schemeClr val="dk1"/>
                </a:solidFill>
                <a:latin typeface="Patrick Hand"/>
                <a:ea typeface="Patrick Hand"/>
                <a:cs typeface="Patrick Hand"/>
                <a:sym typeface="Patrick Hand"/>
              </a:rPr>
              <a:t>0</a:t>
            </a:r>
            <a:endParaRPr b="0" i="0" sz="1400" u="none" cap="none" strike="noStrike">
              <a:solidFill>
                <a:srgbClr val="000000"/>
              </a:solidFill>
              <a:latin typeface="Arial"/>
              <a:ea typeface="Arial"/>
              <a:cs typeface="Arial"/>
              <a:sym typeface="Arial"/>
            </a:endParaRPr>
          </a:p>
        </p:txBody>
      </p:sp>
      <p:sp>
        <p:nvSpPr>
          <p:cNvPr id="356" name="Google Shape;356;p8"/>
          <p:cNvSpPr txBox="1"/>
          <p:nvPr/>
        </p:nvSpPr>
        <p:spPr>
          <a:xfrm>
            <a:off x="206113" y="1770550"/>
            <a:ext cx="5973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0" i="0" lang="es" sz="2500" u="none" cap="none" strike="noStrike">
                <a:solidFill>
                  <a:schemeClr val="dk1"/>
                </a:solidFill>
                <a:latin typeface="Patrick Hand"/>
                <a:ea typeface="Patrick Hand"/>
                <a:cs typeface="Patrick Hand"/>
                <a:sym typeface="Patrick Hand"/>
              </a:rPr>
              <a:t>0</a:t>
            </a:r>
            <a:endParaRPr b="0" i="0" sz="1400" u="none" cap="none" strike="noStrike">
              <a:solidFill>
                <a:srgbClr val="000000"/>
              </a:solidFill>
              <a:latin typeface="Arial"/>
              <a:ea typeface="Arial"/>
              <a:cs typeface="Arial"/>
              <a:sym typeface="Arial"/>
            </a:endParaRPr>
          </a:p>
        </p:txBody>
      </p:sp>
      <p:sp>
        <p:nvSpPr>
          <p:cNvPr id="357" name="Google Shape;357;p8"/>
          <p:cNvSpPr txBox="1"/>
          <p:nvPr/>
        </p:nvSpPr>
        <p:spPr>
          <a:xfrm>
            <a:off x="8557950" y="3569950"/>
            <a:ext cx="30000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0" i="0" lang="es" sz="2500" u="none" cap="none" strike="noStrike">
                <a:solidFill>
                  <a:schemeClr val="dk1"/>
                </a:solidFill>
                <a:latin typeface="Patrick Hand"/>
                <a:ea typeface="Patrick Hand"/>
                <a:cs typeface="Patrick Hand"/>
                <a:sym typeface="Patrick Hand"/>
              </a:rPr>
              <a:t>1</a:t>
            </a:r>
            <a:endParaRPr b="0" i="0" sz="1400" u="none" cap="none" strike="noStrike">
              <a:solidFill>
                <a:srgbClr val="000000"/>
              </a:solidFill>
              <a:latin typeface="Arial"/>
              <a:ea typeface="Arial"/>
              <a:cs typeface="Arial"/>
              <a:sym typeface="Arial"/>
            </a:endParaRPr>
          </a:p>
        </p:txBody>
      </p:sp>
      <p:sp>
        <p:nvSpPr>
          <p:cNvPr id="358" name="Google Shape;358;p8"/>
          <p:cNvSpPr txBox="1"/>
          <p:nvPr/>
        </p:nvSpPr>
        <p:spPr>
          <a:xfrm>
            <a:off x="8908100" y="2682575"/>
            <a:ext cx="30000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0" i="0" lang="es" sz="2500" u="none" cap="none" strike="noStrike">
                <a:solidFill>
                  <a:schemeClr val="dk1"/>
                </a:solidFill>
                <a:latin typeface="Patrick Hand"/>
                <a:ea typeface="Patrick Hand"/>
                <a:cs typeface="Patrick Hand"/>
                <a:sym typeface="Patrick Hand"/>
              </a:rPr>
              <a:t>1</a:t>
            </a:r>
            <a:endParaRPr b="0" i="0" sz="1400" u="none" cap="none" strike="noStrike">
              <a:solidFill>
                <a:srgbClr val="000000"/>
              </a:solidFill>
              <a:latin typeface="Arial"/>
              <a:ea typeface="Arial"/>
              <a:cs typeface="Arial"/>
              <a:sym typeface="Arial"/>
            </a:endParaRPr>
          </a:p>
        </p:txBody>
      </p:sp>
      <p:sp>
        <p:nvSpPr>
          <p:cNvPr id="359" name="Google Shape;359;p8"/>
          <p:cNvSpPr txBox="1"/>
          <p:nvPr/>
        </p:nvSpPr>
        <p:spPr>
          <a:xfrm>
            <a:off x="8557950" y="1859400"/>
            <a:ext cx="30000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0" i="0" lang="es" sz="2500" u="none" cap="none" strike="noStrike">
                <a:solidFill>
                  <a:schemeClr val="dk1"/>
                </a:solidFill>
                <a:latin typeface="Patrick Hand"/>
                <a:ea typeface="Patrick Hand"/>
                <a:cs typeface="Patrick Hand"/>
                <a:sym typeface="Patrick Hand"/>
              </a:rPr>
              <a:t>1</a:t>
            </a:r>
            <a:endParaRPr b="0" i="0" sz="1400" u="none" cap="none" strike="noStrike">
              <a:solidFill>
                <a:srgbClr val="000000"/>
              </a:solidFill>
              <a:latin typeface="Arial"/>
              <a:ea typeface="Arial"/>
              <a:cs typeface="Arial"/>
              <a:sym typeface="Arial"/>
            </a:endParaRPr>
          </a:p>
        </p:txBody>
      </p:sp>
      <p:sp>
        <p:nvSpPr>
          <p:cNvPr id="360" name="Google Shape;360;p8"/>
          <p:cNvSpPr txBox="1"/>
          <p:nvPr/>
        </p:nvSpPr>
        <p:spPr>
          <a:xfrm>
            <a:off x="5814775" y="1859400"/>
            <a:ext cx="317700" cy="569400"/>
          </a:xfrm>
          <a:prstGeom prst="rect">
            <a:avLst/>
          </a:prstGeom>
          <a:solidFill>
            <a:srgbClr val="FE9C9C"/>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500"/>
              <a:buFont typeface="Arial"/>
              <a:buNone/>
            </a:pPr>
            <a:r>
              <a:rPr b="0" i="0" lang="es" sz="2500" u="none" cap="none" strike="noStrike">
                <a:solidFill>
                  <a:schemeClr val="dk1"/>
                </a:solidFill>
                <a:latin typeface="Patrick Hand"/>
                <a:ea typeface="Patrick Hand"/>
                <a:cs typeface="Patrick Hand"/>
                <a:sym typeface="Patrick Hand"/>
              </a:rPr>
              <a:t>A</a:t>
            </a:r>
            <a:endParaRPr b="0" i="0" sz="1400" u="none" cap="none" strike="noStrike">
              <a:solidFill>
                <a:srgbClr val="000000"/>
              </a:solidFill>
              <a:latin typeface="Arial"/>
              <a:ea typeface="Arial"/>
              <a:cs typeface="Arial"/>
              <a:sym typeface="Arial"/>
            </a:endParaRPr>
          </a:p>
        </p:txBody>
      </p:sp>
      <p:sp>
        <p:nvSpPr>
          <p:cNvPr id="361" name="Google Shape;361;p8"/>
          <p:cNvSpPr txBox="1"/>
          <p:nvPr/>
        </p:nvSpPr>
        <p:spPr>
          <a:xfrm>
            <a:off x="3383900" y="2658700"/>
            <a:ext cx="317700" cy="569400"/>
          </a:xfrm>
          <a:prstGeom prst="rect">
            <a:avLst/>
          </a:prstGeom>
          <a:solidFill>
            <a:srgbClr val="7FF172"/>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500"/>
              <a:buFont typeface="Arial"/>
              <a:buNone/>
            </a:pPr>
            <a:r>
              <a:rPr b="0" i="0" lang="es" sz="2500" u="none" cap="none" strike="noStrike">
                <a:solidFill>
                  <a:schemeClr val="dk1"/>
                </a:solidFill>
                <a:latin typeface="Patrick Hand"/>
                <a:ea typeface="Patrick Hand"/>
                <a:cs typeface="Patrick Hand"/>
                <a:sym typeface="Patrick Hand"/>
              </a:rPr>
              <a:t>B</a:t>
            </a:r>
            <a:endParaRPr b="0" i="0" sz="1400" u="none" cap="none" strike="noStrike">
              <a:solidFill>
                <a:srgbClr val="000000"/>
              </a:solidFill>
              <a:latin typeface="Arial"/>
              <a:ea typeface="Arial"/>
              <a:cs typeface="Arial"/>
              <a:sym typeface="Arial"/>
            </a:endParaRPr>
          </a:p>
        </p:txBody>
      </p:sp>
      <p:sp>
        <p:nvSpPr>
          <p:cNvPr id="362" name="Google Shape;362;p8"/>
          <p:cNvSpPr txBox="1"/>
          <p:nvPr/>
        </p:nvSpPr>
        <p:spPr>
          <a:xfrm>
            <a:off x="3033475" y="3612000"/>
            <a:ext cx="317700" cy="569400"/>
          </a:xfrm>
          <a:prstGeom prst="rect">
            <a:avLst/>
          </a:prstGeom>
          <a:solidFill>
            <a:srgbClr val="FFA254"/>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500"/>
              <a:buFont typeface="Arial"/>
              <a:buNone/>
            </a:pPr>
            <a:r>
              <a:rPr b="0" i="0" lang="es" sz="2500" u="none" cap="none" strike="noStrike">
                <a:solidFill>
                  <a:schemeClr val="dk1"/>
                </a:solidFill>
                <a:latin typeface="Patrick Hand"/>
                <a:ea typeface="Patrick Hand"/>
                <a:cs typeface="Patrick Hand"/>
                <a:sym typeface="Patrick Hand"/>
              </a:rPr>
              <a:t>C</a:t>
            </a:r>
            <a:endParaRPr b="0" i="0" sz="1400" u="none" cap="none" strike="noStrike">
              <a:solidFill>
                <a:srgbClr val="000000"/>
              </a:solidFill>
              <a:latin typeface="Arial"/>
              <a:ea typeface="Arial"/>
              <a:cs typeface="Arial"/>
              <a:sym typeface="Arial"/>
            </a:endParaRPr>
          </a:p>
        </p:txBody>
      </p:sp>
      <p:sp>
        <p:nvSpPr>
          <p:cNvPr id="363" name="Google Shape;363;p8"/>
          <p:cNvSpPr txBox="1"/>
          <p:nvPr/>
        </p:nvSpPr>
        <p:spPr>
          <a:xfrm>
            <a:off x="5814775" y="1401700"/>
            <a:ext cx="317700" cy="954300"/>
          </a:xfrm>
          <a:prstGeom prst="rect">
            <a:avLst/>
          </a:prstGeom>
          <a:solidFill>
            <a:srgbClr val="FE9C9C"/>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500"/>
              <a:buFont typeface="Arial"/>
              <a:buNone/>
            </a:pPr>
            <a:r>
              <a:rPr b="0" i="0" lang="es" sz="2500" u="none" cap="none" strike="noStrike">
                <a:solidFill>
                  <a:schemeClr val="dk1"/>
                </a:solidFill>
                <a:latin typeface="Patrick Hand"/>
                <a:ea typeface="Patrick Hand"/>
                <a:cs typeface="Patrick Hand"/>
                <a:sym typeface="Patrick Hand"/>
              </a:rPr>
              <a:t>4</a:t>
            </a:r>
            <a:endParaRPr b="0" i="0" sz="2500" u="none" cap="none" strike="noStrike">
              <a:solidFill>
                <a:schemeClr val="dk1"/>
              </a:solidFill>
              <a:latin typeface="Patrick Hand"/>
              <a:ea typeface="Patrick Hand"/>
              <a:cs typeface="Patrick Hand"/>
              <a:sym typeface="Patrick Hand"/>
            </a:endParaRPr>
          </a:p>
          <a:p>
            <a:pPr indent="0" lvl="0" marL="0" marR="0" rtl="0" algn="ctr">
              <a:lnSpc>
                <a:spcPct val="100000"/>
              </a:lnSpc>
              <a:spcBef>
                <a:spcPts val="0"/>
              </a:spcBef>
              <a:spcAft>
                <a:spcPts val="0"/>
              </a:spcAft>
              <a:buClr>
                <a:srgbClr val="000000"/>
              </a:buClr>
              <a:buSzPts val="2500"/>
              <a:buFont typeface="Arial"/>
              <a:buNone/>
            </a:pPr>
            <a:r>
              <a:rPr b="0" i="0" lang="es" sz="2500" u="none" cap="none" strike="noStrike">
                <a:solidFill>
                  <a:schemeClr val="dk1"/>
                </a:solidFill>
                <a:latin typeface="Patrick Hand"/>
                <a:ea typeface="Patrick Hand"/>
                <a:cs typeface="Patrick Hand"/>
                <a:sym typeface="Patrick Hand"/>
              </a:rPr>
              <a:t>6</a:t>
            </a:r>
            <a:endParaRPr b="0" i="0" sz="2500" u="none" cap="none" strike="noStrike">
              <a:solidFill>
                <a:schemeClr val="dk1"/>
              </a:solidFill>
              <a:latin typeface="Patrick Hand"/>
              <a:ea typeface="Patrick Hand"/>
              <a:cs typeface="Patrick Hand"/>
              <a:sym typeface="Patrick Hand"/>
            </a:endParaRPr>
          </a:p>
        </p:txBody>
      </p:sp>
      <p:sp>
        <p:nvSpPr>
          <p:cNvPr id="364" name="Google Shape;364;p8"/>
          <p:cNvSpPr txBox="1"/>
          <p:nvPr/>
        </p:nvSpPr>
        <p:spPr>
          <a:xfrm>
            <a:off x="3376375" y="2258550"/>
            <a:ext cx="317700" cy="954300"/>
          </a:xfrm>
          <a:prstGeom prst="rect">
            <a:avLst/>
          </a:prstGeom>
          <a:solidFill>
            <a:srgbClr val="7FF172"/>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500"/>
              <a:buFont typeface="Arial"/>
              <a:buNone/>
            </a:pPr>
            <a:r>
              <a:rPr b="0" i="0" lang="es" sz="2500" u="none" cap="none" strike="noStrike">
                <a:solidFill>
                  <a:schemeClr val="dk1"/>
                </a:solidFill>
                <a:latin typeface="Patrick Hand"/>
                <a:ea typeface="Patrick Hand"/>
                <a:cs typeface="Patrick Hand"/>
                <a:sym typeface="Patrick Hand"/>
              </a:rPr>
              <a:t>3</a:t>
            </a:r>
            <a:endParaRPr b="0" i="0" sz="2500" u="none" cap="none" strike="noStrike">
              <a:solidFill>
                <a:schemeClr val="dk1"/>
              </a:solidFill>
              <a:latin typeface="Patrick Hand"/>
              <a:ea typeface="Patrick Hand"/>
              <a:cs typeface="Patrick Hand"/>
              <a:sym typeface="Patrick Hand"/>
            </a:endParaRPr>
          </a:p>
          <a:p>
            <a:pPr indent="0" lvl="0" marL="0" marR="0" rtl="0" algn="ctr">
              <a:lnSpc>
                <a:spcPct val="100000"/>
              </a:lnSpc>
              <a:spcBef>
                <a:spcPts val="0"/>
              </a:spcBef>
              <a:spcAft>
                <a:spcPts val="0"/>
              </a:spcAft>
              <a:buClr>
                <a:srgbClr val="000000"/>
              </a:buClr>
              <a:buSzPts val="2500"/>
              <a:buFont typeface="Arial"/>
              <a:buNone/>
            </a:pPr>
            <a:r>
              <a:rPr b="0" i="0" lang="es" sz="2500" u="none" cap="none" strike="noStrike">
                <a:solidFill>
                  <a:schemeClr val="dk1"/>
                </a:solidFill>
                <a:latin typeface="Patrick Hand"/>
                <a:ea typeface="Patrick Hand"/>
                <a:cs typeface="Patrick Hand"/>
                <a:sym typeface="Patrick Hand"/>
              </a:rPr>
              <a:t>8</a:t>
            </a:r>
            <a:endParaRPr b="0" i="0" sz="2500" u="none" cap="none" strike="noStrike">
              <a:solidFill>
                <a:schemeClr val="dk1"/>
              </a:solidFill>
              <a:latin typeface="Patrick Hand"/>
              <a:ea typeface="Patrick Hand"/>
              <a:cs typeface="Patrick Hand"/>
              <a:sym typeface="Patrick Hand"/>
            </a:endParaRPr>
          </a:p>
        </p:txBody>
      </p:sp>
      <p:sp>
        <p:nvSpPr>
          <p:cNvPr id="365" name="Google Shape;365;p8"/>
          <p:cNvSpPr txBox="1"/>
          <p:nvPr/>
        </p:nvSpPr>
        <p:spPr>
          <a:xfrm>
            <a:off x="3033475" y="3228100"/>
            <a:ext cx="317700" cy="954300"/>
          </a:xfrm>
          <a:prstGeom prst="rect">
            <a:avLst/>
          </a:prstGeom>
          <a:solidFill>
            <a:srgbClr val="FFA254"/>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500"/>
              <a:buFont typeface="Arial"/>
              <a:buNone/>
            </a:pPr>
            <a:r>
              <a:rPr b="0" i="0" lang="es" sz="2500" u="none" cap="none" strike="noStrike">
                <a:solidFill>
                  <a:schemeClr val="dk1"/>
                </a:solidFill>
                <a:latin typeface="Patrick Hand"/>
                <a:ea typeface="Patrick Hand"/>
                <a:cs typeface="Patrick Hand"/>
                <a:sym typeface="Patrick Hand"/>
              </a:rPr>
              <a:t>1</a:t>
            </a:r>
            <a:endParaRPr b="0" i="0" sz="2500" u="none" cap="none" strike="noStrike">
              <a:solidFill>
                <a:schemeClr val="dk1"/>
              </a:solidFill>
              <a:latin typeface="Patrick Hand"/>
              <a:ea typeface="Patrick Hand"/>
              <a:cs typeface="Patrick Hand"/>
              <a:sym typeface="Patrick Hand"/>
            </a:endParaRPr>
          </a:p>
          <a:p>
            <a:pPr indent="0" lvl="0" marL="0" marR="0" rtl="0" algn="ctr">
              <a:lnSpc>
                <a:spcPct val="100000"/>
              </a:lnSpc>
              <a:spcBef>
                <a:spcPts val="0"/>
              </a:spcBef>
              <a:spcAft>
                <a:spcPts val="0"/>
              </a:spcAft>
              <a:buClr>
                <a:srgbClr val="000000"/>
              </a:buClr>
              <a:buSzPts val="2500"/>
              <a:buFont typeface="Arial"/>
              <a:buNone/>
            </a:pPr>
            <a:r>
              <a:rPr b="0" i="0" lang="es" sz="2500" u="none" cap="none" strike="noStrike">
                <a:solidFill>
                  <a:schemeClr val="dk1"/>
                </a:solidFill>
                <a:latin typeface="Patrick Hand"/>
                <a:ea typeface="Patrick Hand"/>
                <a:cs typeface="Patrick Hand"/>
                <a:sym typeface="Patrick Hand"/>
              </a:rPr>
              <a:t>3</a:t>
            </a:r>
            <a:endParaRPr b="0" i="0" sz="2500" u="none" cap="none" strike="noStrike">
              <a:solidFill>
                <a:schemeClr val="dk1"/>
              </a:solidFill>
              <a:latin typeface="Patrick Hand"/>
              <a:ea typeface="Patrick Hand"/>
              <a:cs typeface="Patrick Hand"/>
              <a:sym typeface="Patrick Ha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pic>
        <p:nvPicPr>
          <p:cNvPr descr="Forma&#10;&#10;Descripción generada automáticamente con confianza media" id="370" name="Google Shape;370;p9"/>
          <p:cNvPicPr preferRelativeResize="0"/>
          <p:nvPr>
            <p:ph idx="1" type="body"/>
          </p:nvPr>
        </p:nvPicPr>
        <p:blipFill rotWithShape="1">
          <a:blip r:embed="rId3">
            <a:alphaModFix/>
          </a:blip>
          <a:srcRect b="0" l="0" r="0" t="0"/>
          <a:stretch/>
        </p:blipFill>
        <p:spPr>
          <a:xfrm>
            <a:off x="-5" y="9575"/>
            <a:ext cx="9144000" cy="5143500"/>
          </a:xfrm>
          <a:prstGeom prst="rect">
            <a:avLst/>
          </a:prstGeom>
          <a:noFill/>
          <a:ln>
            <a:noFill/>
          </a:ln>
        </p:spPr>
      </p:pic>
      <p:sp>
        <p:nvSpPr>
          <p:cNvPr id="371" name="Google Shape;371;p9"/>
          <p:cNvSpPr txBox="1"/>
          <p:nvPr/>
        </p:nvSpPr>
        <p:spPr>
          <a:xfrm>
            <a:off x="1393045" y="367771"/>
            <a:ext cx="6357900" cy="677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200"/>
              <a:buFont typeface="Arial"/>
              <a:buNone/>
            </a:pPr>
            <a:r>
              <a:rPr b="0" i="0" lang="es" sz="3200" u="none" cap="none" strike="noStrike">
                <a:solidFill>
                  <a:schemeClr val="lt1"/>
                </a:solidFill>
                <a:highlight>
                  <a:srgbClr val="009287"/>
                </a:highlight>
                <a:latin typeface="Patrick Hand"/>
                <a:ea typeface="Patrick Hand"/>
                <a:cs typeface="Patrick Hand"/>
                <a:sym typeface="Patrick Hand"/>
              </a:rPr>
              <a:t>¡Resumen de hoy!</a:t>
            </a:r>
            <a:endParaRPr b="0" i="0" sz="1400" u="none" cap="none" strike="noStrike">
              <a:solidFill>
                <a:schemeClr val="lt1"/>
              </a:solidFill>
              <a:highlight>
                <a:srgbClr val="009287"/>
              </a:highlight>
              <a:latin typeface="Arial"/>
              <a:ea typeface="Arial"/>
              <a:cs typeface="Arial"/>
              <a:sym typeface="Arial"/>
            </a:endParaRPr>
          </a:p>
        </p:txBody>
      </p:sp>
      <p:sp>
        <p:nvSpPr>
          <p:cNvPr id="372" name="Google Shape;372;p9"/>
          <p:cNvSpPr/>
          <p:nvPr/>
        </p:nvSpPr>
        <p:spPr>
          <a:xfrm>
            <a:off x="1844744" y="1220127"/>
            <a:ext cx="5454600" cy="2722500"/>
          </a:xfrm>
          <a:prstGeom prst="rect">
            <a:avLst/>
          </a:prstGeom>
          <a:solidFill>
            <a:srgbClr val="F5C57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descr="¿Te gustaría ser Tutor o inscribirte como Estudiante de Conectado Aprendo? &#10;¡Regístrate en nuestro sitio web! https://www.conectadoaprendo.cl/&#10;&#10;¡Síguenos en nuestras redes sociales!&#10;https://www.instagram.com/conectado_aprendo&#10;https://www.linkedin.com/in/fundacion-conectado-aprendo-535bb4241&#10;https://www.instagram.com/clubdegoceporlalectura_ca/&#10;&#10;Consultas generales (mail):&#10;contacto@conectadoaprendo.cl&#10;&#10;Profesor y producción:&#10;https://www.youtube.com/@psudiego&#10;&#10;#tutorias #mineduc #division" id="373" name="Google Shape;373;p9" title="Resumen - Fracciones (7) - Ubicación en Recta Numérica">
            <a:hlinkClick r:id="rId4"/>
          </p:cNvPr>
          <p:cNvPicPr preferRelativeResize="0"/>
          <p:nvPr/>
        </p:nvPicPr>
        <p:blipFill rotWithShape="1">
          <a:blip r:embed="rId5">
            <a:alphaModFix/>
          </a:blip>
          <a:srcRect b="0" l="0" r="0" t="0"/>
          <a:stretch/>
        </p:blipFill>
        <p:spPr>
          <a:xfrm>
            <a:off x="1291700" y="1044875"/>
            <a:ext cx="6560600" cy="3690350"/>
          </a:xfrm>
          <a:prstGeom prst="rect">
            <a:avLst/>
          </a:prstGeom>
          <a:noFill/>
          <a:ln cap="flat" cmpd="sng" w="28575">
            <a:solidFill>
              <a:schemeClr val="dk2"/>
            </a:solidFill>
            <a:prstDash val="solid"/>
            <a:round/>
            <a:headEnd len="sm" w="sm" type="none"/>
            <a:tailEnd len="sm" w="sm" type="none"/>
          </a:ln>
        </p:spPr>
      </p:pic>
      <p:pic>
        <p:nvPicPr>
          <p:cNvPr id="374" name="Google Shape;374;p9"/>
          <p:cNvPicPr preferRelativeResize="0"/>
          <p:nvPr/>
        </p:nvPicPr>
        <p:blipFill>
          <a:blip r:embed="rId6">
            <a:alphaModFix/>
          </a:blip>
          <a:stretch>
            <a:fillRect/>
          </a:stretch>
        </p:blipFill>
        <p:spPr>
          <a:xfrm>
            <a:off x="8267431" y="3959925"/>
            <a:ext cx="690319" cy="72812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3"/>
                                        </p:tgtEl>
                                        <p:attrNameLst>
                                          <p:attrName>style.visibility</p:attrName>
                                        </p:attrNameLst>
                                      </p:cBhvr>
                                      <p:to>
                                        <p:strVal val="visible"/>
                                      </p:to>
                                    </p:set>
                                    <p:animEffect filter="fade" transition="in">
                                      <p:cBhvr>
                                        <p:cTn dur="1000"/>
                                        <p:tgtEl>
                                          <p:spTgt spid="37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10"/>
          <p:cNvSpPr txBox="1"/>
          <p:nvPr/>
        </p:nvSpPr>
        <p:spPr>
          <a:xfrm>
            <a:off x="785234" y="366599"/>
            <a:ext cx="7573500" cy="585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0" i="0" lang="es" sz="3200" u="none" cap="none" strike="noStrike">
                <a:solidFill>
                  <a:schemeClr val="lt1"/>
                </a:solidFill>
                <a:highlight>
                  <a:srgbClr val="009287"/>
                </a:highlight>
                <a:latin typeface="Patrick Hand"/>
                <a:ea typeface="Patrick Hand"/>
                <a:cs typeface="Patrick Hand"/>
                <a:sym typeface="Patrick Hand"/>
              </a:rPr>
              <a:t>¡Ahora es tu turno!</a:t>
            </a:r>
            <a:endParaRPr b="0" i="0" sz="3200" u="none" cap="none" strike="noStrike">
              <a:solidFill>
                <a:schemeClr val="lt1"/>
              </a:solidFill>
              <a:highlight>
                <a:srgbClr val="009287"/>
              </a:highlight>
              <a:latin typeface="Arial"/>
              <a:ea typeface="Arial"/>
              <a:cs typeface="Arial"/>
              <a:sym typeface="Arial"/>
            </a:endParaRPr>
          </a:p>
        </p:txBody>
      </p:sp>
      <p:sp>
        <p:nvSpPr>
          <p:cNvPr id="380" name="Google Shape;380;p10"/>
          <p:cNvSpPr txBox="1"/>
          <p:nvPr/>
        </p:nvSpPr>
        <p:spPr>
          <a:xfrm>
            <a:off x="845750" y="3852207"/>
            <a:ext cx="4572000" cy="5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400"/>
              <a:buFont typeface="Arial"/>
              <a:buNone/>
            </a:pPr>
            <a:r>
              <a:rPr b="1" i="0" lang="es" sz="1400" u="none" cap="none" strike="noStrike">
                <a:solidFill>
                  <a:srgbClr val="000000"/>
                </a:solidFill>
                <a:latin typeface="Calibri"/>
                <a:ea typeface="Calibri"/>
                <a:cs typeface="Calibri"/>
                <a:sym typeface="Calibri"/>
              </a:rPr>
              <a:t>RESPONDER ACÁ:</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1" i="0" lang="es" sz="1400" u="sng" cap="none" strike="noStrike">
                <a:solidFill>
                  <a:schemeClr val="hlink"/>
                </a:solidFill>
                <a:latin typeface="Calibri"/>
                <a:ea typeface="Calibri"/>
                <a:cs typeface="Calibri"/>
                <a:sym typeface="Calibri"/>
                <a:hlinkClick r:id="rId3"/>
              </a:rPr>
              <a:t>https://forms.gle/mF8vwLQ271xJ68Gw6</a:t>
            </a:r>
            <a:r>
              <a:rPr b="1" i="0" lang="es" sz="14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381" name="Google Shape;381;p10"/>
          <p:cNvSpPr txBox="1"/>
          <p:nvPr/>
        </p:nvSpPr>
        <p:spPr>
          <a:xfrm>
            <a:off x="845750" y="1055950"/>
            <a:ext cx="7452600" cy="461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0" i="0" lang="es" sz="2400" u="none" cap="none" strike="noStrike">
                <a:solidFill>
                  <a:schemeClr val="dk1"/>
                </a:solidFill>
                <a:latin typeface="Patrick Hand"/>
                <a:ea typeface="Patrick Hand"/>
                <a:cs typeface="Patrick Hand"/>
                <a:sym typeface="Patrick Hand"/>
              </a:rPr>
              <a:t>1) ¿Qué fracción es la indicada por A?</a:t>
            </a:r>
            <a:endParaRPr b="0" i="0" sz="1400" u="none" cap="none" strike="noStrike">
              <a:solidFill>
                <a:srgbClr val="000000"/>
              </a:solidFill>
              <a:latin typeface="Arial"/>
              <a:ea typeface="Arial"/>
              <a:cs typeface="Arial"/>
              <a:sym typeface="Arial"/>
            </a:endParaRPr>
          </a:p>
        </p:txBody>
      </p:sp>
      <p:pic>
        <p:nvPicPr>
          <p:cNvPr id="382" name="Google Shape;382;p10"/>
          <p:cNvPicPr preferRelativeResize="0"/>
          <p:nvPr/>
        </p:nvPicPr>
        <p:blipFill rotWithShape="1">
          <a:blip r:embed="rId4">
            <a:alphaModFix/>
          </a:blip>
          <a:srcRect b="0" l="0" r="0" t="0"/>
          <a:stretch/>
        </p:blipFill>
        <p:spPr>
          <a:xfrm>
            <a:off x="152400" y="1670050"/>
            <a:ext cx="8839199" cy="307154"/>
          </a:xfrm>
          <a:prstGeom prst="rect">
            <a:avLst/>
          </a:prstGeom>
          <a:noFill/>
          <a:ln>
            <a:noFill/>
          </a:ln>
        </p:spPr>
      </p:pic>
      <p:sp>
        <p:nvSpPr>
          <p:cNvPr id="383" name="Google Shape;383;p10"/>
          <p:cNvSpPr txBox="1"/>
          <p:nvPr/>
        </p:nvSpPr>
        <p:spPr>
          <a:xfrm>
            <a:off x="4966475" y="1903500"/>
            <a:ext cx="1067700" cy="461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0" i="0" lang="es" sz="2400" u="none" cap="none" strike="noStrike">
                <a:solidFill>
                  <a:schemeClr val="dk1"/>
                </a:solidFill>
                <a:latin typeface="Patrick Hand"/>
                <a:ea typeface="Patrick Hand"/>
                <a:cs typeface="Patrick Hand"/>
                <a:sym typeface="Patrick Hand"/>
              </a:rPr>
              <a:t>A</a:t>
            </a:r>
            <a:endParaRPr b="0" i="0" sz="1400" u="none" cap="none" strike="noStrike">
              <a:solidFill>
                <a:srgbClr val="000000"/>
              </a:solidFill>
              <a:latin typeface="Arial"/>
              <a:ea typeface="Arial"/>
              <a:cs typeface="Arial"/>
              <a:sym typeface="Arial"/>
            </a:endParaRPr>
          </a:p>
        </p:txBody>
      </p:sp>
      <p:sp>
        <p:nvSpPr>
          <p:cNvPr id="384" name="Google Shape;384;p10"/>
          <p:cNvSpPr txBox="1"/>
          <p:nvPr/>
        </p:nvSpPr>
        <p:spPr>
          <a:xfrm>
            <a:off x="522975" y="2365200"/>
            <a:ext cx="8098200" cy="461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0" i="0" lang="es" sz="2400" u="none" cap="none" strike="noStrike">
                <a:solidFill>
                  <a:schemeClr val="dk1"/>
                </a:solidFill>
                <a:latin typeface="Patrick Hand"/>
                <a:ea typeface="Patrick Hand"/>
                <a:cs typeface="Patrick Hand"/>
                <a:sym typeface="Patrick Hand"/>
              </a:rPr>
              <a:t>2) ¿En cuántas partes se debe dividir la recta numérica para ubicar?</a:t>
            </a:r>
            <a:endParaRPr b="0" i="0" sz="1400" u="none" cap="none" strike="noStrike">
              <a:solidFill>
                <a:srgbClr val="000000"/>
              </a:solidFill>
              <a:latin typeface="Arial"/>
              <a:ea typeface="Arial"/>
              <a:cs typeface="Arial"/>
              <a:sym typeface="Arial"/>
            </a:endParaRPr>
          </a:p>
        </p:txBody>
      </p:sp>
      <p:sp>
        <p:nvSpPr>
          <p:cNvPr id="385" name="Google Shape;385;p10"/>
          <p:cNvSpPr txBox="1"/>
          <p:nvPr/>
        </p:nvSpPr>
        <p:spPr>
          <a:xfrm>
            <a:off x="4282264" y="2826900"/>
            <a:ext cx="579600" cy="923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400"/>
              <a:buFont typeface="Arial"/>
              <a:buNone/>
            </a:pPr>
            <a:r>
              <a:rPr b="0" i="0" lang="es" sz="2400" u="none" cap="none" strike="noStrike">
                <a:solidFill>
                  <a:schemeClr val="dk1"/>
                </a:solidFill>
                <a:latin typeface="Patrick Hand"/>
                <a:ea typeface="Patrick Hand"/>
                <a:cs typeface="Patrick Hand"/>
                <a:sym typeface="Patrick Hand"/>
              </a:rPr>
              <a:t>5</a:t>
            </a:r>
            <a:endParaRPr b="0" i="0" sz="2400" u="none" cap="none" strike="noStrike">
              <a:solidFill>
                <a:schemeClr val="dk1"/>
              </a:solidFill>
              <a:latin typeface="Patrick Hand"/>
              <a:ea typeface="Patrick Hand"/>
              <a:cs typeface="Patrick Hand"/>
              <a:sym typeface="Patrick Hand"/>
            </a:endParaRPr>
          </a:p>
          <a:p>
            <a:pPr indent="0" lvl="0" marL="0" marR="0" rtl="0" algn="ctr">
              <a:lnSpc>
                <a:spcPct val="100000"/>
              </a:lnSpc>
              <a:spcBef>
                <a:spcPts val="0"/>
              </a:spcBef>
              <a:spcAft>
                <a:spcPts val="0"/>
              </a:spcAft>
              <a:buClr>
                <a:srgbClr val="000000"/>
              </a:buClr>
              <a:buSzPts val="2400"/>
              <a:buFont typeface="Arial"/>
              <a:buNone/>
            </a:pPr>
            <a:r>
              <a:rPr b="0" i="0" lang="es" sz="2400" u="none" cap="none" strike="noStrike">
                <a:solidFill>
                  <a:schemeClr val="dk1"/>
                </a:solidFill>
                <a:latin typeface="Patrick Hand"/>
                <a:ea typeface="Patrick Hand"/>
                <a:cs typeface="Patrick Hand"/>
                <a:sym typeface="Patrick Hand"/>
              </a:rPr>
              <a:t>18</a:t>
            </a:r>
            <a:endParaRPr b="0" i="0" sz="2400" u="none" cap="none" strike="noStrike">
              <a:solidFill>
                <a:schemeClr val="dk1"/>
              </a:solidFill>
              <a:latin typeface="Patrick Hand"/>
              <a:ea typeface="Patrick Hand"/>
              <a:cs typeface="Patrick Hand"/>
              <a:sym typeface="Patrick Hand"/>
            </a:endParaRPr>
          </a:p>
        </p:txBody>
      </p:sp>
      <p:cxnSp>
        <p:nvCxnSpPr>
          <p:cNvPr id="386" name="Google Shape;386;p10"/>
          <p:cNvCxnSpPr/>
          <p:nvPr/>
        </p:nvCxnSpPr>
        <p:spPr>
          <a:xfrm>
            <a:off x="4330863" y="3285900"/>
            <a:ext cx="482400" cy="5400"/>
          </a:xfrm>
          <a:prstGeom prst="straightConnector1">
            <a:avLst/>
          </a:prstGeom>
          <a:noFill/>
          <a:ln cap="flat" cmpd="sng" w="38100">
            <a:solidFill>
              <a:schemeClr val="dk1"/>
            </a:solidFill>
            <a:prstDash val="solid"/>
            <a:round/>
            <a:headEnd len="sm" w="sm" type="none"/>
            <a:tailEnd len="sm" w="sm" type="none"/>
          </a:ln>
        </p:spPr>
      </p:cxnSp>
      <p:sp>
        <p:nvSpPr>
          <p:cNvPr id="387" name="Google Shape;387;p10"/>
          <p:cNvSpPr txBox="1"/>
          <p:nvPr/>
        </p:nvSpPr>
        <p:spPr>
          <a:xfrm>
            <a:off x="522975" y="1903500"/>
            <a:ext cx="1067700" cy="4617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0" i="0" lang="es" sz="2400" u="none" cap="none" strike="noStrike">
                <a:solidFill>
                  <a:schemeClr val="dk1"/>
                </a:solidFill>
                <a:latin typeface="Patrick Hand"/>
                <a:ea typeface="Patrick Hand"/>
                <a:cs typeface="Patrick Hand"/>
                <a:sym typeface="Patrick Hand"/>
              </a:rPr>
              <a:t>0</a:t>
            </a:r>
            <a:endParaRPr b="0" i="0" sz="1400" u="none" cap="none" strike="noStrike">
              <a:solidFill>
                <a:srgbClr val="000000"/>
              </a:solidFill>
              <a:latin typeface="Arial"/>
              <a:ea typeface="Arial"/>
              <a:cs typeface="Arial"/>
              <a:sym typeface="Arial"/>
            </a:endParaRPr>
          </a:p>
        </p:txBody>
      </p:sp>
      <p:pic>
        <p:nvPicPr>
          <p:cNvPr id="388" name="Google Shape;388;p10"/>
          <p:cNvPicPr preferRelativeResize="0"/>
          <p:nvPr/>
        </p:nvPicPr>
        <p:blipFill rotWithShape="1">
          <a:blip r:embed="rId5">
            <a:alphaModFix/>
          </a:blip>
          <a:srcRect b="8547" l="8547" r="8547" t="8547"/>
          <a:stretch/>
        </p:blipFill>
        <p:spPr>
          <a:xfrm>
            <a:off x="5921075" y="2914325"/>
            <a:ext cx="1808149" cy="1808149"/>
          </a:xfrm>
          <a:prstGeom prst="rect">
            <a:avLst/>
          </a:prstGeom>
          <a:noFill/>
          <a:ln>
            <a:noFill/>
          </a:ln>
        </p:spPr>
      </p:pic>
      <p:pic>
        <p:nvPicPr>
          <p:cNvPr id="389" name="Google Shape;389;p10"/>
          <p:cNvPicPr preferRelativeResize="0"/>
          <p:nvPr/>
        </p:nvPicPr>
        <p:blipFill>
          <a:blip r:embed="rId6">
            <a:alphaModFix/>
          </a:blip>
          <a:stretch>
            <a:fillRect/>
          </a:stretch>
        </p:blipFill>
        <p:spPr>
          <a:xfrm>
            <a:off x="8298356" y="459875"/>
            <a:ext cx="690319" cy="72812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pic>
        <p:nvPicPr>
          <p:cNvPr descr="Forma&#10;&#10;Descripción generada automáticamente con confianza media" id="394" name="Google Shape;394;p11"/>
          <p:cNvPicPr preferRelativeResize="0"/>
          <p:nvPr>
            <p:ph idx="1" type="body"/>
          </p:nvPr>
        </p:nvPicPr>
        <p:blipFill rotWithShape="1">
          <a:blip r:embed="rId3">
            <a:alphaModFix/>
          </a:blip>
          <a:srcRect b="0" l="0" r="0" t="0"/>
          <a:stretch/>
        </p:blipFill>
        <p:spPr>
          <a:xfrm>
            <a:off x="-5" y="9575"/>
            <a:ext cx="9144000" cy="5143500"/>
          </a:xfrm>
          <a:prstGeom prst="rect">
            <a:avLst/>
          </a:prstGeom>
          <a:noFill/>
          <a:ln>
            <a:noFill/>
          </a:ln>
        </p:spPr>
      </p:pic>
      <p:sp>
        <p:nvSpPr>
          <p:cNvPr id="395" name="Google Shape;395;p11"/>
          <p:cNvSpPr txBox="1"/>
          <p:nvPr/>
        </p:nvSpPr>
        <p:spPr>
          <a:xfrm>
            <a:off x="1393045" y="367771"/>
            <a:ext cx="6357900" cy="677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200"/>
              <a:buFont typeface="Arial"/>
              <a:buNone/>
            </a:pPr>
            <a:r>
              <a:rPr b="0" i="0" lang="es" sz="3200" u="none" cap="none" strike="noStrike">
                <a:solidFill>
                  <a:schemeClr val="lt1"/>
                </a:solidFill>
                <a:highlight>
                  <a:srgbClr val="009287"/>
                </a:highlight>
                <a:latin typeface="Patrick Hand"/>
                <a:ea typeface="Patrick Hand"/>
                <a:cs typeface="Patrick Hand"/>
                <a:sym typeface="Patrick Hand"/>
              </a:rPr>
              <a:t>¡Reforcemos lo aprendido!</a:t>
            </a:r>
            <a:endParaRPr b="0" i="0" sz="1400" u="none" cap="none" strike="noStrike">
              <a:solidFill>
                <a:schemeClr val="lt1"/>
              </a:solidFill>
              <a:highlight>
                <a:srgbClr val="009287"/>
              </a:highlight>
              <a:latin typeface="Arial"/>
              <a:ea typeface="Arial"/>
              <a:cs typeface="Arial"/>
              <a:sym typeface="Arial"/>
            </a:endParaRPr>
          </a:p>
        </p:txBody>
      </p:sp>
      <p:sp>
        <p:nvSpPr>
          <p:cNvPr id="396" name="Google Shape;396;p11"/>
          <p:cNvSpPr/>
          <p:nvPr/>
        </p:nvSpPr>
        <p:spPr>
          <a:xfrm>
            <a:off x="1844744" y="1220127"/>
            <a:ext cx="5454600" cy="2722500"/>
          </a:xfrm>
          <a:prstGeom prst="rect">
            <a:avLst/>
          </a:prstGeom>
          <a:solidFill>
            <a:srgbClr val="F5C57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descr="¿Te gustaría ser Tutor o inscribirte como Estudiante de Conectado Aprendo? &#10;¡Regístrate en nuestro sitio web! https://www.conectadoaprendo.cl/&#10;&#10;¡Síguenos en nuestras redes sociales!&#10;https://www.instagram.com/conectado_aprendo&#10;https://www.linkedin.com/in/fundacion-conectado-aprendo-535bb4241&#10;https://www.instagram.com/clubdegoceporlalectura_ca/&#10;&#10;Consultas generales (mail):&#10;contacto@conectadoaprendo.cl&#10;&#10;Profesor y producción:&#10;https://www.youtube.com/@psudiego&#10;&#10;#tutorias #mineduc #division" id="397" name="Google Shape;397;p11" title="Reforzamiento - Fracciones (7) - Ubicación en Recta Numérica">
            <a:hlinkClick r:id="rId4"/>
          </p:cNvPr>
          <p:cNvPicPr preferRelativeResize="0"/>
          <p:nvPr/>
        </p:nvPicPr>
        <p:blipFill rotWithShape="1">
          <a:blip r:embed="rId5">
            <a:alphaModFix/>
          </a:blip>
          <a:srcRect b="0" l="0" r="0" t="0"/>
          <a:stretch/>
        </p:blipFill>
        <p:spPr>
          <a:xfrm>
            <a:off x="1308175" y="1044875"/>
            <a:ext cx="6527650" cy="3671800"/>
          </a:xfrm>
          <a:prstGeom prst="rect">
            <a:avLst/>
          </a:prstGeom>
          <a:noFill/>
          <a:ln>
            <a:noFill/>
          </a:ln>
        </p:spPr>
      </p:pic>
      <p:pic>
        <p:nvPicPr>
          <p:cNvPr id="398" name="Google Shape;398;p11"/>
          <p:cNvPicPr preferRelativeResize="0"/>
          <p:nvPr/>
        </p:nvPicPr>
        <p:blipFill>
          <a:blip r:embed="rId6">
            <a:alphaModFix/>
          </a:blip>
          <a:stretch>
            <a:fillRect/>
          </a:stretch>
        </p:blipFill>
        <p:spPr>
          <a:xfrm>
            <a:off x="8267431" y="3959925"/>
            <a:ext cx="690319" cy="72812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7"/>
                                        </p:tgtEl>
                                        <p:attrNameLst>
                                          <p:attrName>style.visibility</p:attrName>
                                        </p:attrNameLst>
                                      </p:cBhvr>
                                      <p:to>
                                        <p:strVal val="visible"/>
                                      </p:to>
                                    </p:set>
                                    <p:animEffect filter="fade" transition="in">
                                      <p:cBhvr>
                                        <p:cTn dur="1000"/>
                                        <p:tgtEl>
                                          <p:spTgt spid="39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