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Patrick Hand"/>
      <p:regular r:id="rId19"/>
    </p:embeddedFont>
    <p:embeddedFont>
      <p:font typeface="Poppins"/>
      <p:regular r:id="rId20"/>
      <p:bold r:id="rId21"/>
      <p:italic r:id="rId22"/>
      <p:boldItalic r:id="rId23"/>
    </p:embeddedFont>
    <p:embeddedFont>
      <p:font typeface="Poppins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iaEADtirXaYjmtjlrZwtBXftPn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PoppinsLight-regular.fntdata"/><Relationship Id="rId23"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Light-italic.fntdata"/><Relationship Id="rId25" Type="http://schemas.openxmlformats.org/officeDocument/2006/relationships/font" Target="fonts/PoppinsLight-bold.fntdata"/><Relationship Id="rId28" Type="http://customschemas.google.com/relationships/presentationmetadata" Target="metadata"/><Relationship Id="rId27" Type="http://schemas.openxmlformats.org/officeDocument/2006/relationships/font" Target="fonts/PoppinsLigh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atrickHand-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0c7b55cc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30c7b55c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30c7b55ccf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30c7b55cc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0c7b55ccf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0c7b55cc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14" name="Google Shape;31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Google Shape;20;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1" name="Google Shape;21;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2" name="Google Shape;22;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0" name="Shape 60"/>
        <p:cNvGrpSpPr/>
        <p:nvPr/>
      </p:nvGrpSpPr>
      <p:grpSpPr>
        <a:xfrm>
          <a:off x="0" y="0"/>
          <a:ext cx="0" cy="0"/>
          <a:chOff x="0" y="0"/>
          <a:chExt cx="0" cy="0"/>
        </a:xfrm>
      </p:grpSpPr>
      <p:sp>
        <p:nvSpPr>
          <p:cNvPr id="61" name="Google Shape;61;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 name="Google Shape;63;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4" name="Google Shape;64;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5" name="Google Shape;65;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2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8" name="Google Shape;68;p2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9" name="Google Shape;6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2" name="Google Shape;72;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3" name="Google Shape;83;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4" name="Google Shape;8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7" name="Google Shape;8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1" name="Google Shape;91;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2" name="Google Shape;92;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3" name="Google Shape;93;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6" name="Google Shape;96;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3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9" name="Google Shape;99;p3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0" name="Google Shape;10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image" Target="../media/image7.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8" name="Google Shape;58;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9" name="Google Shape;5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hyperlink" Target="https://forms.gle/RwgtGec39rGYnFrt6" TargetMode="External"/><Relationship Id="rId4" Type="http://schemas.openxmlformats.org/officeDocument/2006/relationships/image" Target="../media/image6.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08" name="Google Shape;108;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09" name="Google Shape;109;p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110" name="Google Shape;110;p1"/>
          <p:cNvPicPr preferRelativeResize="0"/>
          <p:nvPr/>
        </p:nvPicPr>
        <p:blipFill>
          <a:blip r:embed="rId4">
            <a:alphaModFix/>
          </a:blip>
          <a:stretch>
            <a:fillRect/>
          </a:stretch>
        </p:blipFill>
        <p:spPr>
          <a:xfrm>
            <a:off x="8292831" y="4243238"/>
            <a:ext cx="690319" cy="728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30c7b55ccf_0_0"/>
          <p:cNvSpPr txBox="1"/>
          <p:nvPr/>
        </p:nvSpPr>
        <p:spPr>
          <a:xfrm>
            <a:off x="589763" y="125503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 sz="1200">
                <a:solidFill>
                  <a:srgbClr val="3259A4"/>
                </a:solidFill>
                <a:latin typeface="Poppins"/>
                <a:ea typeface="Poppins"/>
                <a:cs typeface="Poppins"/>
                <a:sym typeface="Poppins"/>
              </a:rPr>
              <a:t>Propósito</a:t>
            </a:r>
            <a:r>
              <a:rPr b="1" lang="es" sz="1200">
                <a:solidFill>
                  <a:schemeClr val="dk1"/>
                </a:solidFill>
                <a:latin typeface="Poppins"/>
                <a:ea typeface="Poppins"/>
                <a:cs typeface="Poppins"/>
                <a:sym typeface="Poppins"/>
              </a:rPr>
              <a:t>:</a:t>
            </a:r>
            <a:r>
              <a:rPr lang="es" sz="1200">
                <a:solidFill>
                  <a:schemeClr val="dk1"/>
                </a:solidFill>
                <a:latin typeface="Poppins Light"/>
                <a:ea typeface="Poppins Light"/>
                <a:cs typeface="Poppins Light"/>
                <a:sym typeface="Poppins Light"/>
              </a:rPr>
              <a:t> Introducir al estudiante en el concepto de fracciones comunes y desarrollar su habilidad para</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rPr lang="es" sz="1200">
                <a:solidFill>
                  <a:schemeClr val="dk1"/>
                </a:solidFill>
                <a:latin typeface="Poppins Light"/>
                <a:ea typeface="Poppins Light"/>
                <a:cs typeface="Poppins Light"/>
                <a:sym typeface="Poppins Light"/>
              </a:rPr>
              <a:t>describirlas correctamente en palabras.</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16" name="Google Shape;116;g330c7b55ccf_0_0"/>
          <p:cNvSpPr txBox="1"/>
          <p:nvPr/>
        </p:nvSpPr>
        <p:spPr>
          <a:xfrm>
            <a:off x="868688" y="1980075"/>
            <a:ext cx="3524100" cy="24294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 sz="1900">
                <a:solidFill>
                  <a:schemeClr val="dk1"/>
                </a:solidFill>
                <a:latin typeface="Poppins"/>
                <a:ea typeface="Poppins"/>
                <a:cs typeface="Poppins"/>
                <a:sym typeface="Poppins"/>
              </a:rPr>
              <a:t>Objetivos de la Clase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19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1. Comparar fracciones con igual</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denominador.</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2. Comparar fracciones con igual</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numerador.</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17" name="Google Shape;117;g330c7b55ccf_0_0"/>
          <p:cNvSpPr txBox="1"/>
          <p:nvPr/>
        </p:nvSpPr>
        <p:spPr>
          <a:xfrm>
            <a:off x="4782038" y="1979981"/>
            <a:ext cx="3524100" cy="24294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 sz="1900">
                <a:solidFill>
                  <a:schemeClr val="dk1"/>
                </a:solidFill>
                <a:latin typeface="Poppins"/>
                <a:ea typeface="Poppins"/>
                <a:cs typeface="Poppins"/>
                <a:sym typeface="Poppins"/>
              </a:rPr>
              <a:t>Conceptos Clave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1. Comparación de numeradores.</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2. Comparación de denominadores.</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3. Orden de fracciones.</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18" name="Google Shape;118;g330c7b55ccf_0_0"/>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19" name="Google Shape;119;g330c7b55ccf_0_0"/>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20" name="Google Shape;120;g330c7b55ccf_0_0"/>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21" name="Google Shape;121;g330c7b55ccf_0_0"/>
          <p:cNvPicPr preferRelativeResize="0"/>
          <p:nvPr/>
        </p:nvPicPr>
        <p:blipFill>
          <a:blip r:embed="rId3">
            <a:alphaModFix/>
          </a:blip>
          <a:stretch>
            <a:fillRect/>
          </a:stretch>
        </p:blipFill>
        <p:spPr>
          <a:xfrm>
            <a:off x="8292831" y="4243238"/>
            <a:ext cx="690319" cy="728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30c7b55ccf_0_10"/>
          <p:cNvSpPr txBox="1"/>
          <p:nvPr/>
        </p:nvSpPr>
        <p:spPr>
          <a:xfrm>
            <a:off x="589763" y="96928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 sz="1200">
                <a:solidFill>
                  <a:srgbClr val="3259A4"/>
                </a:solidFill>
                <a:latin typeface="Poppins"/>
                <a:ea typeface="Poppins"/>
                <a:cs typeface="Poppins"/>
                <a:sym typeface="Poppins"/>
              </a:rPr>
              <a:t>Consejos para realizar la sesión</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27" name="Google Shape;127;g330c7b55ccf_0_10"/>
          <p:cNvSpPr txBox="1"/>
          <p:nvPr/>
        </p:nvSpPr>
        <p:spPr>
          <a:xfrm>
            <a:off x="589763" y="1370081"/>
            <a:ext cx="7875000" cy="5641200"/>
          </a:xfrm>
          <a:prstGeom prst="rect">
            <a:avLst/>
          </a:prstGeom>
          <a:noFill/>
          <a:ln>
            <a:noFill/>
          </a:ln>
        </p:spPr>
        <p:txBody>
          <a:bodyPr anchorCtr="0" anchor="t" bIns="68575" lIns="68575" spcFirstLastPara="1" rIns="68575" wrap="square" tIns="68575">
            <a:spAutoFit/>
          </a:bodyPr>
          <a:lstStyle/>
          <a:p>
            <a:pPr indent="0" lvl="0" marL="0" rtl="0" algn="just">
              <a:lnSpc>
                <a:spcPct val="150000"/>
              </a:lnSpc>
              <a:spcBef>
                <a:spcPts val="0"/>
              </a:spcBef>
              <a:spcAft>
                <a:spcPts val="0"/>
              </a:spcAft>
              <a:buNone/>
            </a:pPr>
            <a:r>
              <a:rPr lang="es" sz="1100">
                <a:latin typeface="Poppins"/>
                <a:ea typeface="Poppins"/>
                <a:cs typeface="Poppins"/>
                <a:sym typeface="Poppins"/>
              </a:rPr>
              <a:t>Para esta sesión deberás estudiar la comparación de fracciones en dos situaciones: </a:t>
            </a:r>
            <a:r>
              <a:rPr b="1" lang="es" sz="1100">
                <a:latin typeface="Poppins"/>
                <a:ea typeface="Poppins"/>
                <a:cs typeface="Poppins"/>
                <a:sym typeface="Poppins"/>
              </a:rPr>
              <a:t>igualdad de denominadores e igualdad de numeradores.</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En el primer caso se presenta de una vez la conclusión más importante: “</a:t>
            </a:r>
            <a:r>
              <a:rPr b="1" lang="es" sz="1100">
                <a:latin typeface="Poppins"/>
                <a:ea typeface="Poppins"/>
                <a:cs typeface="Poppins"/>
                <a:sym typeface="Poppins"/>
              </a:rPr>
              <a:t>Mientras mayor es el numerador, mayor es la fracción</a:t>
            </a:r>
            <a:r>
              <a:rPr lang="es" sz="1100">
                <a:latin typeface="Poppins"/>
                <a:ea typeface="Poppins"/>
                <a:cs typeface="Poppins"/>
                <a:sym typeface="Poppins"/>
              </a:rPr>
              <a:t>.”. Sin embargo, puede que tu estudiante no logre entenderlo. Por eso es fundamental que </a:t>
            </a:r>
            <a:r>
              <a:rPr b="1" lang="es" sz="1100">
                <a:latin typeface="Poppins"/>
                <a:ea typeface="Poppins"/>
                <a:cs typeface="Poppins"/>
                <a:sym typeface="Poppins"/>
              </a:rPr>
              <a:t>traigas figuras</a:t>
            </a:r>
            <a:r>
              <a:rPr lang="es" sz="1100">
                <a:latin typeface="Poppins"/>
                <a:ea typeface="Poppins"/>
                <a:cs typeface="Poppins"/>
                <a:sym typeface="Poppins"/>
              </a:rPr>
              <a:t> que </a:t>
            </a:r>
            <a:r>
              <a:rPr b="1" lang="es" sz="1100">
                <a:latin typeface="Poppins"/>
                <a:ea typeface="Poppins"/>
                <a:cs typeface="Poppins"/>
                <a:sym typeface="Poppins"/>
              </a:rPr>
              <a:t>representan</a:t>
            </a:r>
            <a:r>
              <a:rPr b="1" lang="es" sz="1100">
                <a:latin typeface="Poppins"/>
                <a:ea typeface="Poppins"/>
                <a:cs typeface="Poppins"/>
                <a:sym typeface="Poppins"/>
              </a:rPr>
              <a:t> el ejemplo</a:t>
            </a:r>
            <a:r>
              <a:rPr lang="es" sz="1100">
                <a:latin typeface="Poppins"/>
                <a:ea typeface="Poppins"/>
                <a:cs typeface="Poppins"/>
                <a:sym typeface="Poppins"/>
              </a:rPr>
              <a:t> de la </a:t>
            </a:r>
            <a:r>
              <a:rPr b="1" lang="es" sz="1100">
                <a:latin typeface="Poppins"/>
                <a:ea typeface="Poppins"/>
                <a:cs typeface="Poppins"/>
                <a:sym typeface="Poppins"/>
              </a:rPr>
              <a:t>diapositiva 5.</a:t>
            </a:r>
            <a:r>
              <a:rPr lang="es" sz="1100">
                <a:latin typeface="Poppins"/>
                <a:ea typeface="Poppins"/>
                <a:cs typeface="Poppins"/>
                <a:sym typeface="Poppins"/>
              </a:rPr>
              <a:t> Tras ello pregúntale:</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 ¿Qué significa tener un mayor numerador? ¿Cómo lo puedes visualizar? (R: tengo </a:t>
            </a:r>
            <a:r>
              <a:rPr lang="es" sz="1100">
                <a:latin typeface="Poppins"/>
                <a:ea typeface="Poppins"/>
                <a:cs typeface="Poppins"/>
                <a:sym typeface="Poppins"/>
              </a:rPr>
              <a:t>mas</a:t>
            </a:r>
            <a:r>
              <a:rPr lang="es" sz="1100">
                <a:latin typeface="Poppins"/>
                <a:ea typeface="Poppins"/>
                <a:cs typeface="Poppins"/>
                <a:sym typeface="Poppins"/>
              </a:rPr>
              <a:t> partes de la figura)</a:t>
            </a:r>
            <a:endParaRPr sz="1100">
              <a:latin typeface="Poppins"/>
              <a:ea typeface="Poppins"/>
              <a:cs typeface="Poppins"/>
              <a:sym typeface="Poppins"/>
            </a:endParaRPr>
          </a:p>
          <a:p>
            <a:pPr indent="0" lvl="0" marL="0" rtl="0" algn="just">
              <a:lnSpc>
                <a:spcPct val="150000"/>
              </a:lnSpc>
              <a:spcBef>
                <a:spcPts val="0"/>
              </a:spcBef>
              <a:spcAft>
                <a:spcPts val="0"/>
              </a:spcAft>
              <a:buNone/>
            </a:pPr>
            <a:r>
              <a:rPr lang="es" sz="1100">
                <a:latin typeface="Poppins"/>
                <a:ea typeface="Poppins"/>
                <a:cs typeface="Poppins"/>
                <a:sym typeface="Poppins"/>
              </a:rPr>
              <a:t>• ¿Por qué la afirmación de la diapositiva es correcta?</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De forma similar a la anterior, en el segundo caso se presenta la noción de que “</a:t>
            </a:r>
            <a:r>
              <a:rPr b="1" lang="es" sz="1100">
                <a:latin typeface="Poppins"/>
                <a:ea typeface="Poppins"/>
                <a:cs typeface="Poppins"/>
                <a:sym typeface="Poppins"/>
              </a:rPr>
              <a:t>Mientras menor es el denominador, mayor es la fracción</a:t>
            </a:r>
            <a:r>
              <a:rPr lang="es" sz="1100">
                <a:latin typeface="Poppins"/>
                <a:ea typeface="Poppins"/>
                <a:cs typeface="Poppins"/>
                <a:sym typeface="Poppins"/>
              </a:rPr>
              <a:t>.”. Con las figuras de la diapositiva, pregúntale:</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 ¿Qué significa tener un denominador mayor? ¿Cómo puedes visualizarlo? (R: se divide en más partes la figura).</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 ¿Por qué la afirmación de la diapositiva es correcta?</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b="1" sz="1100">
              <a:latin typeface="Poppins"/>
              <a:ea typeface="Poppins"/>
              <a:cs typeface="Poppins"/>
              <a:sym typeface="Poppins"/>
            </a:endParaRPr>
          </a:p>
          <a:p>
            <a:pPr indent="0" lvl="0" marL="0" rtl="0" algn="just">
              <a:lnSpc>
                <a:spcPct val="150000"/>
              </a:lnSpc>
              <a:spcBef>
                <a:spcPts val="0"/>
              </a:spcBef>
              <a:spcAft>
                <a:spcPts val="0"/>
              </a:spcAft>
              <a:buNone/>
            </a:pPr>
            <a:r>
              <a:t/>
            </a:r>
            <a:endParaRPr i="1" sz="1100">
              <a:latin typeface="Poppins"/>
              <a:ea typeface="Poppins"/>
              <a:cs typeface="Poppins"/>
              <a:sym typeface="Poppins"/>
            </a:endParaRPr>
          </a:p>
        </p:txBody>
      </p:sp>
      <p:sp>
        <p:nvSpPr>
          <p:cNvPr id="128" name="Google Shape;128;g330c7b55ccf_0_10"/>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29" name="Google Shape;129;g330c7b55ccf_0_10"/>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30" name="Google Shape;130;g330c7b55ccf_0_10"/>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31" name="Google Shape;131;g330c7b55ccf_0_10"/>
          <p:cNvPicPr preferRelativeResize="0"/>
          <p:nvPr/>
        </p:nvPicPr>
        <p:blipFill>
          <a:blip r:embed="rId3">
            <a:alphaModFix/>
          </a:blip>
          <a:stretch>
            <a:fillRect/>
          </a:stretch>
        </p:blipFill>
        <p:spPr>
          <a:xfrm>
            <a:off x="8292831" y="4243238"/>
            <a:ext cx="690319" cy="728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30c7b55ccf_0_19"/>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37" name="Google Shape;137;g330c7b55ccf_0_19"/>
          <p:cNvSpPr txBox="1"/>
          <p:nvPr/>
        </p:nvSpPr>
        <p:spPr>
          <a:xfrm>
            <a:off x="285206" y="1218713"/>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 sz="1500">
                <a:solidFill>
                  <a:srgbClr val="3259A4"/>
                </a:solidFill>
                <a:latin typeface="Poppins"/>
                <a:ea typeface="Poppins"/>
                <a:cs typeface="Poppins"/>
                <a:sym typeface="Poppins"/>
              </a:rPr>
              <a:t>Para Complementar</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Pídele a tu estudiante que, con sus propias palabras, escriba una breve explicación de cómo comparó las fracciones. Además, en cada caso, deberá describir un ejemplo de su vida donde ha tenido que hacerlo.</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38" name="Google Shape;138;g330c7b55ccf_0_19"/>
          <p:cNvSpPr txBox="1"/>
          <p:nvPr/>
        </p:nvSpPr>
        <p:spPr>
          <a:xfrm>
            <a:off x="285206" y="3272644"/>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 sz="1500">
                <a:solidFill>
                  <a:srgbClr val="3259A4"/>
                </a:solidFill>
                <a:latin typeface="Poppins"/>
                <a:ea typeface="Poppins"/>
                <a:cs typeface="Poppins"/>
                <a:sym typeface="Poppins"/>
              </a:rPr>
              <a:t>Preguntas de Cierre</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1. ¿Qué observaste cuando el denominador era igual? ¿Y cuando el numerador era igual?</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2. ¿Qué estrategia ocupaste para llegar a la respuesta?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39" name="Google Shape;139;g330c7b55ccf_0_19"/>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40" name="Google Shape;140;g330c7b55ccf_0_19"/>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41" name="Google Shape;141;g330c7b55ccf_0_19"/>
          <p:cNvPicPr preferRelativeResize="0"/>
          <p:nvPr/>
        </p:nvPicPr>
        <p:blipFill>
          <a:blip r:embed="rId3">
            <a:alphaModFix/>
          </a:blip>
          <a:stretch>
            <a:fillRect/>
          </a:stretch>
        </p:blipFill>
        <p:spPr>
          <a:xfrm>
            <a:off x="8292831" y="4243238"/>
            <a:ext cx="690319" cy="728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
          <p:cNvPicPr preferRelativeResize="0"/>
          <p:nvPr/>
        </p:nvPicPr>
        <p:blipFill rotWithShape="1">
          <a:blip r:embed="rId3">
            <a:alphaModFix/>
          </a:blip>
          <a:srcRect b="0" l="0" r="0" t="0"/>
          <a:stretch/>
        </p:blipFill>
        <p:spPr>
          <a:xfrm>
            <a:off x="0" y="0"/>
            <a:ext cx="9144000" cy="5143497"/>
          </a:xfrm>
          <a:prstGeom prst="rect">
            <a:avLst/>
          </a:prstGeom>
          <a:noFill/>
          <a:ln>
            <a:noFill/>
          </a:ln>
        </p:spPr>
      </p:pic>
      <p:pic>
        <p:nvPicPr>
          <p:cNvPr id="147" name="Google Shape;147;p2"/>
          <p:cNvPicPr preferRelativeResize="0"/>
          <p:nvPr/>
        </p:nvPicPr>
        <p:blipFill>
          <a:blip r:embed="rId4">
            <a:alphaModFix/>
          </a:blip>
          <a:stretch>
            <a:fillRect/>
          </a:stretch>
        </p:blipFill>
        <p:spPr>
          <a:xfrm>
            <a:off x="8292831" y="3936763"/>
            <a:ext cx="690319" cy="728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descr="Forma&#10;&#10;Descripción generada automáticamente con confianza media" id="153" name="Google Shape;153;p3"/>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154" name="Google Shape;154;p3"/>
          <p:cNvSpPr txBox="1"/>
          <p:nvPr/>
        </p:nvSpPr>
        <p:spPr>
          <a:xfrm>
            <a:off x="497813" y="383963"/>
            <a:ext cx="8148300" cy="31938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Recordemos</a:t>
            </a:r>
            <a:endParaRPr b="0" i="0" sz="3200" u="none" cap="none" strike="noStrike">
              <a:solidFill>
                <a:schemeClr val="lt1"/>
              </a:solidFill>
              <a:highlight>
                <a:srgbClr val="009287"/>
              </a:highlight>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rPr b="0" i="0" lang="es" sz="2300" u="none" cap="none" strike="noStrike">
                <a:solidFill>
                  <a:schemeClr val="dk1"/>
                </a:solidFill>
                <a:latin typeface="Patrick Hand"/>
                <a:ea typeface="Patrick Hand"/>
                <a:cs typeface="Patrick Hand"/>
                <a:sym typeface="Patrick Hand"/>
              </a:rPr>
              <a:t>Una fracción representa las partes que estás considerando del total de partes iguales. Esta se representa de la siguiente manera simbólicamente:</a:t>
            </a:r>
            <a:endParaRPr b="0" i="0" sz="2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Patrick Hand"/>
              <a:ea typeface="Patrick Hand"/>
              <a:cs typeface="Patrick Hand"/>
              <a:sym typeface="Patrick Hand"/>
            </a:endParaRPr>
          </a:p>
          <a:p>
            <a:pPr indent="0" lvl="0" marL="342900" marR="0" rtl="0" algn="l">
              <a:lnSpc>
                <a:spcPct val="100000"/>
              </a:lnSpc>
              <a:spcBef>
                <a:spcPts val="0"/>
              </a:spcBef>
              <a:spcAft>
                <a:spcPts val="0"/>
              </a:spcAft>
              <a:buClr>
                <a:srgbClr val="000000"/>
              </a:buClr>
              <a:buSzPts val="5100"/>
              <a:buFont typeface="Arial"/>
              <a:buNone/>
            </a:pPr>
            <a:r>
              <a:rPr b="1" i="0" lang="es" sz="5100" u="none" cap="none" strike="noStrike">
                <a:solidFill>
                  <a:schemeClr val="dk1"/>
                </a:solidFill>
                <a:latin typeface="Patrick Hand"/>
                <a:ea typeface="Patrick Hand"/>
                <a:cs typeface="Patrick Hand"/>
                <a:sym typeface="Patrick Hand"/>
              </a:rPr>
              <a:t>           3</a:t>
            </a:r>
            <a:endParaRPr b="1" i="0" sz="5100" u="none" cap="none" strike="noStrike">
              <a:solidFill>
                <a:schemeClr val="dk1"/>
              </a:solidFill>
              <a:latin typeface="Patrick Hand"/>
              <a:ea typeface="Patrick Hand"/>
              <a:cs typeface="Patrick Hand"/>
              <a:sym typeface="Patrick Hand"/>
            </a:endParaRPr>
          </a:p>
          <a:p>
            <a:pPr indent="0" lvl="0" marL="342900" marR="0" rtl="0" algn="l">
              <a:lnSpc>
                <a:spcPct val="100000"/>
              </a:lnSpc>
              <a:spcBef>
                <a:spcPts val="0"/>
              </a:spcBef>
              <a:spcAft>
                <a:spcPts val="0"/>
              </a:spcAft>
              <a:buClr>
                <a:srgbClr val="000000"/>
              </a:buClr>
              <a:buSzPts val="5100"/>
              <a:buFont typeface="Arial"/>
              <a:buNone/>
            </a:pPr>
            <a:r>
              <a:rPr b="1" i="0" lang="es" sz="5100" u="none" cap="none" strike="noStrike">
                <a:solidFill>
                  <a:schemeClr val="dk1"/>
                </a:solidFill>
                <a:latin typeface="Patrick Hand"/>
                <a:ea typeface="Patrick Hand"/>
                <a:cs typeface="Patrick Hand"/>
                <a:sym typeface="Patrick Hand"/>
              </a:rPr>
              <a:t>				 7</a:t>
            </a:r>
            <a:endParaRPr b="1" i="0" sz="5100" u="none" cap="none" strike="noStrike">
              <a:solidFill>
                <a:schemeClr val="dk1"/>
              </a:solidFill>
              <a:latin typeface="Patrick Hand"/>
              <a:ea typeface="Patrick Hand"/>
              <a:cs typeface="Patrick Hand"/>
              <a:sym typeface="Patrick Hand"/>
            </a:endParaRPr>
          </a:p>
        </p:txBody>
      </p:sp>
      <p:sp>
        <p:nvSpPr>
          <p:cNvPr id="155" name="Google Shape;155;p3"/>
          <p:cNvSpPr txBox="1"/>
          <p:nvPr/>
        </p:nvSpPr>
        <p:spPr>
          <a:xfrm>
            <a:off x="4338413" y="1978650"/>
            <a:ext cx="4350000" cy="715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000"/>
              <a:buFont typeface="Arial"/>
              <a:buNone/>
            </a:pPr>
            <a:r>
              <a:rPr b="0" i="0" lang="es" sz="2100" u="none" cap="none" strike="noStrike">
                <a:solidFill>
                  <a:schemeClr val="dk1"/>
                </a:solidFill>
                <a:latin typeface="Patrick Hand"/>
                <a:ea typeface="Patrick Hand"/>
                <a:cs typeface="Patrick Hand"/>
                <a:sym typeface="Patrick Hand"/>
              </a:rPr>
              <a:t>NUMERADOR: número de partes que tenemos. </a:t>
            </a:r>
            <a:endParaRPr b="0" i="0" sz="2100" u="none" cap="none" strike="noStrike">
              <a:solidFill>
                <a:schemeClr val="dk1"/>
              </a:solidFill>
              <a:latin typeface="Patrick Hand"/>
              <a:ea typeface="Patrick Hand"/>
              <a:cs typeface="Patrick Hand"/>
              <a:sym typeface="Patrick Hand"/>
            </a:endParaRPr>
          </a:p>
        </p:txBody>
      </p:sp>
      <p:sp>
        <p:nvSpPr>
          <p:cNvPr id="156" name="Google Shape;156;p3"/>
          <p:cNvSpPr txBox="1"/>
          <p:nvPr/>
        </p:nvSpPr>
        <p:spPr>
          <a:xfrm>
            <a:off x="4320252" y="2882138"/>
            <a:ext cx="3834600" cy="715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000"/>
              <a:buFont typeface="Arial"/>
              <a:buNone/>
            </a:pPr>
            <a:r>
              <a:rPr b="0" i="0" lang="es" sz="2100" u="none" cap="none" strike="noStrike">
                <a:solidFill>
                  <a:schemeClr val="dk1"/>
                </a:solidFill>
                <a:latin typeface="Patrick Hand"/>
                <a:ea typeface="Patrick Hand"/>
                <a:cs typeface="Patrick Hand"/>
                <a:sym typeface="Patrick Hand"/>
              </a:rPr>
              <a:t>DENOMINADOR: número de partes en que hemos dividido la unidad</a:t>
            </a:r>
            <a:endParaRPr b="0" i="0" sz="2100" u="none" cap="none" strike="noStrike">
              <a:solidFill>
                <a:schemeClr val="dk1"/>
              </a:solidFill>
              <a:latin typeface="Patrick Hand"/>
              <a:ea typeface="Patrick Hand"/>
              <a:cs typeface="Patrick Hand"/>
              <a:sym typeface="Patrick Hand"/>
            </a:endParaRPr>
          </a:p>
        </p:txBody>
      </p:sp>
      <p:sp>
        <p:nvSpPr>
          <p:cNvPr id="157" name="Google Shape;157;p3"/>
          <p:cNvSpPr/>
          <p:nvPr/>
        </p:nvSpPr>
        <p:spPr>
          <a:xfrm>
            <a:off x="1646913" y="1950269"/>
            <a:ext cx="1990800" cy="1627500"/>
          </a:xfrm>
          <a:prstGeom prst="roundRect">
            <a:avLst>
              <a:gd fmla="val 16667" name="adj"/>
            </a:avLst>
          </a:prstGeom>
          <a:noFill/>
          <a:ln cap="flat" cmpd="sng" w="28575">
            <a:solidFill>
              <a:srgbClr val="009287"/>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158" name="Google Shape;158;p3"/>
          <p:cNvCxnSpPr/>
          <p:nvPr/>
        </p:nvCxnSpPr>
        <p:spPr>
          <a:xfrm flipH="1" rot="10800000">
            <a:off x="1909394" y="2817650"/>
            <a:ext cx="1625700" cy="13200"/>
          </a:xfrm>
          <a:prstGeom prst="straightConnector1">
            <a:avLst/>
          </a:prstGeom>
          <a:noFill/>
          <a:ln cap="flat" cmpd="sng" w="28575">
            <a:solidFill>
              <a:srgbClr val="009287"/>
            </a:solidFill>
            <a:prstDash val="solid"/>
            <a:round/>
            <a:headEnd len="sm" w="sm" type="none"/>
            <a:tailEnd len="sm" w="sm" type="none"/>
          </a:ln>
        </p:spPr>
      </p:cxnSp>
      <p:cxnSp>
        <p:nvCxnSpPr>
          <p:cNvPr id="159" name="Google Shape;159;p3"/>
          <p:cNvCxnSpPr>
            <a:endCxn id="155" idx="1"/>
          </p:cNvCxnSpPr>
          <p:nvPr/>
        </p:nvCxnSpPr>
        <p:spPr>
          <a:xfrm>
            <a:off x="3717713" y="2333550"/>
            <a:ext cx="620700" cy="3000"/>
          </a:xfrm>
          <a:prstGeom prst="straightConnector1">
            <a:avLst/>
          </a:prstGeom>
          <a:noFill/>
          <a:ln cap="flat" cmpd="sng" w="19050">
            <a:solidFill>
              <a:srgbClr val="009287"/>
            </a:solidFill>
            <a:prstDash val="solid"/>
            <a:round/>
            <a:headEnd len="sm" w="sm" type="none"/>
            <a:tailEnd len="med" w="med" type="triangle"/>
          </a:ln>
        </p:spPr>
      </p:cxnSp>
      <p:cxnSp>
        <p:nvCxnSpPr>
          <p:cNvPr id="160" name="Google Shape;160;p3"/>
          <p:cNvCxnSpPr/>
          <p:nvPr/>
        </p:nvCxnSpPr>
        <p:spPr>
          <a:xfrm>
            <a:off x="3717638" y="3171788"/>
            <a:ext cx="620700" cy="3000"/>
          </a:xfrm>
          <a:prstGeom prst="straightConnector1">
            <a:avLst/>
          </a:prstGeom>
          <a:noFill/>
          <a:ln cap="flat" cmpd="sng" w="19050">
            <a:solidFill>
              <a:srgbClr val="009287"/>
            </a:solidFill>
            <a:prstDash val="solid"/>
            <a:round/>
            <a:headEnd len="sm" w="sm" type="none"/>
            <a:tailEnd len="med" w="med" type="triangle"/>
          </a:ln>
        </p:spPr>
      </p:cxnSp>
      <p:pic>
        <p:nvPicPr>
          <p:cNvPr id="161" name="Google Shape;161;p3"/>
          <p:cNvPicPr preferRelativeResize="0"/>
          <p:nvPr/>
        </p:nvPicPr>
        <p:blipFill>
          <a:blip r:embed="rId4">
            <a:alphaModFix/>
          </a:blip>
          <a:stretch>
            <a:fillRect/>
          </a:stretch>
        </p:blipFill>
        <p:spPr>
          <a:xfrm>
            <a:off x="8292831" y="3936763"/>
            <a:ext cx="690319" cy="728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descr="Forma&#10;&#10;Descripción generada automáticamente con confianza media" id="166" name="Google Shape;166;p4"/>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167" name="Google Shape;167;p4"/>
          <p:cNvSpPr txBox="1"/>
          <p:nvPr/>
        </p:nvSpPr>
        <p:spPr>
          <a:xfrm>
            <a:off x="1393050" y="273850"/>
            <a:ext cx="63579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500"/>
              <a:buFont typeface="Arial"/>
              <a:buNone/>
            </a:pPr>
            <a:r>
              <a:rPr b="0" i="0" lang="es" sz="3500" u="none" cap="none" strike="noStrike">
                <a:solidFill>
                  <a:schemeClr val="lt1"/>
                </a:solidFill>
                <a:highlight>
                  <a:srgbClr val="009287"/>
                </a:highlight>
                <a:latin typeface="Patrick Hand"/>
                <a:ea typeface="Patrick Hand"/>
                <a:cs typeface="Patrick Hand"/>
                <a:sym typeface="Patrick Hand"/>
              </a:rPr>
              <a:t>Comparar fracciones</a:t>
            </a:r>
            <a:endParaRPr b="0" i="0" sz="1700" u="none" cap="none" strike="noStrike">
              <a:solidFill>
                <a:schemeClr val="lt1"/>
              </a:solidFill>
              <a:highlight>
                <a:srgbClr val="009287"/>
              </a:highlight>
              <a:latin typeface="Arial"/>
              <a:ea typeface="Arial"/>
              <a:cs typeface="Arial"/>
              <a:sym typeface="Arial"/>
            </a:endParaRPr>
          </a:p>
        </p:txBody>
      </p:sp>
      <p:sp>
        <p:nvSpPr>
          <p:cNvPr id="168" name="Google Shape;168;p4"/>
          <p:cNvSpPr txBox="1"/>
          <p:nvPr/>
        </p:nvSpPr>
        <p:spPr>
          <a:xfrm>
            <a:off x="159900" y="1105975"/>
            <a:ext cx="9061200" cy="298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 sz="2600" u="none" cap="none" strike="noStrike">
                <a:solidFill>
                  <a:schemeClr val="dk1"/>
                </a:solidFill>
                <a:latin typeface="Patrick Hand"/>
                <a:ea typeface="Patrick Hand"/>
                <a:cs typeface="Patrick Hand"/>
                <a:sym typeface="Patrick Hand"/>
              </a:rPr>
              <a:t>las fracciones se comparan y ordenan dependiendo de sus características:</a:t>
            </a:r>
            <a:endParaRPr b="1" i="0" sz="26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600"/>
              <a:buFont typeface="Arial"/>
              <a:buNone/>
            </a:pPr>
            <a:r>
              <a:rPr b="1" i="0" lang="es" sz="2600" u="none" cap="none" strike="noStrike">
                <a:solidFill>
                  <a:schemeClr val="dk1"/>
                </a:solidFill>
                <a:latin typeface="Patrick Hand"/>
                <a:ea typeface="Patrick Hand"/>
                <a:cs typeface="Patrick Hand"/>
                <a:sym typeface="Patrick Hand"/>
              </a:rPr>
              <a:t> </a:t>
            </a:r>
            <a:endParaRPr b="1" i="0" sz="2600" u="none" cap="none" strike="noStrike">
              <a:solidFill>
                <a:schemeClr val="dk1"/>
              </a:solidFill>
              <a:latin typeface="Patrick Hand"/>
              <a:ea typeface="Patrick Hand"/>
              <a:cs typeface="Patrick Hand"/>
              <a:sym typeface="Patrick Hand"/>
            </a:endParaRPr>
          </a:p>
          <a:p>
            <a:pPr indent="-393700" lvl="0" marL="457200" marR="0" rtl="0" algn="l">
              <a:lnSpc>
                <a:spcPct val="100000"/>
              </a:lnSpc>
              <a:spcBef>
                <a:spcPts val="0"/>
              </a:spcBef>
              <a:spcAft>
                <a:spcPts val="0"/>
              </a:spcAft>
              <a:buClr>
                <a:schemeClr val="dk1"/>
              </a:buClr>
              <a:buSzPts val="2600"/>
              <a:buFont typeface="Patrick Hand"/>
              <a:buAutoNum type="arabicPeriod"/>
            </a:pPr>
            <a:r>
              <a:rPr b="0" i="0" lang="es" sz="2600" u="none" cap="none" strike="noStrike">
                <a:solidFill>
                  <a:schemeClr val="dk1"/>
                </a:solidFill>
                <a:latin typeface="Patrick Hand"/>
                <a:ea typeface="Patrick Hand"/>
                <a:cs typeface="Patrick Hand"/>
                <a:sym typeface="Patrick Hand"/>
              </a:rPr>
              <a:t>Comparar fracciones con igual denominador</a:t>
            </a:r>
            <a:endParaRPr b="0" i="0" sz="26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Patrick Hand"/>
              <a:ea typeface="Patrick Hand"/>
              <a:cs typeface="Patrick Hand"/>
              <a:sym typeface="Patrick Hand"/>
            </a:endParaRPr>
          </a:p>
          <a:p>
            <a:pPr indent="-393700" lvl="0" marL="457200" marR="0" rtl="0" algn="l">
              <a:lnSpc>
                <a:spcPct val="100000"/>
              </a:lnSpc>
              <a:spcBef>
                <a:spcPts val="0"/>
              </a:spcBef>
              <a:spcAft>
                <a:spcPts val="0"/>
              </a:spcAft>
              <a:buClr>
                <a:schemeClr val="dk1"/>
              </a:buClr>
              <a:buSzPts val="2600"/>
              <a:buFont typeface="Patrick Hand"/>
              <a:buAutoNum type="arabicPeriod"/>
            </a:pPr>
            <a:r>
              <a:rPr b="0" i="0" lang="es" sz="2600" u="none" cap="none" strike="noStrike">
                <a:solidFill>
                  <a:schemeClr val="dk1"/>
                </a:solidFill>
                <a:latin typeface="Patrick Hand"/>
                <a:ea typeface="Patrick Hand"/>
                <a:cs typeface="Patrick Hand"/>
                <a:sym typeface="Patrick Hand"/>
              </a:rPr>
              <a:t>Comparar fracciones con igual numerador</a:t>
            </a:r>
            <a:endParaRPr b="0" i="0" sz="26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Patrick Hand"/>
              <a:ea typeface="Patrick Hand"/>
              <a:cs typeface="Patrick Hand"/>
              <a:sym typeface="Patrick Hand"/>
            </a:endParaRPr>
          </a:p>
          <a:p>
            <a:pPr indent="-393700" lvl="0" marL="457200" marR="0" rtl="0" algn="l">
              <a:lnSpc>
                <a:spcPct val="100000"/>
              </a:lnSpc>
              <a:spcBef>
                <a:spcPts val="0"/>
              </a:spcBef>
              <a:spcAft>
                <a:spcPts val="0"/>
              </a:spcAft>
              <a:buClr>
                <a:schemeClr val="dk1"/>
              </a:buClr>
              <a:buSzPts val="2600"/>
              <a:buFont typeface="Patrick Hand"/>
              <a:buAutoNum type="arabicPeriod"/>
            </a:pPr>
            <a:r>
              <a:rPr b="0" i="0" lang="es" sz="2600" u="none" cap="none" strike="noStrike">
                <a:solidFill>
                  <a:schemeClr val="dk1"/>
                </a:solidFill>
                <a:latin typeface="Patrick Hand"/>
                <a:ea typeface="Patrick Hand"/>
                <a:cs typeface="Patrick Hand"/>
                <a:sym typeface="Patrick Hand"/>
              </a:rPr>
              <a:t>Comparar fracciones con distinto numerador y denominador.</a:t>
            </a:r>
            <a:endParaRPr b="0" i="0" sz="2600" u="none" cap="none" strike="noStrike">
              <a:solidFill>
                <a:schemeClr val="dk1"/>
              </a:solidFill>
              <a:latin typeface="Patrick Hand"/>
              <a:ea typeface="Patrick Hand"/>
              <a:cs typeface="Patrick Hand"/>
              <a:sym typeface="Patrick Hand"/>
            </a:endParaRPr>
          </a:p>
        </p:txBody>
      </p:sp>
      <p:pic>
        <p:nvPicPr>
          <p:cNvPr id="169" name="Google Shape;169;p4"/>
          <p:cNvPicPr preferRelativeResize="0"/>
          <p:nvPr/>
        </p:nvPicPr>
        <p:blipFill>
          <a:blip r:embed="rId4">
            <a:alphaModFix/>
          </a:blip>
          <a:stretch>
            <a:fillRect/>
          </a:stretch>
        </p:blipFill>
        <p:spPr>
          <a:xfrm>
            <a:off x="8292831" y="3936763"/>
            <a:ext cx="690319" cy="728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175" name="Google Shape;175;p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descr="Forma&#10;&#10;Descripción generada automáticamente con confianza media" id="176" name="Google Shape;176;p5"/>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177" name="Google Shape;177;p5"/>
          <p:cNvSpPr txBox="1"/>
          <p:nvPr/>
        </p:nvSpPr>
        <p:spPr>
          <a:xfrm>
            <a:off x="146575" y="413075"/>
            <a:ext cx="6929100" cy="5850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dk1"/>
              </a:buClr>
              <a:buSzPts val="2600"/>
              <a:buFont typeface="Patrick Hand"/>
              <a:buAutoNum type="arabicPeriod"/>
            </a:pPr>
            <a:r>
              <a:rPr b="1" i="0" lang="es" sz="2600" u="none" cap="none" strike="noStrike">
                <a:solidFill>
                  <a:schemeClr val="dk1"/>
                </a:solidFill>
                <a:latin typeface="Patrick Hand"/>
                <a:ea typeface="Patrick Hand"/>
                <a:cs typeface="Patrick Hand"/>
                <a:sym typeface="Patrick Hand"/>
              </a:rPr>
              <a:t>Comparar fracciones con igual denominador</a:t>
            </a:r>
            <a:endParaRPr b="1" i="0" sz="1700" u="none" cap="none" strike="noStrike">
              <a:solidFill>
                <a:srgbClr val="000000"/>
              </a:solidFill>
              <a:latin typeface="Arial"/>
              <a:ea typeface="Arial"/>
              <a:cs typeface="Arial"/>
              <a:sym typeface="Arial"/>
            </a:endParaRPr>
          </a:p>
        </p:txBody>
      </p:sp>
      <p:sp>
        <p:nvSpPr>
          <p:cNvPr id="178" name="Google Shape;178;p5"/>
          <p:cNvSpPr txBox="1"/>
          <p:nvPr/>
        </p:nvSpPr>
        <p:spPr>
          <a:xfrm>
            <a:off x="207650" y="998075"/>
            <a:ext cx="8533500" cy="381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Para comparar fracciones con igual denominador, solo debemos comparar los numeradores. </a:t>
            </a:r>
            <a:r>
              <a:rPr b="1" i="1" lang="es" sz="2400" u="none" cap="none" strike="noStrike">
                <a:solidFill>
                  <a:schemeClr val="dk1"/>
                </a:solidFill>
                <a:latin typeface="Patrick Hand"/>
                <a:ea typeface="Patrick Hand"/>
                <a:cs typeface="Patrick Hand"/>
                <a:sym typeface="Patrick Hand"/>
              </a:rPr>
              <a:t>Mientras mayor es el numerador, mayor es la fracción</a:t>
            </a:r>
            <a:r>
              <a:rPr b="0" i="0" lang="es" sz="2400" u="none" cap="none" strike="noStrike">
                <a:solidFill>
                  <a:schemeClr val="dk1"/>
                </a:solidFill>
                <a:latin typeface="Patrick Hand"/>
                <a:ea typeface="Patrick Hand"/>
                <a:cs typeface="Patrick Hand"/>
                <a:sym typeface="Patrick Hand"/>
              </a:rPr>
              <a:t>.</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Ejemplo:                5                  2                   4 </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6                   6                   6</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Las tres fracciones tienen de denominador el n° 6, por lo tanto la mayor es la que tiene el numerador más grande.</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5               4             2</a:t>
            </a:r>
            <a:endParaRPr b="0" i="0" sz="2400" u="none" cap="none" strike="noStrike">
              <a:solidFill>
                <a:schemeClr val="dk1"/>
              </a:solidFill>
              <a:latin typeface="Patrick Hand"/>
              <a:ea typeface="Patrick Hand"/>
              <a:cs typeface="Patrick Hand"/>
              <a:sym typeface="Patrick Hand"/>
            </a:endParaRPr>
          </a:p>
          <a:p>
            <a:pPr indent="457200" lvl="0" marL="228600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6                6             6</a:t>
            </a:r>
            <a:endParaRPr b="0" i="0" sz="2400" u="none" cap="none" strike="noStrike">
              <a:solidFill>
                <a:schemeClr val="dk1"/>
              </a:solidFill>
              <a:latin typeface="Patrick Hand"/>
              <a:ea typeface="Patrick Hand"/>
              <a:cs typeface="Patrick Hand"/>
              <a:sym typeface="Patrick Hand"/>
            </a:endParaRPr>
          </a:p>
        </p:txBody>
      </p:sp>
      <p:cxnSp>
        <p:nvCxnSpPr>
          <p:cNvPr id="179" name="Google Shape;179;p5"/>
          <p:cNvCxnSpPr/>
          <p:nvPr/>
        </p:nvCxnSpPr>
        <p:spPr>
          <a:xfrm>
            <a:off x="2198650" y="2518450"/>
            <a:ext cx="466500" cy="0"/>
          </a:xfrm>
          <a:prstGeom prst="straightConnector1">
            <a:avLst/>
          </a:prstGeom>
          <a:noFill/>
          <a:ln cap="flat" cmpd="sng" w="9525">
            <a:solidFill>
              <a:schemeClr val="dk2"/>
            </a:solidFill>
            <a:prstDash val="solid"/>
            <a:round/>
            <a:headEnd len="sm" w="sm" type="none"/>
            <a:tailEnd len="sm" w="sm" type="none"/>
          </a:ln>
        </p:spPr>
      </p:cxnSp>
      <p:cxnSp>
        <p:nvCxnSpPr>
          <p:cNvPr id="180" name="Google Shape;180;p5"/>
          <p:cNvCxnSpPr/>
          <p:nvPr/>
        </p:nvCxnSpPr>
        <p:spPr>
          <a:xfrm>
            <a:off x="4241150" y="4370650"/>
            <a:ext cx="466500" cy="0"/>
          </a:xfrm>
          <a:prstGeom prst="straightConnector1">
            <a:avLst/>
          </a:prstGeom>
          <a:noFill/>
          <a:ln cap="flat" cmpd="sng" w="9525">
            <a:solidFill>
              <a:schemeClr val="dk2"/>
            </a:solidFill>
            <a:prstDash val="solid"/>
            <a:round/>
            <a:headEnd len="sm" w="sm" type="none"/>
            <a:tailEnd len="sm" w="sm" type="none"/>
          </a:ln>
        </p:spPr>
      </p:cxnSp>
      <p:cxnSp>
        <p:nvCxnSpPr>
          <p:cNvPr id="181" name="Google Shape;181;p5"/>
          <p:cNvCxnSpPr/>
          <p:nvPr/>
        </p:nvCxnSpPr>
        <p:spPr>
          <a:xfrm>
            <a:off x="5040950" y="2518450"/>
            <a:ext cx="466500" cy="0"/>
          </a:xfrm>
          <a:prstGeom prst="straightConnector1">
            <a:avLst/>
          </a:prstGeom>
          <a:noFill/>
          <a:ln cap="flat" cmpd="sng" w="9525">
            <a:solidFill>
              <a:schemeClr val="dk2"/>
            </a:solidFill>
            <a:prstDash val="solid"/>
            <a:round/>
            <a:headEnd len="sm" w="sm" type="none"/>
            <a:tailEnd len="sm" w="sm" type="none"/>
          </a:ln>
        </p:spPr>
      </p:cxnSp>
      <p:cxnSp>
        <p:nvCxnSpPr>
          <p:cNvPr id="182" name="Google Shape;182;p5"/>
          <p:cNvCxnSpPr/>
          <p:nvPr/>
        </p:nvCxnSpPr>
        <p:spPr>
          <a:xfrm>
            <a:off x="3110575" y="4363088"/>
            <a:ext cx="466500" cy="0"/>
          </a:xfrm>
          <a:prstGeom prst="straightConnector1">
            <a:avLst/>
          </a:prstGeom>
          <a:noFill/>
          <a:ln cap="flat" cmpd="sng" w="9525">
            <a:solidFill>
              <a:schemeClr val="dk2"/>
            </a:solidFill>
            <a:prstDash val="solid"/>
            <a:round/>
            <a:headEnd len="sm" w="sm" type="none"/>
            <a:tailEnd len="sm" w="sm" type="none"/>
          </a:ln>
        </p:spPr>
      </p:cxnSp>
      <p:cxnSp>
        <p:nvCxnSpPr>
          <p:cNvPr id="183" name="Google Shape;183;p5"/>
          <p:cNvCxnSpPr/>
          <p:nvPr/>
        </p:nvCxnSpPr>
        <p:spPr>
          <a:xfrm>
            <a:off x="3577075" y="2518450"/>
            <a:ext cx="466500" cy="0"/>
          </a:xfrm>
          <a:prstGeom prst="straightConnector1">
            <a:avLst/>
          </a:prstGeom>
          <a:noFill/>
          <a:ln cap="flat" cmpd="sng" w="9525">
            <a:solidFill>
              <a:schemeClr val="dk2"/>
            </a:solidFill>
            <a:prstDash val="solid"/>
            <a:round/>
            <a:headEnd len="sm" w="sm" type="none"/>
            <a:tailEnd len="sm" w="sm" type="none"/>
          </a:ln>
        </p:spPr>
      </p:cxnSp>
      <p:cxnSp>
        <p:nvCxnSpPr>
          <p:cNvPr id="184" name="Google Shape;184;p5"/>
          <p:cNvCxnSpPr/>
          <p:nvPr/>
        </p:nvCxnSpPr>
        <p:spPr>
          <a:xfrm>
            <a:off x="5351575" y="4370650"/>
            <a:ext cx="466500" cy="0"/>
          </a:xfrm>
          <a:prstGeom prst="straightConnector1">
            <a:avLst/>
          </a:prstGeom>
          <a:noFill/>
          <a:ln cap="flat" cmpd="sng" w="9525">
            <a:solidFill>
              <a:schemeClr val="dk2"/>
            </a:solidFill>
            <a:prstDash val="solid"/>
            <a:round/>
            <a:headEnd len="sm" w="sm" type="none"/>
            <a:tailEnd len="sm" w="sm" type="none"/>
          </a:ln>
        </p:spPr>
      </p:cxnSp>
      <p:sp>
        <p:nvSpPr>
          <p:cNvPr id="185" name="Google Shape;185;p5"/>
          <p:cNvSpPr/>
          <p:nvPr/>
        </p:nvSpPr>
        <p:spPr>
          <a:xfrm>
            <a:off x="2077625" y="1978800"/>
            <a:ext cx="4064100" cy="11859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
          <p:cNvSpPr/>
          <p:nvPr/>
        </p:nvSpPr>
        <p:spPr>
          <a:xfrm>
            <a:off x="2904875" y="3971450"/>
            <a:ext cx="3344700" cy="7833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5"/>
          <p:cNvSpPr txBox="1"/>
          <p:nvPr/>
        </p:nvSpPr>
        <p:spPr>
          <a:xfrm>
            <a:off x="3653275" y="4047650"/>
            <a:ext cx="32664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009287"/>
                </a:solidFill>
                <a:latin typeface="Patrick Hand"/>
                <a:ea typeface="Patrick Hand"/>
                <a:cs typeface="Patrick Hand"/>
                <a:sym typeface="Patrick Hand"/>
              </a:rPr>
              <a:t>&gt;                 &gt;</a:t>
            </a:r>
            <a:endParaRPr b="0" i="0" sz="1600" u="none" cap="none" strike="noStrike">
              <a:solidFill>
                <a:srgbClr val="009287"/>
              </a:solidFill>
              <a:latin typeface="Patrick Hand"/>
              <a:ea typeface="Patrick Hand"/>
              <a:cs typeface="Patrick Hand"/>
              <a:sym typeface="Patrick Hand"/>
            </a:endParaRPr>
          </a:p>
        </p:txBody>
      </p:sp>
      <p:pic>
        <p:nvPicPr>
          <p:cNvPr id="188" name="Google Shape;188;p5"/>
          <p:cNvPicPr preferRelativeResize="0"/>
          <p:nvPr/>
        </p:nvPicPr>
        <p:blipFill>
          <a:blip r:embed="rId4">
            <a:alphaModFix/>
          </a:blip>
          <a:stretch>
            <a:fillRect/>
          </a:stretch>
        </p:blipFill>
        <p:spPr>
          <a:xfrm>
            <a:off x="8292831" y="3936763"/>
            <a:ext cx="690319" cy="728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194" name="Google Shape;194;p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descr="Forma&#10;&#10;Descripción generada automáticamente con confianza media" id="195" name="Google Shape;195;p6"/>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196" name="Google Shape;196;p6"/>
          <p:cNvSpPr txBox="1"/>
          <p:nvPr/>
        </p:nvSpPr>
        <p:spPr>
          <a:xfrm>
            <a:off x="133250" y="273850"/>
            <a:ext cx="90108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chemeClr val="dk1"/>
                </a:solidFill>
                <a:latin typeface="Patrick Hand"/>
                <a:ea typeface="Patrick Hand"/>
                <a:cs typeface="Patrick Hand"/>
                <a:sym typeface="Patrick Hand"/>
              </a:rPr>
              <a:t>Ejercicios:</a:t>
            </a:r>
            <a:endParaRPr b="0" i="0" sz="26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rPr b="0" i="0" lang="es" sz="2300" u="none" cap="none" strike="noStrike">
                <a:solidFill>
                  <a:schemeClr val="dk1"/>
                </a:solidFill>
                <a:latin typeface="Patrick Hand"/>
                <a:ea typeface="Patrick Hand"/>
                <a:cs typeface="Patrick Hand"/>
                <a:sym typeface="Patrick Hand"/>
              </a:rPr>
              <a:t>Abre tu cuaderno  y ordena las siguientes fracciones de mayor a menor</a:t>
            </a:r>
            <a:r>
              <a:rPr b="0" i="0" lang="es" sz="2600" u="none" cap="none" strike="noStrike">
                <a:solidFill>
                  <a:schemeClr val="dk1"/>
                </a:solidFill>
                <a:latin typeface="Patrick Hand"/>
                <a:ea typeface="Patrick Hand"/>
                <a:cs typeface="Patrick Hand"/>
                <a:sym typeface="Patrick Hand"/>
              </a:rPr>
              <a:t>.</a:t>
            </a:r>
            <a:endParaRPr b="0" i="0" sz="2600" u="none" cap="none" strike="noStrike">
              <a:solidFill>
                <a:schemeClr val="dk1"/>
              </a:solidFill>
              <a:latin typeface="Patrick Hand"/>
              <a:ea typeface="Patrick Hand"/>
              <a:cs typeface="Patrick Hand"/>
              <a:sym typeface="Patrick Hand"/>
            </a:endParaRPr>
          </a:p>
        </p:txBody>
      </p:sp>
      <p:sp>
        <p:nvSpPr>
          <p:cNvPr id="197" name="Google Shape;197;p6"/>
          <p:cNvSpPr txBox="1"/>
          <p:nvPr/>
        </p:nvSpPr>
        <p:spPr>
          <a:xfrm>
            <a:off x="327575" y="1259050"/>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a:t>
            </a:r>
            <a:r>
              <a:rPr b="0" i="0" lang="es" sz="2400" u="none" cap="none" strike="noStrike">
                <a:solidFill>
                  <a:schemeClr val="dk1"/>
                </a:solidFill>
                <a:latin typeface="Patrick Hand"/>
                <a:ea typeface="Patrick Hand"/>
                <a:cs typeface="Patrick Hand"/>
                <a:sym typeface="Patrick Hand"/>
              </a:rPr>
              <a:t>4                   6                   2</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8                   8                   8</a:t>
            </a:r>
            <a:endParaRPr b="0" i="0" sz="2400" u="none" cap="none" strike="noStrike">
              <a:solidFill>
                <a:schemeClr val="dk1"/>
              </a:solidFill>
              <a:latin typeface="Patrick Hand"/>
              <a:ea typeface="Patrick Hand"/>
              <a:cs typeface="Patrick Hand"/>
              <a:sym typeface="Patrick Hand"/>
            </a:endParaRPr>
          </a:p>
        </p:txBody>
      </p:sp>
      <p:sp>
        <p:nvSpPr>
          <p:cNvPr id="198" name="Google Shape;198;p6"/>
          <p:cNvSpPr txBox="1"/>
          <p:nvPr/>
        </p:nvSpPr>
        <p:spPr>
          <a:xfrm>
            <a:off x="327575" y="2176775"/>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1                   4                   3</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5                   5                   5</a:t>
            </a:r>
            <a:endParaRPr b="0" i="0" sz="2400" u="none" cap="none" strike="noStrike">
              <a:solidFill>
                <a:schemeClr val="dk1"/>
              </a:solidFill>
              <a:latin typeface="Patrick Hand"/>
              <a:ea typeface="Patrick Hand"/>
              <a:cs typeface="Patrick Hand"/>
              <a:sym typeface="Patrick Hand"/>
            </a:endParaRPr>
          </a:p>
        </p:txBody>
      </p:sp>
      <p:sp>
        <p:nvSpPr>
          <p:cNvPr id="199" name="Google Shape;199;p6"/>
          <p:cNvSpPr txBox="1"/>
          <p:nvPr/>
        </p:nvSpPr>
        <p:spPr>
          <a:xfrm>
            <a:off x="327575" y="3100175"/>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9                   5                   8</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9                   9                   9</a:t>
            </a:r>
            <a:endParaRPr b="0" i="0" sz="2400" u="none" cap="none" strike="noStrike">
              <a:solidFill>
                <a:schemeClr val="dk1"/>
              </a:solidFill>
              <a:latin typeface="Patrick Hand"/>
              <a:ea typeface="Patrick Hand"/>
              <a:cs typeface="Patrick Hand"/>
              <a:sym typeface="Patrick Hand"/>
            </a:endParaRPr>
          </a:p>
        </p:txBody>
      </p:sp>
      <p:sp>
        <p:nvSpPr>
          <p:cNvPr id="200" name="Google Shape;200;p6"/>
          <p:cNvSpPr txBox="1"/>
          <p:nvPr/>
        </p:nvSpPr>
        <p:spPr>
          <a:xfrm>
            <a:off x="5334000" y="1259050"/>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2                  5                   3</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6                   6                   6</a:t>
            </a:r>
            <a:endParaRPr b="0" i="0" sz="2400" u="none" cap="none" strike="noStrike">
              <a:solidFill>
                <a:schemeClr val="dk1"/>
              </a:solidFill>
              <a:latin typeface="Patrick Hand"/>
              <a:ea typeface="Patrick Hand"/>
              <a:cs typeface="Patrick Hand"/>
              <a:sym typeface="Patrick Hand"/>
            </a:endParaRPr>
          </a:p>
        </p:txBody>
      </p:sp>
      <p:sp>
        <p:nvSpPr>
          <p:cNvPr id="201" name="Google Shape;201;p6"/>
          <p:cNvSpPr txBox="1"/>
          <p:nvPr/>
        </p:nvSpPr>
        <p:spPr>
          <a:xfrm>
            <a:off x="5334000" y="2176775"/>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2                   6                   3</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7                   7                  7</a:t>
            </a:r>
            <a:endParaRPr b="0" i="0" sz="2400" u="none" cap="none" strike="noStrike">
              <a:solidFill>
                <a:schemeClr val="dk1"/>
              </a:solidFill>
              <a:latin typeface="Patrick Hand"/>
              <a:ea typeface="Patrick Hand"/>
              <a:cs typeface="Patrick Hand"/>
              <a:sym typeface="Patrick Hand"/>
            </a:endParaRPr>
          </a:p>
        </p:txBody>
      </p:sp>
      <p:sp>
        <p:nvSpPr>
          <p:cNvPr id="202" name="Google Shape;202;p6"/>
          <p:cNvSpPr txBox="1"/>
          <p:nvPr/>
        </p:nvSpPr>
        <p:spPr>
          <a:xfrm>
            <a:off x="5410200" y="3100175"/>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4                   1                   3</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4                   4                   4</a:t>
            </a:r>
            <a:endParaRPr b="0" i="0" sz="2400" u="none" cap="none" strike="noStrike">
              <a:solidFill>
                <a:schemeClr val="dk1"/>
              </a:solidFill>
              <a:latin typeface="Patrick Hand"/>
              <a:ea typeface="Patrick Hand"/>
              <a:cs typeface="Patrick Hand"/>
              <a:sym typeface="Patrick Hand"/>
            </a:endParaRPr>
          </a:p>
        </p:txBody>
      </p:sp>
      <p:sp>
        <p:nvSpPr>
          <p:cNvPr id="203" name="Google Shape;203;p6"/>
          <p:cNvSpPr/>
          <p:nvPr/>
        </p:nvSpPr>
        <p:spPr>
          <a:xfrm>
            <a:off x="106600" y="1545725"/>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1</a:t>
            </a:r>
            <a:endParaRPr b="0" i="0" sz="1800" u="none" cap="none" strike="noStrike">
              <a:solidFill>
                <a:schemeClr val="lt1"/>
              </a:solidFill>
              <a:latin typeface="Patrick Hand"/>
              <a:ea typeface="Patrick Hand"/>
              <a:cs typeface="Patrick Hand"/>
              <a:sym typeface="Patrick Hand"/>
            </a:endParaRPr>
          </a:p>
        </p:txBody>
      </p:sp>
      <p:sp>
        <p:nvSpPr>
          <p:cNvPr id="204" name="Google Shape;204;p6"/>
          <p:cNvSpPr/>
          <p:nvPr/>
        </p:nvSpPr>
        <p:spPr>
          <a:xfrm>
            <a:off x="74400" y="2322950"/>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2</a:t>
            </a:r>
            <a:endParaRPr b="0" i="0" sz="1800" u="none" cap="none" strike="noStrike">
              <a:solidFill>
                <a:schemeClr val="lt1"/>
              </a:solidFill>
              <a:latin typeface="Patrick Hand"/>
              <a:ea typeface="Patrick Hand"/>
              <a:cs typeface="Patrick Hand"/>
              <a:sym typeface="Patrick Hand"/>
            </a:endParaRPr>
          </a:p>
        </p:txBody>
      </p:sp>
      <p:sp>
        <p:nvSpPr>
          <p:cNvPr id="205" name="Google Shape;205;p6"/>
          <p:cNvSpPr/>
          <p:nvPr/>
        </p:nvSpPr>
        <p:spPr>
          <a:xfrm>
            <a:off x="74400" y="3242138"/>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3</a:t>
            </a:r>
            <a:endParaRPr b="0" i="0" sz="1800" u="none" cap="none" strike="noStrike">
              <a:solidFill>
                <a:schemeClr val="lt1"/>
              </a:solidFill>
              <a:latin typeface="Patrick Hand"/>
              <a:ea typeface="Patrick Hand"/>
              <a:cs typeface="Patrick Hand"/>
              <a:sym typeface="Patrick Hand"/>
            </a:endParaRPr>
          </a:p>
        </p:txBody>
      </p:sp>
      <p:sp>
        <p:nvSpPr>
          <p:cNvPr id="206" name="Google Shape;206;p6"/>
          <p:cNvSpPr/>
          <p:nvPr/>
        </p:nvSpPr>
        <p:spPr>
          <a:xfrm>
            <a:off x="4917250" y="1462413"/>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4</a:t>
            </a:r>
            <a:endParaRPr b="0" i="0" sz="1800" u="none" cap="none" strike="noStrike">
              <a:solidFill>
                <a:schemeClr val="lt1"/>
              </a:solidFill>
              <a:latin typeface="Patrick Hand"/>
              <a:ea typeface="Patrick Hand"/>
              <a:cs typeface="Patrick Hand"/>
              <a:sym typeface="Patrick Hand"/>
            </a:endParaRPr>
          </a:p>
        </p:txBody>
      </p:sp>
      <p:sp>
        <p:nvSpPr>
          <p:cNvPr id="207" name="Google Shape;207;p6"/>
          <p:cNvSpPr/>
          <p:nvPr/>
        </p:nvSpPr>
        <p:spPr>
          <a:xfrm>
            <a:off x="4917250" y="2322938"/>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5</a:t>
            </a:r>
            <a:endParaRPr b="0" i="0" sz="1800" u="none" cap="none" strike="noStrike">
              <a:solidFill>
                <a:schemeClr val="lt1"/>
              </a:solidFill>
              <a:latin typeface="Patrick Hand"/>
              <a:ea typeface="Patrick Hand"/>
              <a:cs typeface="Patrick Hand"/>
              <a:sym typeface="Patrick Hand"/>
            </a:endParaRPr>
          </a:p>
        </p:txBody>
      </p:sp>
      <p:sp>
        <p:nvSpPr>
          <p:cNvPr id="208" name="Google Shape;208;p6"/>
          <p:cNvSpPr/>
          <p:nvPr/>
        </p:nvSpPr>
        <p:spPr>
          <a:xfrm>
            <a:off x="4917250" y="3183463"/>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6</a:t>
            </a:r>
            <a:endParaRPr b="0" i="0" sz="1800" u="none" cap="none" strike="noStrike">
              <a:solidFill>
                <a:schemeClr val="lt1"/>
              </a:solidFill>
              <a:latin typeface="Patrick Hand"/>
              <a:ea typeface="Patrick Hand"/>
              <a:cs typeface="Patrick Hand"/>
              <a:sym typeface="Patrick Hand"/>
            </a:endParaRPr>
          </a:p>
        </p:txBody>
      </p:sp>
      <p:sp>
        <p:nvSpPr>
          <p:cNvPr id="209" name="Google Shape;209;p6"/>
          <p:cNvSpPr txBox="1"/>
          <p:nvPr/>
        </p:nvSpPr>
        <p:spPr>
          <a:xfrm>
            <a:off x="327575" y="1259063"/>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6                   4                    2</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8                   8                    8</a:t>
            </a:r>
            <a:endParaRPr b="0" i="0" sz="2400" u="none" cap="none" strike="noStrike">
              <a:solidFill>
                <a:schemeClr val="dk1"/>
              </a:solidFill>
              <a:latin typeface="Patrick Hand"/>
              <a:ea typeface="Patrick Hand"/>
              <a:cs typeface="Patrick Hand"/>
              <a:sym typeface="Patrick Hand"/>
            </a:endParaRPr>
          </a:p>
        </p:txBody>
      </p:sp>
      <p:cxnSp>
        <p:nvCxnSpPr>
          <p:cNvPr id="210" name="Google Shape;210;p6"/>
          <p:cNvCxnSpPr>
            <a:endCxn id="203" idx="6"/>
          </p:cNvCxnSpPr>
          <p:nvPr/>
        </p:nvCxnSpPr>
        <p:spPr>
          <a:xfrm flipH="1">
            <a:off x="413200" y="1705475"/>
            <a:ext cx="466200" cy="9600"/>
          </a:xfrm>
          <a:prstGeom prst="straightConnector1">
            <a:avLst/>
          </a:prstGeom>
          <a:noFill/>
          <a:ln cap="flat" cmpd="sng" w="9525">
            <a:solidFill>
              <a:schemeClr val="dk2"/>
            </a:solidFill>
            <a:prstDash val="solid"/>
            <a:round/>
            <a:headEnd len="sm" w="sm" type="none"/>
            <a:tailEnd len="sm" w="sm" type="none"/>
          </a:ln>
        </p:spPr>
      </p:cxnSp>
      <p:cxnSp>
        <p:nvCxnSpPr>
          <p:cNvPr id="211" name="Google Shape;211;p6"/>
          <p:cNvCxnSpPr/>
          <p:nvPr/>
        </p:nvCxnSpPr>
        <p:spPr>
          <a:xfrm flipH="1">
            <a:off x="1764875" y="17131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12" name="Google Shape;212;p6"/>
          <p:cNvCxnSpPr/>
          <p:nvPr/>
        </p:nvCxnSpPr>
        <p:spPr>
          <a:xfrm flipH="1">
            <a:off x="3249775" y="1717613"/>
            <a:ext cx="466200" cy="9600"/>
          </a:xfrm>
          <a:prstGeom prst="straightConnector1">
            <a:avLst/>
          </a:prstGeom>
          <a:noFill/>
          <a:ln cap="flat" cmpd="sng" w="9525">
            <a:solidFill>
              <a:schemeClr val="dk2"/>
            </a:solidFill>
            <a:prstDash val="solid"/>
            <a:round/>
            <a:headEnd len="sm" w="sm" type="none"/>
            <a:tailEnd len="sm" w="sm" type="none"/>
          </a:ln>
        </p:spPr>
      </p:cxnSp>
      <p:sp>
        <p:nvSpPr>
          <p:cNvPr id="213" name="Google Shape;213;p6"/>
          <p:cNvSpPr txBox="1"/>
          <p:nvPr/>
        </p:nvSpPr>
        <p:spPr>
          <a:xfrm>
            <a:off x="327575" y="2176775"/>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4                  3                   1</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5                   5                   5</a:t>
            </a:r>
            <a:endParaRPr b="0" i="0" sz="2400" u="none" cap="none" strike="noStrike">
              <a:solidFill>
                <a:schemeClr val="dk1"/>
              </a:solidFill>
              <a:latin typeface="Patrick Hand"/>
              <a:ea typeface="Patrick Hand"/>
              <a:cs typeface="Patrick Hand"/>
              <a:sym typeface="Patrick Hand"/>
            </a:endParaRPr>
          </a:p>
        </p:txBody>
      </p:sp>
      <p:cxnSp>
        <p:nvCxnSpPr>
          <p:cNvPr id="214" name="Google Shape;214;p6"/>
          <p:cNvCxnSpPr/>
          <p:nvPr/>
        </p:nvCxnSpPr>
        <p:spPr>
          <a:xfrm flipH="1">
            <a:off x="413200" y="26365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15" name="Google Shape;215;p6"/>
          <p:cNvCxnSpPr/>
          <p:nvPr/>
        </p:nvCxnSpPr>
        <p:spPr>
          <a:xfrm flipH="1">
            <a:off x="1764875" y="26365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16" name="Google Shape;216;p6"/>
          <p:cNvCxnSpPr/>
          <p:nvPr/>
        </p:nvCxnSpPr>
        <p:spPr>
          <a:xfrm flipH="1">
            <a:off x="3249775" y="2636513"/>
            <a:ext cx="466200" cy="9600"/>
          </a:xfrm>
          <a:prstGeom prst="straightConnector1">
            <a:avLst/>
          </a:prstGeom>
          <a:noFill/>
          <a:ln cap="flat" cmpd="sng" w="9525">
            <a:solidFill>
              <a:schemeClr val="dk2"/>
            </a:solidFill>
            <a:prstDash val="solid"/>
            <a:round/>
            <a:headEnd len="sm" w="sm" type="none"/>
            <a:tailEnd len="sm" w="sm" type="none"/>
          </a:ln>
        </p:spPr>
      </p:cxnSp>
      <p:sp>
        <p:nvSpPr>
          <p:cNvPr id="217" name="Google Shape;217;p6"/>
          <p:cNvSpPr txBox="1"/>
          <p:nvPr/>
        </p:nvSpPr>
        <p:spPr>
          <a:xfrm>
            <a:off x="351413" y="3100175"/>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9                   8                   5</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9                   9                   9</a:t>
            </a:r>
            <a:endParaRPr b="0" i="0" sz="2400" u="none" cap="none" strike="noStrike">
              <a:solidFill>
                <a:schemeClr val="dk1"/>
              </a:solidFill>
              <a:latin typeface="Patrick Hand"/>
              <a:ea typeface="Patrick Hand"/>
              <a:cs typeface="Patrick Hand"/>
              <a:sym typeface="Patrick Hand"/>
            </a:endParaRPr>
          </a:p>
        </p:txBody>
      </p:sp>
      <p:cxnSp>
        <p:nvCxnSpPr>
          <p:cNvPr id="218" name="Google Shape;218;p6"/>
          <p:cNvCxnSpPr/>
          <p:nvPr/>
        </p:nvCxnSpPr>
        <p:spPr>
          <a:xfrm flipH="1">
            <a:off x="3249775" y="3549725"/>
            <a:ext cx="466200" cy="9600"/>
          </a:xfrm>
          <a:prstGeom prst="straightConnector1">
            <a:avLst/>
          </a:prstGeom>
          <a:noFill/>
          <a:ln cap="flat" cmpd="sng" w="9525">
            <a:solidFill>
              <a:schemeClr val="dk2"/>
            </a:solidFill>
            <a:prstDash val="solid"/>
            <a:round/>
            <a:headEnd len="sm" w="sm" type="none"/>
            <a:tailEnd len="sm" w="sm" type="none"/>
          </a:ln>
        </p:spPr>
      </p:cxnSp>
      <p:cxnSp>
        <p:nvCxnSpPr>
          <p:cNvPr id="219" name="Google Shape;219;p6"/>
          <p:cNvCxnSpPr/>
          <p:nvPr/>
        </p:nvCxnSpPr>
        <p:spPr>
          <a:xfrm flipH="1">
            <a:off x="1764875" y="3554225"/>
            <a:ext cx="466200" cy="9600"/>
          </a:xfrm>
          <a:prstGeom prst="straightConnector1">
            <a:avLst/>
          </a:prstGeom>
          <a:noFill/>
          <a:ln cap="flat" cmpd="sng" w="9525">
            <a:solidFill>
              <a:schemeClr val="dk2"/>
            </a:solidFill>
            <a:prstDash val="solid"/>
            <a:round/>
            <a:headEnd len="sm" w="sm" type="none"/>
            <a:tailEnd len="sm" w="sm" type="none"/>
          </a:ln>
        </p:spPr>
      </p:cxnSp>
      <p:cxnSp>
        <p:nvCxnSpPr>
          <p:cNvPr id="220" name="Google Shape;220;p6"/>
          <p:cNvCxnSpPr/>
          <p:nvPr/>
        </p:nvCxnSpPr>
        <p:spPr>
          <a:xfrm flipH="1">
            <a:off x="413200" y="3549750"/>
            <a:ext cx="466200" cy="9600"/>
          </a:xfrm>
          <a:prstGeom prst="straightConnector1">
            <a:avLst/>
          </a:prstGeom>
          <a:noFill/>
          <a:ln cap="flat" cmpd="sng" w="9525">
            <a:solidFill>
              <a:schemeClr val="dk2"/>
            </a:solidFill>
            <a:prstDash val="solid"/>
            <a:round/>
            <a:headEnd len="sm" w="sm" type="none"/>
            <a:tailEnd len="sm" w="sm" type="none"/>
          </a:ln>
        </p:spPr>
      </p:cxnSp>
      <p:sp>
        <p:nvSpPr>
          <p:cNvPr id="221" name="Google Shape;221;p6"/>
          <p:cNvSpPr txBox="1"/>
          <p:nvPr/>
        </p:nvSpPr>
        <p:spPr>
          <a:xfrm>
            <a:off x="5334000" y="1259025"/>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5                  3                   2</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6                   6                   6</a:t>
            </a:r>
            <a:endParaRPr b="0" i="0" sz="2400" u="none" cap="none" strike="noStrike">
              <a:solidFill>
                <a:schemeClr val="dk1"/>
              </a:solidFill>
              <a:latin typeface="Patrick Hand"/>
              <a:ea typeface="Patrick Hand"/>
              <a:cs typeface="Patrick Hand"/>
              <a:sym typeface="Patrick Hand"/>
            </a:endParaRPr>
          </a:p>
        </p:txBody>
      </p:sp>
      <p:cxnSp>
        <p:nvCxnSpPr>
          <p:cNvPr id="222" name="Google Shape;222;p6"/>
          <p:cNvCxnSpPr/>
          <p:nvPr/>
        </p:nvCxnSpPr>
        <p:spPr>
          <a:xfrm flipH="1">
            <a:off x="5300050" y="17131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23" name="Google Shape;223;p6"/>
          <p:cNvCxnSpPr/>
          <p:nvPr/>
        </p:nvCxnSpPr>
        <p:spPr>
          <a:xfrm flipH="1">
            <a:off x="6692600" y="17131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24" name="Google Shape;224;p6"/>
          <p:cNvCxnSpPr/>
          <p:nvPr/>
        </p:nvCxnSpPr>
        <p:spPr>
          <a:xfrm flipH="1">
            <a:off x="8170000" y="1717600"/>
            <a:ext cx="466200" cy="9600"/>
          </a:xfrm>
          <a:prstGeom prst="straightConnector1">
            <a:avLst/>
          </a:prstGeom>
          <a:noFill/>
          <a:ln cap="flat" cmpd="sng" w="9525">
            <a:solidFill>
              <a:schemeClr val="dk2"/>
            </a:solidFill>
            <a:prstDash val="solid"/>
            <a:round/>
            <a:headEnd len="sm" w="sm" type="none"/>
            <a:tailEnd len="sm" w="sm" type="none"/>
          </a:ln>
        </p:spPr>
      </p:cxnSp>
      <p:sp>
        <p:nvSpPr>
          <p:cNvPr id="225" name="Google Shape;225;p6"/>
          <p:cNvSpPr txBox="1"/>
          <p:nvPr/>
        </p:nvSpPr>
        <p:spPr>
          <a:xfrm>
            <a:off x="5334000" y="2183875"/>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6                   3                   2</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7                   7                  7</a:t>
            </a:r>
            <a:endParaRPr b="0" i="0" sz="2400" u="none" cap="none" strike="noStrike">
              <a:solidFill>
                <a:schemeClr val="dk1"/>
              </a:solidFill>
              <a:latin typeface="Patrick Hand"/>
              <a:ea typeface="Patrick Hand"/>
              <a:cs typeface="Patrick Hand"/>
              <a:sym typeface="Patrick Hand"/>
            </a:endParaRPr>
          </a:p>
        </p:txBody>
      </p:sp>
      <p:cxnSp>
        <p:nvCxnSpPr>
          <p:cNvPr id="226" name="Google Shape;226;p6"/>
          <p:cNvCxnSpPr/>
          <p:nvPr/>
        </p:nvCxnSpPr>
        <p:spPr>
          <a:xfrm flipH="1">
            <a:off x="5300050" y="26365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27" name="Google Shape;227;p6"/>
          <p:cNvCxnSpPr/>
          <p:nvPr/>
        </p:nvCxnSpPr>
        <p:spPr>
          <a:xfrm flipH="1">
            <a:off x="6692600" y="26365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28" name="Google Shape;228;p6"/>
          <p:cNvCxnSpPr/>
          <p:nvPr/>
        </p:nvCxnSpPr>
        <p:spPr>
          <a:xfrm flipH="1">
            <a:off x="8170000" y="2636500"/>
            <a:ext cx="466200" cy="9600"/>
          </a:xfrm>
          <a:prstGeom prst="straightConnector1">
            <a:avLst/>
          </a:prstGeom>
          <a:noFill/>
          <a:ln cap="flat" cmpd="sng" w="9525">
            <a:solidFill>
              <a:schemeClr val="dk2"/>
            </a:solidFill>
            <a:prstDash val="solid"/>
            <a:round/>
            <a:headEnd len="sm" w="sm" type="none"/>
            <a:tailEnd len="sm" w="sm" type="none"/>
          </a:ln>
        </p:spPr>
      </p:cxnSp>
      <p:sp>
        <p:nvSpPr>
          <p:cNvPr id="229" name="Google Shape;229;p6"/>
          <p:cNvSpPr txBox="1"/>
          <p:nvPr/>
        </p:nvSpPr>
        <p:spPr>
          <a:xfrm>
            <a:off x="5334000" y="3108700"/>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4                   3                   1</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4                   4                   4</a:t>
            </a:r>
            <a:endParaRPr b="0" i="0" sz="2400" u="none" cap="none" strike="noStrike">
              <a:solidFill>
                <a:schemeClr val="dk1"/>
              </a:solidFill>
              <a:latin typeface="Patrick Hand"/>
              <a:ea typeface="Patrick Hand"/>
              <a:cs typeface="Patrick Hand"/>
              <a:sym typeface="Patrick Hand"/>
            </a:endParaRPr>
          </a:p>
        </p:txBody>
      </p:sp>
      <p:cxnSp>
        <p:nvCxnSpPr>
          <p:cNvPr id="230" name="Google Shape;230;p6"/>
          <p:cNvCxnSpPr/>
          <p:nvPr/>
        </p:nvCxnSpPr>
        <p:spPr>
          <a:xfrm flipH="1">
            <a:off x="5300050" y="3554225"/>
            <a:ext cx="466200" cy="9600"/>
          </a:xfrm>
          <a:prstGeom prst="straightConnector1">
            <a:avLst/>
          </a:prstGeom>
          <a:noFill/>
          <a:ln cap="flat" cmpd="sng" w="9525">
            <a:solidFill>
              <a:schemeClr val="dk2"/>
            </a:solidFill>
            <a:prstDash val="solid"/>
            <a:round/>
            <a:headEnd len="sm" w="sm" type="none"/>
            <a:tailEnd len="sm" w="sm" type="none"/>
          </a:ln>
        </p:spPr>
      </p:cxnSp>
      <p:cxnSp>
        <p:nvCxnSpPr>
          <p:cNvPr id="231" name="Google Shape;231;p6"/>
          <p:cNvCxnSpPr/>
          <p:nvPr/>
        </p:nvCxnSpPr>
        <p:spPr>
          <a:xfrm flipH="1">
            <a:off x="6831675" y="35542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32" name="Google Shape;232;p6"/>
          <p:cNvCxnSpPr/>
          <p:nvPr/>
        </p:nvCxnSpPr>
        <p:spPr>
          <a:xfrm flipH="1">
            <a:off x="8301575" y="3549738"/>
            <a:ext cx="466200" cy="9600"/>
          </a:xfrm>
          <a:prstGeom prst="straightConnector1">
            <a:avLst/>
          </a:prstGeom>
          <a:noFill/>
          <a:ln cap="flat" cmpd="sng" w="9525">
            <a:solidFill>
              <a:schemeClr val="dk2"/>
            </a:solidFill>
            <a:prstDash val="solid"/>
            <a:round/>
            <a:headEnd len="sm" w="sm" type="none"/>
            <a:tailEnd len="sm" w="sm" type="none"/>
          </a:ln>
        </p:spPr>
      </p:cxnSp>
      <p:pic>
        <p:nvPicPr>
          <p:cNvPr id="233" name="Google Shape;233;p6"/>
          <p:cNvPicPr preferRelativeResize="0"/>
          <p:nvPr/>
        </p:nvPicPr>
        <p:blipFill>
          <a:blip r:embed="rId4">
            <a:alphaModFix/>
          </a:blip>
          <a:stretch>
            <a:fillRect/>
          </a:stretch>
        </p:blipFill>
        <p:spPr>
          <a:xfrm>
            <a:off x="8301581" y="406875"/>
            <a:ext cx="690319" cy="728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pic>
        <p:nvPicPr>
          <p:cNvPr descr="Forma&#10;&#10;Descripción generada automáticamente con confianza media" id="239" name="Google Shape;239;p7"/>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240" name="Google Shape;240;p7"/>
          <p:cNvSpPr txBox="1"/>
          <p:nvPr/>
        </p:nvSpPr>
        <p:spPr>
          <a:xfrm>
            <a:off x="146575" y="184475"/>
            <a:ext cx="73023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 sz="2600" u="none" cap="none" strike="noStrike">
                <a:solidFill>
                  <a:schemeClr val="dk1"/>
                </a:solidFill>
                <a:latin typeface="Patrick Hand"/>
                <a:ea typeface="Patrick Hand"/>
                <a:cs typeface="Patrick Hand"/>
                <a:sym typeface="Patrick Hand"/>
              </a:rPr>
              <a:t>2. Comparar fracciones con igual numerador</a:t>
            </a:r>
            <a:endParaRPr b="1" i="0" sz="1700" u="none" cap="none" strike="noStrike">
              <a:solidFill>
                <a:srgbClr val="000000"/>
              </a:solidFill>
              <a:latin typeface="Arial"/>
              <a:ea typeface="Arial"/>
              <a:cs typeface="Arial"/>
              <a:sym typeface="Arial"/>
            </a:endParaRPr>
          </a:p>
        </p:txBody>
      </p:sp>
      <p:sp>
        <p:nvSpPr>
          <p:cNvPr id="241" name="Google Shape;241;p7"/>
          <p:cNvSpPr txBox="1"/>
          <p:nvPr/>
        </p:nvSpPr>
        <p:spPr>
          <a:xfrm>
            <a:off x="146575" y="616600"/>
            <a:ext cx="8997600" cy="4340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Para comparar fracciones con igual numerador, solo debemos comparar los denominadores. </a:t>
            </a:r>
            <a:r>
              <a:rPr b="1" i="1" lang="es" sz="2400" u="none" cap="none" strike="noStrike">
                <a:solidFill>
                  <a:schemeClr val="dk1"/>
                </a:solidFill>
                <a:latin typeface="Patrick Hand"/>
                <a:ea typeface="Patrick Hand"/>
                <a:cs typeface="Patrick Hand"/>
                <a:sym typeface="Patrick Hand"/>
              </a:rPr>
              <a:t>Mientras menor es el denominador, mayor es la fracción.</a:t>
            </a:r>
            <a:endParaRPr b="1" i="1"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Ejemplo:                1                  1                   1</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4                   6                   2</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Las tres fracciones tienen de numerador el n°1, por lo tanto la mayor es la que tiene el denominador más pequeño.</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1               1             1</a:t>
            </a:r>
            <a:endParaRPr b="0" i="0" sz="2400" u="none" cap="none" strike="noStrike">
              <a:solidFill>
                <a:schemeClr val="dk1"/>
              </a:solidFill>
              <a:latin typeface="Patrick Hand"/>
              <a:ea typeface="Patrick Hand"/>
              <a:cs typeface="Patrick Hand"/>
              <a:sym typeface="Patrick Hand"/>
            </a:endParaRPr>
          </a:p>
          <a:p>
            <a:pPr indent="457200" lvl="0" marL="228600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2               4             6</a:t>
            </a:r>
            <a:endParaRPr b="0" i="0" sz="2400" u="none" cap="none" strike="noStrike">
              <a:solidFill>
                <a:schemeClr val="dk1"/>
              </a:solidFill>
              <a:latin typeface="Patrick Hand"/>
              <a:ea typeface="Patrick Hand"/>
              <a:cs typeface="Patrick Hand"/>
              <a:sym typeface="Patrick Hand"/>
            </a:endParaRPr>
          </a:p>
        </p:txBody>
      </p:sp>
      <p:cxnSp>
        <p:nvCxnSpPr>
          <p:cNvPr id="242" name="Google Shape;242;p7"/>
          <p:cNvCxnSpPr/>
          <p:nvPr/>
        </p:nvCxnSpPr>
        <p:spPr>
          <a:xfrm>
            <a:off x="2198650" y="1793075"/>
            <a:ext cx="466500" cy="0"/>
          </a:xfrm>
          <a:prstGeom prst="straightConnector1">
            <a:avLst/>
          </a:prstGeom>
          <a:noFill/>
          <a:ln cap="flat" cmpd="sng" w="9525">
            <a:solidFill>
              <a:schemeClr val="dk2"/>
            </a:solidFill>
            <a:prstDash val="solid"/>
            <a:round/>
            <a:headEnd len="sm" w="sm" type="none"/>
            <a:tailEnd len="sm" w="sm" type="none"/>
          </a:ln>
        </p:spPr>
      </p:cxnSp>
      <p:cxnSp>
        <p:nvCxnSpPr>
          <p:cNvPr id="243" name="Google Shape;243;p7"/>
          <p:cNvCxnSpPr/>
          <p:nvPr/>
        </p:nvCxnSpPr>
        <p:spPr>
          <a:xfrm>
            <a:off x="4241150" y="4370650"/>
            <a:ext cx="466500" cy="0"/>
          </a:xfrm>
          <a:prstGeom prst="straightConnector1">
            <a:avLst/>
          </a:prstGeom>
          <a:noFill/>
          <a:ln cap="flat" cmpd="sng" w="9525">
            <a:solidFill>
              <a:schemeClr val="dk2"/>
            </a:solidFill>
            <a:prstDash val="solid"/>
            <a:round/>
            <a:headEnd len="sm" w="sm" type="none"/>
            <a:tailEnd len="sm" w="sm" type="none"/>
          </a:ln>
        </p:spPr>
      </p:cxnSp>
      <p:cxnSp>
        <p:nvCxnSpPr>
          <p:cNvPr id="244" name="Google Shape;244;p7"/>
          <p:cNvCxnSpPr/>
          <p:nvPr/>
        </p:nvCxnSpPr>
        <p:spPr>
          <a:xfrm>
            <a:off x="5053225" y="1770588"/>
            <a:ext cx="466500" cy="0"/>
          </a:xfrm>
          <a:prstGeom prst="straightConnector1">
            <a:avLst/>
          </a:prstGeom>
          <a:noFill/>
          <a:ln cap="flat" cmpd="sng" w="9525">
            <a:solidFill>
              <a:schemeClr val="dk2"/>
            </a:solidFill>
            <a:prstDash val="solid"/>
            <a:round/>
            <a:headEnd len="sm" w="sm" type="none"/>
            <a:tailEnd len="sm" w="sm" type="none"/>
          </a:ln>
        </p:spPr>
      </p:cxnSp>
      <p:cxnSp>
        <p:nvCxnSpPr>
          <p:cNvPr id="245" name="Google Shape;245;p7"/>
          <p:cNvCxnSpPr/>
          <p:nvPr/>
        </p:nvCxnSpPr>
        <p:spPr>
          <a:xfrm>
            <a:off x="3110575" y="4363088"/>
            <a:ext cx="466500" cy="0"/>
          </a:xfrm>
          <a:prstGeom prst="straightConnector1">
            <a:avLst/>
          </a:prstGeom>
          <a:noFill/>
          <a:ln cap="flat" cmpd="sng" w="9525">
            <a:solidFill>
              <a:schemeClr val="dk2"/>
            </a:solidFill>
            <a:prstDash val="solid"/>
            <a:round/>
            <a:headEnd len="sm" w="sm" type="none"/>
            <a:tailEnd len="sm" w="sm" type="none"/>
          </a:ln>
        </p:spPr>
      </p:cxnSp>
      <p:cxnSp>
        <p:nvCxnSpPr>
          <p:cNvPr id="246" name="Google Shape;246;p7"/>
          <p:cNvCxnSpPr/>
          <p:nvPr/>
        </p:nvCxnSpPr>
        <p:spPr>
          <a:xfrm>
            <a:off x="3577750" y="1819725"/>
            <a:ext cx="466500" cy="0"/>
          </a:xfrm>
          <a:prstGeom prst="straightConnector1">
            <a:avLst/>
          </a:prstGeom>
          <a:noFill/>
          <a:ln cap="flat" cmpd="sng" w="9525">
            <a:solidFill>
              <a:schemeClr val="dk2"/>
            </a:solidFill>
            <a:prstDash val="solid"/>
            <a:round/>
            <a:headEnd len="sm" w="sm" type="none"/>
            <a:tailEnd len="sm" w="sm" type="none"/>
          </a:ln>
        </p:spPr>
      </p:cxnSp>
      <p:cxnSp>
        <p:nvCxnSpPr>
          <p:cNvPr id="247" name="Google Shape;247;p7"/>
          <p:cNvCxnSpPr/>
          <p:nvPr/>
        </p:nvCxnSpPr>
        <p:spPr>
          <a:xfrm>
            <a:off x="5351575" y="4370650"/>
            <a:ext cx="466500" cy="0"/>
          </a:xfrm>
          <a:prstGeom prst="straightConnector1">
            <a:avLst/>
          </a:prstGeom>
          <a:noFill/>
          <a:ln cap="flat" cmpd="sng" w="9525">
            <a:solidFill>
              <a:schemeClr val="dk2"/>
            </a:solidFill>
            <a:prstDash val="solid"/>
            <a:round/>
            <a:headEnd len="sm" w="sm" type="none"/>
            <a:tailEnd len="sm" w="sm" type="none"/>
          </a:ln>
        </p:spPr>
      </p:cxnSp>
      <p:sp>
        <p:nvSpPr>
          <p:cNvPr id="248" name="Google Shape;248;p7"/>
          <p:cNvSpPr/>
          <p:nvPr/>
        </p:nvSpPr>
        <p:spPr>
          <a:xfrm>
            <a:off x="2112750" y="1459750"/>
            <a:ext cx="3732600" cy="6999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7"/>
          <p:cNvSpPr/>
          <p:nvPr/>
        </p:nvSpPr>
        <p:spPr>
          <a:xfrm>
            <a:off x="2973025" y="4018225"/>
            <a:ext cx="3344700" cy="7788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7"/>
          <p:cNvSpPr txBox="1"/>
          <p:nvPr/>
        </p:nvSpPr>
        <p:spPr>
          <a:xfrm>
            <a:off x="3653275" y="4082400"/>
            <a:ext cx="32664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009287"/>
                </a:solidFill>
                <a:latin typeface="Patrick Hand"/>
                <a:ea typeface="Patrick Hand"/>
                <a:cs typeface="Patrick Hand"/>
                <a:sym typeface="Patrick Hand"/>
              </a:rPr>
              <a:t>&gt;                 &gt;</a:t>
            </a:r>
            <a:endParaRPr b="0" i="0" sz="1600" u="none" cap="none" strike="noStrike">
              <a:solidFill>
                <a:srgbClr val="009287"/>
              </a:solidFill>
              <a:latin typeface="Patrick Hand"/>
              <a:ea typeface="Patrick Hand"/>
              <a:cs typeface="Patrick Hand"/>
              <a:sym typeface="Patrick Hand"/>
            </a:endParaRPr>
          </a:p>
        </p:txBody>
      </p:sp>
      <p:sp>
        <p:nvSpPr>
          <p:cNvPr id="251" name="Google Shape;251;p7"/>
          <p:cNvSpPr/>
          <p:nvPr/>
        </p:nvSpPr>
        <p:spPr>
          <a:xfrm>
            <a:off x="1924675" y="2421325"/>
            <a:ext cx="1185900" cy="994200"/>
          </a:xfrm>
          <a:prstGeom prst="ellipse">
            <a:avLst/>
          </a:prstGeom>
          <a:solidFill>
            <a:srgbClr val="6DDED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7"/>
          <p:cNvSpPr/>
          <p:nvPr/>
        </p:nvSpPr>
        <p:spPr>
          <a:xfrm>
            <a:off x="3386100" y="2365775"/>
            <a:ext cx="1185900" cy="994200"/>
          </a:xfrm>
          <a:prstGeom prst="ellipse">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3" name="Google Shape;253;p7"/>
          <p:cNvCxnSpPr>
            <a:stCxn id="251" idx="0"/>
            <a:endCxn id="251" idx="4"/>
          </p:cNvCxnSpPr>
          <p:nvPr/>
        </p:nvCxnSpPr>
        <p:spPr>
          <a:xfrm>
            <a:off x="2517625" y="2421325"/>
            <a:ext cx="0" cy="994200"/>
          </a:xfrm>
          <a:prstGeom prst="straightConnector1">
            <a:avLst/>
          </a:prstGeom>
          <a:noFill/>
          <a:ln cap="flat" cmpd="sng" w="9525">
            <a:solidFill>
              <a:schemeClr val="dk2"/>
            </a:solidFill>
            <a:prstDash val="solid"/>
            <a:round/>
            <a:headEnd len="sm" w="sm" type="none"/>
            <a:tailEnd len="sm" w="sm" type="none"/>
          </a:ln>
        </p:spPr>
      </p:cxnSp>
      <p:cxnSp>
        <p:nvCxnSpPr>
          <p:cNvPr id="254" name="Google Shape;254;p7"/>
          <p:cNvCxnSpPr>
            <a:stCxn id="251" idx="2"/>
          </p:cNvCxnSpPr>
          <p:nvPr/>
        </p:nvCxnSpPr>
        <p:spPr>
          <a:xfrm>
            <a:off x="1924675" y="2918425"/>
            <a:ext cx="1185900" cy="0"/>
          </a:xfrm>
          <a:prstGeom prst="straightConnector1">
            <a:avLst/>
          </a:prstGeom>
          <a:noFill/>
          <a:ln cap="flat" cmpd="sng" w="9525">
            <a:solidFill>
              <a:schemeClr val="dk2"/>
            </a:solidFill>
            <a:prstDash val="solid"/>
            <a:round/>
            <a:headEnd len="sm" w="sm" type="none"/>
            <a:tailEnd len="sm" w="sm" type="none"/>
          </a:ln>
        </p:spPr>
      </p:cxnSp>
      <p:sp>
        <p:nvSpPr>
          <p:cNvPr id="255" name="Google Shape;255;p7"/>
          <p:cNvSpPr/>
          <p:nvPr/>
        </p:nvSpPr>
        <p:spPr>
          <a:xfrm>
            <a:off x="1899175" y="2421325"/>
            <a:ext cx="1211400" cy="1012800"/>
          </a:xfrm>
          <a:prstGeom prst="pie">
            <a:avLst>
              <a:gd fmla="val 0" name="adj1"/>
              <a:gd fmla="val 1620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6" name="Google Shape;256;p7"/>
          <p:cNvCxnSpPr>
            <a:stCxn id="255" idx="2"/>
            <a:endCxn id="255" idx="0"/>
          </p:cNvCxnSpPr>
          <p:nvPr/>
        </p:nvCxnSpPr>
        <p:spPr>
          <a:xfrm>
            <a:off x="1899175" y="2927725"/>
            <a:ext cx="1211400" cy="0"/>
          </a:xfrm>
          <a:prstGeom prst="straightConnector1">
            <a:avLst/>
          </a:prstGeom>
          <a:noFill/>
          <a:ln cap="flat" cmpd="sng" w="9525">
            <a:solidFill>
              <a:schemeClr val="dk2"/>
            </a:solidFill>
            <a:prstDash val="solid"/>
            <a:round/>
            <a:headEnd len="sm" w="sm" type="none"/>
            <a:tailEnd len="sm" w="sm" type="none"/>
          </a:ln>
        </p:spPr>
      </p:cxnSp>
      <p:cxnSp>
        <p:nvCxnSpPr>
          <p:cNvPr id="257" name="Google Shape;257;p7"/>
          <p:cNvCxnSpPr>
            <a:stCxn id="255" idx="1"/>
            <a:endCxn id="255" idx="3"/>
          </p:cNvCxnSpPr>
          <p:nvPr/>
        </p:nvCxnSpPr>
        <p:spPr>
          <a:xfrm rot="10800000">
            <a:off x="2504875" y="2421325"/>
            <a:ext cx="0" cy="1012800"/>
          </a:xfrm>
          <a:prstGeom prst="straightConnector1">
            <a:avLst/>
          </a:prstGeom>
          <a:noFill/>
          <a:ln cap="flat" cmpd="sng" w="9525">
            <a:solidFill>
              <a:schemeClr val="dk2"/>
            </a:solidFill>
            <a:prstDash val="solid"/>
            <a:round/>
            <a:headEnd len="sm" w="sm" type="none"/>
            <a:tailEnd len="sm" w="sm" type="none"/>
          </a:ln>
        </p:spPr>
      </p:cxnSp>
      <p:sp>
        <p:nvSpPr>
          <p:cNvPr id="258" name="Google Shape;258;p7"/>
          <p:cNvSpPr/>
          <p:nvPr/>
        </p:nvSpPr>
        <p:spPr>
          <a:xfrm>
            <a:off x="3386100" y="2365775"/>
            <a:ext cx="1185900" cy="1023000"/>
          </a:xfrm>
          <a:prstGeom prst="pie">
            <a:avLst>
              <a:gd fmla="val 0" name="adj1"/>
              <a:gd fmla="val 1793453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9" name="Google Shape;259;p7"/>
          <p:cNvCxnSpPr>
            <a:stCxn id="258" idx="2"/>
            <a:endCxn id="258" idx="0"/>
          </p:cNvCxnSpPr>
          <p:nvPr/>
        </p:nvCxnSpPr>
        <p:spPr>
          <a:xfrm>
            <a:off x="3386100" y="2877275"/>
            <a:ext cx="1185900" cy="0"/>
          </a:xfrm>
          <a:prstGeom prst="straightConnector1">
            <a:avLst/>
          </a:prstGeom>
          <a:noFill/>
          <a:ln cap="flat" cmpd="sng" w="9525">
            <a:solidFill>
              <a:schemeClr val="dk2"/>
            </a:solidFill>
            <a:prstDash val="solid"/>
            <a:round/>
            <a:headEnd len="sm" w="sm" type="none"/>
            <a:tailEnd len="sm" w="sm" type="none"/>
          </a:ln>
        </p:spPr>
      </p:cxnSp>
      <p:cxnSp>
        <p:nvCxnSpPr>
          <p:cNvPr id="260" name="Google Shape;260;p7"/>
          <p:cNvCxnSpPr/>
          <p:nvPr/>
        </p:nvCxnSpPr>
        <p:spPr>
          <a:xfrm rot="10800000">
            <a:off x="3651100" y="2474650"/>
            <a:ext cx="319800" cy="439800"/>
          </a:xfrm>
          <a:prstGeom prst="straightConnector1">
            <a:avLst/>
          </a:prstGeom>
          <a:noFill/>
          <a:ln cap="flat" cmpd="sng" w="9525">
            <a:solidFill>
              <a:schemeClr val="dk2"/>
            </a:solidFill>
            <a:prstDash val="solid"/>
            <a:round/>
            <a:headEnd len="sm" w="sm" type="none"/>
            <a:tailEnd len="sm" w="sm" type="none"/>
          </a:ln>
        </p:spPr>
      </p:cxnSp>
      <p:cxnSp>
        <p:nvCxnSpPr>
          <p:cNvPr id="261" name="Google Shape;261;p7"/>
          <p:cNvCxnSpPr/>
          <p:nvPr/>
        </p:nvCxnSpPr>
        <p:spPr>
          <a:xfrm flipH="1">
            <a:off x="3664300" y="2874475"/>
            <a:ext cx="306600" cy="426300"/>
          </a:xfrm>
          <a:prstGeom prst="straightConnector1">
            <a:avLst/>
          </a:prstGeom>
          <a:noFill/>
          <a:ln cap="flat" cmpd="sng" w="9525">
            <a:solidFill>
              <a:schemeClr val="dk2"/>
            </a:solidFill>
            <a:prstDash val="solid"/>
            <a:round/>
            <a:headEnd len="sm" w="sm" type="none"/>
            <a:tailEnd len="sm" w="sm" type="none"/>
          </a:ln>
        </p:spPr>
      </p:cxnSp>
      <p:cxnSp>
        <p:nvCxnSpPr>
          <p:cNvPr id="262" name="Google Shape;262;p7"/>
          <p:cNvCxnSpPr/>
          <p:nvPr/>
        </p:nvCxnSpPr>
        <p:spPr>
          <a:xfrm>
            <a:off x="3944250" y="2901125"/>
            <a:ext cx="346500" cy="439800"/>
          </a:xfrm>
          <a:prstGeom prst="straightConnector1">
            <a:avLst/>
          </a:prstGeom>
          <a:noFill/>
          <a:ln cap="flat" cmpd="sng" w="9525">
            <a:solidFill>
              <a:schemeClr val="dk2"/>
            </a:solidFill>
            <a:prstDash val="solid"/>
            <a:round/>
            <a:headEnd len="sm" w="sm" type="none"/>
            <a:tailEnd len="sm" w="sm" type="none"/>
          </a:ln>
        </p:spPr>
      </p:cxnSp>
      <p:sp>
        <p:nvSpPr>
          <p:cNvPr id="263" name="Google Shape;263;p7"/>
          <p:cNvSpPr/>
          <p:nvPr/>
        </p:nvSpPr>
        <p:spPr>
          <a:xfrm>
            <a:off x="4873025" y="2351375"/>
            <a:ext cx="1185900" cy="1023000"/>
          </a:xfrm>
          <a:prstGeom prst="ellipse">
            <a:avLst/>
          </a:prstGeom>
          <a:solidFill>
            <a:srgbClr val="F791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4" name="Google Shape;264;p7"/>
          <p:cNvCxnSpPr>
            <a:stCxn id="263" idx="2"/>
            <a:endCxn id="263" idx="6"/>
          </p:cNvCxnSpPr>
          <p:nvPr/>
        </p:nvCxnSpPr>
        <p:spPr>
          <a:xfrm>
            <a:off x="4873025" y="2862875"/>
            <a:ext cx="1185900" cy="0"/>
          </a:xfrm>
          <a:prstGeom prst="straightConnector1">
            <a:avLst/>
          </a:prstGeom>
          <a:noFill/>
          <a:ln cap="flat" cmpd="sng" w="9525">
            <a:solidFill>
              <a:schemeClr val="dk2"/>
            </a:solidFill>
            <a:prstDash val="solid"/>
            <a:round/>
            <a:headEnd len="sm" w="sm" type="none"/>
            <a:tailEnd len="sm" w="sm" type="none"/>
          </a:ln>
        </p:spPr>
      </p:cxnSp>
      <p:sp>
        <p:nvSpPr>
          <p:cNvPr id="265" name="Google Shape;265;p7"/>
          <p:cNvSpPr/>
          <p:nvPr/>
        </p:nvSpPr>
        <p:spPr>
          <a:xfrm rot="-5400000">
            <a:off x="4961525" y="2266200"/>
            <a:ext cx="1012800" cy="1189800"/>
          </a:xfrm>
          <a:prstGeom prst="pie">
            <a:avLst>
              <a:gd fmla="val 5400000" name="adj1"/>
              <a:gd fmla="val 1620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6" name="Google Shape;266;p7"/>
          <p:cNvPicPr preferRelativeResize="0"/>
          <p:nvPr/>
        </p:nvPicPr>
        <p:blipFill>
          <a:blip r:embed="rId4">
            <a:alphaModFix/>
          </a:blip>
          <a:stretch>
            <a:fillRect/>
          </a:stretch>
        </p:blipFill>
        <p:spPr>
          <a:xfrm>
            <a:off x="8292831" y="3936763"/>
            <a:ext cx="690319" cy="728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272" name="Google Shape;272;p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descr="Forma&#10;&#10;Descripción generada automáticamente con confianza media" id="273" name="Google Shape;273;p8"/>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274" name="Google Shape;274;p8"/>
          <p:cNvSpPr txBox="1"/>
          <p:nvPr/>
        </p:nvSpPr>
        <p:spPr>
          <a:xfrm>
            <a:off x="133250" y="273850"/>
            <a:ext cx="90108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chemeClr val="dk1"/>
                </a:solidFill>
                <a:latin typeface="Patrick Hand"/>
                <a:ea typeface="Patrick Hand"/>
                <a:cs typeface="Patrick Hand"/>
                <a:sym typeface="Patrick Hand"/>
              </a:rPr>
              <a:t>Ejercicios:</a:t>
            </a:r>
            <a:endParaRPr b="0" i="0" sz="26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rPr b="0" i="0" lang="es" sz="2300" u="none" cap="none" strike="noStrike">
                <a:solidFill>
                  <a:schemeClr val="dk1"/>
                </a:solidFill>
                <a:latin typeface="Patrick Hand"/>
                <a:ea typeface="Patrick Hand"/>
                <a:cs typeface="Patrick Hand"/>
                <a:sym typeface="Patrick Hand"/>
              </a:rPr>
              <a:t>Abre tu cuaderno  y ordena las siguientes fracciones de mayor a menor</a:t>
            </a:r>
            <a:r>
              <a:rPr b="0" i="0" lang="es" sz="2600" u="none" cap="none" strike="noStrike">
                <a:solidFill>
                  <a:schemeClr val="dk1"/>
                </a:solidFill>
                <a:latin typeface="Patrick Hand"/>
                <a:ea typeface="Patrick Hand"/>
                <a:cs typeface="Patrick Hand"/>
                <a:sym typeface="Patrick Hand"/>
              </a:rPr>
              <a:t>.</a:t>
            </a:r>
            <a:endParaRPr b="0" i="0" sz="2600" u="none" cap="none" strike="noStrike">
              <a:solidFill>
                <a:schemeClr val="dk1"/>
              </a:solidFill>
              <a:latin typeface="Patrick Hand"/>
              <a:ea typeface="Patrick Hand"/>
              <a:cs typeface="Patrick Hand"/>
              <a:sym typeface="Patrick Hand"/>
            </a:endParaRPr>
          </a:p>
        </p:txBody>
      </p:sp>
      <p:sp>
        <p:nvSpPr>
          <p:cNvPr id="275" name="Google Shape;275;p8"/>
          <p:cNvSpPr txBox="1"/>
          <p:nvPr/>
        </p:nvSpPr>
        <p:spPr>
          <a:xfrm>
            <a:off x="327575" y="1259050"/>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5                   5                   5</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8                   5                   6</a:t>
            </a:r>
            <a:endParaRPr b="0" i="0" sz="2400" u="none" cap="none" strike="noStrike">
              <a:solidFill>
                <a:schemeClr val="dk1"/>
              </a:solidFill>
              <a:latin typeface="Patrick Hand"/>
              <a:ea typeface="Patrick Hand"/>
              <a:cs typeface="Patrick Hand"/>
              <a:sym typeface="Patrick Hand"/>
            </a:endParaRPr>
          </a:p>
        </p:txBody>
      </p:sp>
      <p:sp>
        <p:nvSpPr>
          <p:cNvPr id="276" name="Google Shape;276;p8"/>
          <p:cNvSpPr txBox="1"/>
          <p:nvPr/>
        </p:nvSpPr>
        <p:spPr>
          <a:xfrm>
            <a:off x="327575" y="2176775"/>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3                  3                   3</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8                   7                   4</a:t>
            </a:r>
            <a:endParaRPr b="0" i="0" sz="2400" u="none" cap="none" strike="noStrike">
              <a:solidFill>
                <a:schemeClr val="dk1"/>
              </a:solidFill>
              <a:latin typeface="Patrick Hand"/>
              <a:ea typeface="Patrick Hand"/>
              <a:cs typeface="Patrick Hand"/>
              <a:sym typeface="Patrick Hand"/>
            </a:endParaRPr>
          </a:p>
        </p:txBody>
      </p:sp>
      <p:sp>
        <p:nvSpPr>
          <p:cNvPr id="277" name="Google Shape;277;p8"/>
          <p:cNvSpPr txBox="1"/>
          <p:nvPr/>
        </p:nvSpPr>
        <p:spPr>
          <a:xfrm>
            <a:off x="327575" y="3100175"/>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2                   2                   2</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9                   4                   6</a:t>
            </a:r>
            <a:endParaRPr b="0" i="0" sz="2400" u="none" cap="none" strike="noStrike">
              <a:solidFill>
                <a:schemeClr val="dk1"/>
              </a:solidFill>
              <a:latin typeface="Patrick Hand"/>
              <a:ea typeface="Patrick Hand"/>
              <a:cs typeface="Patrick Hand"/>
              <a:sym typeface="Patrick Hand"/>
            </a:endParaRPr>
          </a:p>
        </p:txBody>
      </p:sp>
      <p:sp>
        <p:nvSpPr>
          <p:cNvPr id="278" name="Google Shape;278;p8"/>
          <p:cNvSpPr txBox="1"/>
          <p:nvPr/>
        </p:nvSpPr>
        <p:spPr>
          <a:xfrm>
            <a:off x="5334000" y="1259050"/>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1                  1                   1</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3                  8                  7</a:t>
            </a:r>
            <a:endParaRPr b="0" i="0" sz="2400" u="none" cap="none" strike="noStrike">
              <a:solidFill>
                <a:schemeClr val="dk1"/>
              </a:solidFill>
              <a:latin typeface="Patrick Hand"/>
              <a:ea typeface="Patrick Hand"/>
              <a:cs typeface="Patrick Hand"/>
              <a:sym typeface="Patrick Hand"/>
            </a:endParaRPr>
          </a:p>
        </p:txBody>
      </p:sp>
      <p:sp>
        <p:nvSpPr>
          <p:cNvPr id="279" name="Google Shape;279;p8"/>
          <p:cNvSpPr txBox="1"/>
          <p:nvPr/>
        </p:nvSpPr>
        <p:spPr>
          <a:xfrm>
            <a:off x="5334000" y="2176775"/>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4                   4                   4</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7                   9                  5</a:t>
            </a:r>
            <a:endParaRPr b="0" i="0" sz="2400" u="none" cap="none" strike="noStrike">
              <a:solidFill>
                <a:schemeClr val="dk1"/>
              </a:solidFill>
              <a:latin typeface="Patrick Hand"/>
              <a:ea typeface="Patrick Hand"/>
              <a:cs typeface="Patrick Hand"/>
              <a:sym typeface="Patrick Hand"/>
            </a:endParaRPr>
          </a:p>
        </p:txBody>
      </p:sp>
      <p:sp>
        <p:nvSpPr>
          <p:cNvPr id="280" name="Google Shape;280;p8"/>
          <p:cNvSpPr txBox="1"/>
          <p:nvPr/>
        </p:nvSpPr>
        <p:spPr>
          <a:xfrm>
            <a:off x="5410200" y="3100175"/>
            <a:ext cx="3883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7                  7                   7</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8                  7                   9</a:t>
            </a:r>
            <a:endParaRPr b="0" i="0" sz="2400" u="none" cap="none" strike="noStrike">
              <a:solidFill>
                <a:schemeClr val="dk1"/>
              </a:solidFill>
              <a:latin typeface="Patrick Hand"/>
              <a:ea typeface="Patrick Hand"/>
              <a:cs typeface="Patrick Hand"/>
              <a:sym typeface="Patrick Hand"/>
            </a:endParaRPr>
          </a:p>
        </p:txBody>
      </p:sp>
      <p:sp>
        <p:nvSpPr>
          <p:cNvPr id="281" name="Google Shape;281;p8"/>
          <p:cNvSpPr/>
          <p:nvPr/>
        </p:nvSpPr>
        <p:spPr>
          <a:xfrm>
            <a:off x="106600" y="1545725"/>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1</a:t>
            </a:r>
            <a:endParaRPr b="0" i="0" sz="1800" u="none" cap="none" strike="noStrike">
              <a:solidFill>
                <a:schemeClr val="lt1"/>
              </a:solidFill>
              <a:latin typeface="Patrick Hand"/>
              <a:ea typeface="Patrick Hand"/>
              <a:cs typeface="Patrick Hand"/>
              <a:sym typeface="Patrick Hand"/>
            </a:endParaRPr>
          </a:p>
        </p:txBody>
      </p:sp>
      <p:sp>
        <p:nvSpPr>
          <p:cNvPr id="282" name="Google Shape;282;p8"/>
          <p:cNvSpPr/>
          <p:nvPr/>
        </p:nvSpPr>
        <p:spPr>
          <a:xfrm>
            <a:off x="74400" y="2322950"/>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2</a:t>
            </a:r>
            <a:endParaRPr b="0" i="0" sz="1800" u="none" cap="none" strike="noStrike">
              <a:solidFill>
                <a:schemeClr val="lt1"/>
              </a:solidFill>
              <a:latin typeface="Patrick Hand"/>
              <a:ea typeface="Patrick Hand"/>
              <a:cs typeface="Patrick Hand"/>
              <a:sym typeface="Patrick Hand"/>
            </a:endParaRPr>
          </a:p>
        </p:txBody>
      </p:sp>
      <p:sp>
        <p:nvSpPr>
          <p:cNvPr id="283" name="Google Shape;283;p8"/>
          <p:cNvSpPr/>
          <p:nvPr/>
        </p:nvSpPr>
        <p:spPr>
          <a:xfrm>
            <a:off x="74400" y="3242138"/>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3</a:t>
            </a:r>
            <a:endParaRPr b="0" i="0" sz="1800" u="none" cap="none" strike="noStrike">
              <a:solidFill>
                <a:schemeClr val="lt1"/>
              </a:solidFill>
              <a:latin typeface="Patrick Hand"/>
              <a:ea typeface="Patrick Hand"/>
              <a:cs typeface="Patrick Hand"/>
              <a:sym typeface="Patrick Hand"/>
            </a:endParaRPr>
          </a:p>
        </p:txBody>
      </p:sp>
      <p:sp>
        <p:nvSpPr>
          <p:cNvPr id="284" name="Google Shape;284;p8"/>
          <p:cNvSpPr/>
          <p:nvPr/>
        </p:nvSpPr>
        <p:spPr>
          <a:xfrm>
            <a:off x="4917250" y="1462413"/>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4</a:t>
            </a:r>
            <a:endParaRPr b="0" i="0" sz="1800" u="none" cap="none" strike="noStrike">
              <a:solidFill>
                <a:schemeClr val="lt1"/>
              </a:solidFill>
              <a:latin typeface="Patrick Hand"/>
              <a:ea typeface="Patrick Hand"/>
              <a:cs typeface="Patrick Hand"/>
              <a:sym typeface="Patrick Hand"/>
            </a:endParaRPr>
          </a:p>
        </p:txBody>
      </p:sp>
      <p:sp>
        <p:nvSpPr>
          <p:cNvPr id="285" name="Google Shape;285;p8"/>
          <p:cNvSpPr/>
          <p:nvPr/>
        </p:nvSpPr>
        <p:spPr>
          <a:xfrm>
            <a:off x="4917250" y="2322938"/>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5</a:t>
            </a:r>
            <a:endParaRPr b="0" i="0" sz="1800" u="none" cap="none" strike="noStrike">
              <a:solidFill>
                <a:schemeClr val="lt1"/>
              </a:solidFill>
              <a:latin typeface="Patrick Hand"/>
              <a:ea typeface="Patrick Hand"/>
              <a:cs typeface="Patrick Hand"/>
              <a:sym typeface="Patrick Hand"/>
            </a:endParaRPr>
          </a:p>
        </p:txBody>
      </p:sp>
      <p:sp>
        <p:nvSpPr>
          <p:cNvPr id="286" name="Google Shape;286;p8"/>
          <p:cNvSpPr/>
          <p:nvPr/>
        </p:nvSpPr>
        <p:spPr>
          <a:xfrm>
            <a:off x="4917250" y="3183463"/>
            <a:ext cx="306600" cy="3387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lt1"/>
                </a:solidFill>
                <a:latin typeface="Patrick Hand"/>
                <a:ea typeface="Patrick Hand"/>
                <a:cs typeface="Patrick Hand"/>
                <a:sym typeface="Patrick Hand"/>
              </a:rPr>
              <a:t>6</a:t>
            </a:r>
            <a:endParaRPr b="0" i="0" sz="1800" u="none" cap="none" strike="noStrike">
              <a:solidFill>
                <a:schemeClr val="lt1"/>
              </a:solidFill>
              <a:latin typeface="Patrick Hand"/>
              <a:ea typeface="Patrick Hand"/>
              <a:cs typeface="Patrick Hand"/>
              <a:sym typeface="Patrick Hand"/>
            </a:endParaRPr>
          </a:p>
        </p:txBody>
      </p:sp>
      <p:sp>
        <p:nvSpPr>
          <p:cNvPr id="287" name="Google Shape;287;p8"/>
          <p:cNvSpPr txBox="1"/>
          <p:nvPr/>
        </p:nvSpPr>
        <p:spPr>
          <a:xfrm>
            <a:off x="327575" y="1259063"/>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5                   5                    5</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5                   6                    8</a:t>
            </a:r>
            <a:endParaRPr b="0" i="0" sz="2400" u="none" cap="none" strike="noStrike">
              <a:solidFill>
                <a:schemeClr val="dk1"/>
              </a:solidFill>
              <a:latin typeface="Patrick Hand"/>
              <a:ea typeface="Patrick Hand"/>
              <a:cs typeface="Patrick Hand"/>
              <a:sym typeface="Patrick Hand"/>
            </a:endParaRPr>
          </a:p>
        </p:txBody>
      </p:sp>
      <p:cxnSp>
        <p:nvCxnSpPr>
          <p:cNvPr id="288" name="Google Shape;288;p8"/>
          <p:cNvCxnSpPr>
            <a:endCxn id="281" idx="6"/>
          </p:cNvCxnSpPr>
          <p:nvPr/>
        </p:nvCxnSpPr>
        <p:spPr>
          <a:xfrm flipH="1">
            <a:off x="413200" y="1705475"/>
            <a:ext cx="466200" cy="9600"/>
          </a:xfrm>
          <a:prstGeom prst="straightConnector1">
            <a:avLst/>
          </a:prstGeom>
          <a:noFill/>
          <a:ln cap="flat" cmpd="sng" w="9525">
            <a:solidFill>
              <a:schemeClr val="dk2"/>
            </a:solidFill>
            <a:prstDash val="solid"/>
            <a:round/>
            <a:headEnd len="sm" w="sm" type="none"/>
            <a:tailEnd len="sm" w="sm" type="none"/>
          </a:ln>
        </p:spPr>
      </p:cxnSp>
      <p:cxnSp>
        <p:nvCxnSpPr>
          <p:cNvPr id="289" name="Google Shape;289;p8"/>
          <p:cNvCxnSpPr/>
          <p:nvPr/>
        </p:nvCxnSpPr>
        <p:spPr>
          <a:xfrm flipH="1">
            <a:off x="1764875" y="17131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90" name="Google Shape;290;p8"/>
          <p:cNvCxnSpPr/>
          <p:nvPr/>
        </p:nvCxnSpPr>
        <p:spPr>
          <a:xfrm flipH="1">
            <a:off x="3249775" y="1717613"/>
            <a:ext cx="466200" cy="9600"/>
          </a:xfrm>
          <a:prstGeom prst="straightConnector1">
            <a:avLst/>
          </a:prstGeom>
          <a:noFill/>
          <a:ln cap="flat" cmpd="sng" w="9525">
            <a:solidFill>
              <a:schemeClr val="dk2"/>
            </a:solidFill>
            <a:prstDash val="solid"/>
            <a:round/>
            <a:headEnd len="sm" w="sm" type="none"/>
            <a:tailEnd len="sm" w="sm" type="none"/>
          </a:ln>
        </p:spPr>
      </p:cxnSp>
      <p:sp>
        <p:nvSpPr>
          <p:cNvPr id="291" name="Google Shape;291;p8"/>
          <p:cNvSpPr txBox="1"/>
          <p:nvPr/>
        </p:nvSpPr>
        <p:spPr>
          <a:xfrm>
            <a:off x="351425" y="2170688"/>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3                  3                   3</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4                   7                   8</a:t>
            </a:r>
            <a:endParaRPr b="0" i="0" sz="2400" u="none" cap="none" strike="noStrike">
              <a:solidFill>
                <a:schemeClr val="dk1"/>
              </a:solidFill>
              <a:latin typeface="Patrick Hand"/>
              <a:ea typeface="Patrick Hand"/>
              <a:cs typeface="Patrick Hand"/>
              <a:sym typeface="Patrick Hand"/>
            </a:endParaRPr>
          </a:p>
        </p:txBody>
      </p:sp>
      <p:cxnSp>
        <p:nvCxnSpPr>
          <p:cNvPr id="292" name="Google Shape;292;p8"/>
          <p:cNvCxnSpPr/>
          <p:nvPr/>
        </p:nvCxnSpPr>
        <p:spPr>
          <a:xfrm flipH="1">
            <a:off x="413200" y="26365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93" name="Google Shape;293;p8"/>
          <p:cNvCxnSpPr/>
          <p:nvPr/>
        </p:nvCxnSpPr>
        <p:spPr>
          <a:xfrm flipH="1">
            <a:off x="1764875" y="26365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294" name="Google Shape;294;p8"/>
          <p:cNvCxnSpPr/>
          <p:nvPr/>
        </p:nvCxnSpPr>
        <p:spPr>
          <a:xfrm flipH="1">
            <a:off x="3249775" y="2636513"/>
            <a:ext cx="466200" cy="9600"/>
          </a:xfrm>
          <a:prstGeom prst="straightConnector1">
            <a:avLst/>
          </a:prstGeom>
          <a:noFill/>
          <a:ln cap="flat" cmpd="sng" w="9525">
            <a:solidFill>
              <a:schemeClr val="dk2"/>
            </a:solidFill>
            <a:prstDash val="solid"/>
            <a:round/>
            <a:headEnd len="sm" w="sm" type="none"/>
            <a:tailEnd len="sm" w="sm" type="none"/>
          </a:ln>
        </p:spPr>
      </p:cxnSp>
      <p:sp>
        <p:nvSpPr>
          <p:cNvPr id="295" name="Google Shape;295;p8"/>
          <p:cNvSpPr txBox="1"/>
          <p:nvPr/>
        </p:nvSpPr>
        <p:spPr>
          <a:xfrm>
            <a:off x="351413" y="3100175"/>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2                   2                   2</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4                   6                   9</a:t>
            </a:r>
            <a:endParaRPr b="0" i="0" sz="2400" u="none" cap="none" strike="noStrike">
              <a:solidFill>
                <a:schemeClr val="dk1"/>
              </a:solidFill>
              <a:latin typeface="Patrick Hand"/>
              <a:ea typeface="Patrick Hand"/>
              <a:cs typeface="Patrick Hand"/>
              <a:sym typeface="Patrick Hand"/>
            </a:endParaRPr>
          </a:p>
        </p:txBody>
      </p:sp>
      <p:cxnSp>
        <p:nvCxnSpPr>
          <p:cNvPr id="296" name="Google Shape;296;p8"/>
          <p:cNvCxnSpPr/>
          <p:nvPr/>
        </p:nvCxnSpPr>
        <p:spPr>
          <a:xfrm flipH="1">
            <a:off x="3249775" y="3549725"/>
            <a:ext cx="466200" cy="9600"/>
          </a:xfrm>
          <a:prstGeom prst="straightConnector1">
            <a:avLst/>
          </a:prstGeom>
          <a:noFill/>
          <a:ln cap="flat" cmpd="sng" w="9525">
            <a:solidFill>
              <a:schemeClr val="dk2"/>
            </a:solidFill>
            <a:prstDash val="solid"/>
            <a:round/>
            <a:headEnd len="sm" w="sm" type="none"/>
            <a:tailEnd len="sm" w="sm" type="none"/>
          </a:ln>
        </p:spPr>
      </p:cxnSp>
      <p:cxnSp>
        <p:nvCxnSpPr>
          <p:cNvPr id="297" name="Google Shape;297;p8"/>
          <p:cNvCxnSpPr/>
          <p:nvPr/>
        </p:nvCxnSpPr>
        <p:spPr>
          <a:xfrm flipH="1">
            <a:off x="1764875" y="3554225"/>
            <a:ext cx="466200" cy="9600"/>
          </a:xfrm>
          <a:prstGeom prst="straightConnector1">
            <a:avLst/>
          </a:prstGeom>
          <a:noFill/>
          <a:ln cap="flat" cmpd="sng" w="9525">
            <a:solidFill>
              <a:schemeClr val="dk2"/>
            </a:solidFill>
            <a:prstDash val="solid"/>
            <a:round/>
            <a:headEnd len="sm" w="sm" type="none"/>
            <a:tailEnd len="sm" w="sm" type="none"/>
          </a:ln>
        </p:spPr>
      </p:cxnSp>
      <p:cxnSp>
        <p:nvCxnSpPr>
          <p:cNvPr id="298" name="Google Shape;298;p8"/>
          <p:cNvCxnSpPr/>
          <p:nvPr/>
        </p:nvCxnSpPr>
        <p:spPr>
          <a:xfrm flipH="1">
            <a:off x="413200" y="3549750"/>
            <a:ext cx="466200" cy="9600"/>
          </a:xfrm>
          <a:prstGeom prst="straightConnector1">
            <a:avLst/>
          </a:prstGeom>
          <a:noFill/>
          <a:ln cap="flat" cmpd="sng" w="9525">
            <a:solidFill>
              <a:schemeClr val="dk2"/>
            </a:solidFill>
            <a:prstDash val="solid"/>
            <a:round/>
            <a:headEnd len="sm" w="sm" type="none"/>
            <a:tailEnd len="sm" w="sm" type="none"/>
          </a:ln>
        </p:spPr>
      </p:cxnSp>
      <p:sp>
        <p:nvSpPr>
          <p:cNvPr id="299" name="Google Shape;299;p8"/>
          <p:cNvSpPr txBox="1"/>
          <p:nvPr/>
        </p:nvSpPr>
        <p:spPr>
          <a:xfrm>
            <a:off x="5300050" y="1259025"/>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1                   1                   1</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3                   7                   8</a:t>
            </a:r>
            <a:endParaRPr b="0" i="0" sz="2400" u="none" cap="none" strike="noStrike">
              <a:solidFill>
                <a:schemeClr val="dk1"/>
              </a:solidFill>
              <a:latin typeface="Patrick Hand"/>
              <a:ea typeface="Patrick Hand"/>
              <a:cs typeface="Patrick Hand"/>
              <a:sym typeface="Patrick Hand"/>
            </a:endParaRPr>
          </a:p>
        </p:txBody>
      </p:sp>
      <p:cxnSp>
        <p:nvCxnSpPr>
          <p:cNvPr id="300" name="Google Shape;300;p8"/>
          <p:cNvCxnSpPr/>
          <p:nvPr/>
        </p:nvCxnSpPr>
        <p:spPr>
          <a:xfrm flipH="1">
            <a:off x="5300050" y="17131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301" name="Google Shape;301;p8"/>
          <p:cNvCxnSpPr/>
          <p:nvPr/>
        </p:nvCxnSpPr>
        <p:spPr>
          <a:xfrm flipH="1">
            <a:off x="6692600" y="17131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302" name="Google Shape;302;p8"/>
          <p:cNvCxnSpPr/>
          <p:nvPr/>
        </p:nvCxnSpPr>
        <p:spPr>
          <a:xfrm flipH="1">
            <a:off x="8170000" y="1717600"/>
            <a:ext cx="466200" cy="9600"/>
          </a:xfrm>
          <a:prstGeom prst="straightConnector1">
            <a:avLst/>
          </a:prstGeom>
          <a:noFill/>
          <a:ln cap="flat" cmpd="sng" w="9525">
            <a:solidFill>
              <a:schemeClr val="dk2"/>
            </a:solidFill>
            <a:prstDash val="solid"/>
            <a:round/>
            <a:headEnd len="sm" w="sm" type="none"/>
            <a:tailEnd len="sm" w="sm" type="none"/>
          </a:ln>
        </p:spPr>
      </p:cxnSp>
      <p:sp>
        <p:nvSpPr>
          <p:cNvPr id="303" name="Google Shape;303;p8"/>
          <p:cNvSpPr txBox="1"/>
          <p:nvPr/>
        </p:nvSpPr>
        <p:spPr>
          <a:xfrm>
            <a:off x="5300050" y="2174538"/>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4                   4                   4</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5                   7                  9</a:t>
            </a:r>
            <a:endParaRPr b="0" i="0" sz="2400" u="none" cap="none" strike="noStrike">
              <a:solidFill>
                <a:schemeClr val="dk1"/>
              </a:solidFill>
              <a:latin typeface="Patrick Hand"/>
              <a:ea typeface="Patrick Hand"/>
              <a:cs typeface="Patrick Hand"/>
              <a:sym typeface="Patrick Hand"/>
            </a:endParaRPr>
          </a:p>
        </p:txBody>
      </p:sp>
      <p:cxnSp>
        <p:nvCxnSpPr>
          <p:cNvPr id="304" name="Google Shape;304;p8"/>
          <p:cNvCxnSpPr/>
          <p:nvPr/>
        </p:nvCxnSpPr>
        <p:spPr>
          <a:xfrm flipH="1">
            <a:off x="5300050" y="26365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305" name="Google Shape;305;p8"/>
          <p:cNvCxnSpPr/>
          <p:nvPr/>
        </p:nvCxnSpPr>
        <p:spPr>
          <a:xfrm flipH="1">
            <a:off x="6692600" y="26365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306" name="Google Shape;306;p8"/>
          <p:cNvCxnSpPr/>
          <p:nvPr/>
        </p:nvCxnSpPr>
        <p:spPr>
          <a:xfrm flipH="1">
            <a:off x="8170000" y="2636500"/>
            <a:ext cx="466200" cy="9600"/>
          </a:xfrm>
          <a:prstGeom prst="straightConnector1">
            <a:avLst/>
          </a:prstGeom>
          <a:noFill/>
          <a:ln cap="flat" cmpd="sng" w="9525">
            <a:solidFill>
              <a:schemeClr val="dk2"/>
            </a:solidFill>
            <a:prstDash val="solid"/>
            <a:round/>
            <a:headEnd len="sm" w="sm" type="none"/>
            <a:tailEnd len="sm" w="sm" type="none"/>
          </a:ln>
        </p:spPr>
      </p:cxnSp>
      <p:sp>
        <p:nvSpPr>
          <p:cNvPr id="307" name="Google Shape;307;p8"/>
          <p:cNvSpPr txBox="1"/>
          <p:nvPr/>
        </p:nvSpPr>
        <p:spPr>
          <a:xfrm>
            <a:off x="5257800" y="3100200"/>
            <a:ext cx="3883200" cy="9234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7                   7                   7</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7                   8                   9</a:t>
            </a:r>
            <a:endParaRPr b="0" i="0" sz="2400" u="none" cap="none" strike="noStrike">
              <a:solidFill>
                <a:schemeClr val="dk1"/>
              </a:solidFill>
              <a:latin typeface="Patrick Hand"/>
              <a:ea typeface="Patrick Hand"/>
              <a:cs typeface="Patrick Hand"/>
              <a:sym typeface="Patrick Hand"/>
            </a:endParaRPr>
          </a:p>
        </p:txBody>
      </p:sp>
      <p:cxnSp>
        <p:nvCxnSpPr>
          <p:cNvPr id="308" name="Google Shape;308;p8"/>
          <p:cNvCxnSpPr/>
          <p:nvPr/>
        </p:nvCxnSpPr>
        <p:spPr>
          <a:xfrm flipH="1">
            <a:off x="5300050" y="3554225"/>
            <a:ext cx="466200" cy="9600"/>
          </a:xfrm>
          <a:prstGeom prst="straightConnector1">
            <a:avLst/>
          </a:prstGeom>
          <a:noFill/>
          <a:ln cap="flat" cmpd="sng" w="9525">
            <a:solidFill>
              <a:schemeClr val="dk2"/>
            </a:solidFill>
            <a:prstDash val="solid"/>
            <a:round/>
            <a:headEnd len="sm" w="sm" type="none"/>
            <a:tailEnd len="sm" w="sm" type="none"/>
          </a:ln>
        </p:spPr>
      </p:cxnSp>
      <p:cxnSp>
        <p:nvCxnSpPr>
          <p:cNvPr id="309" name="Google Shape;309;p8"/>
          <p:cNvCxnSpPr/>
          <p:nvPr/>
        </p:nvCxnSpPr>
        <p:spPr>
          <a:xfrm flipH="1">
            <a:off x="6831675" y="3554213"/>
            <a:ext cx="466200" cy="9600"/>
          </a:xfrm>
          <a:prstGeom prst="straightConnector1">
            <a:avLst/>
          </a:prstGeom>
          <a:noFill/>
          <a:ln cap="flat" cmpd="sng" w="9525">
            <a:solidFill>
              <a:schemeClr val="dk2"/>
            </a:solidFill>
            <a:prstDash val="solid"/>
            <a:round/>
            <a:headEnd len="sm" w="sm" type="none"/>
            <a:tailEnd len="sm" w="sm" type="none"/>
          </a:ln>
        </p:spPr>
      </p:cxnSp>
      <p:cxnSp>
        <p:nvCxnSpPr>
          <p:cNvPr id="310" name="Google Shape;310;p8"/>
          <p:cNvCxnSpPr/>
          <p:nvPr/>
        </p:nvCxnSpPr>
        <p:spPr>
          <a:xfrm flipH="1">
            <a:off x="8301575" y="3549738"/>
            <a:ext cx="466200" cy="9600"/>
          </a:xfrm>
          <a:prstGeom prst="straightConnector1">
            <a:avLst/>
          </a:prstGeom>
          <a:noFill/>
          <a:ln cap="flat" cmpd="sng" w="9525">
            <a:solidFill>
              <a:schemeClr val="dk2"/>
            </a:solidFill>
            <a:prstDash val="solid"/>
            <a:round/>
            <a:headEnd len="sm" w="sm" type="none"/>
            <a:tailEnd len="sm" w="sm" type="none"/>
          </a:ln>
        </p:spPr>
      </p:cxnSp>
      <p:pic>
        <p:nvPicPr>
          <p:cNvPr id="311" name="Google Shape;311;p8"/>
          <p:cNvPicPr preferRelativeResize="0"/>
          <p:nvPr/>
        </p:nvPicPr>
        <p:blipFill>
          <a:blip r:embed="rId4">
            <a:alphaModFix/>
          </a:blip>
          <a:stretch>
            <a:fillRect/>
          </a:stretch>
        </p:blipFill>
        <p:spPr>
          <a:xfrm>
            <a:off x="8301581" y="402375"/>
            <a:ext cx="690319" cy="728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9"/>
          <p:cNvSpPr txBox="1"/>
          <p:nvPr/>
        </p:nvSpPr>
        <p:spPr>
          <a:xfrm>
            <a:off x="785234" y="366599"/>
            <a:ext cx="7573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¡Ahora es tu turno!</a:t>
            </a:r>
            <a:endParaRPr b="0" i="0" sz="3200" u="none" cap="none" strike="noStrike">
              <a:solidFill>
                <a:schemeClr val="lt1"/>
              </a:solidFill>
              <a:highlight>
                <a:srgbClr val="009287"/>
              </a:highlight>
              <a:latin typeface="Arial"/>
              <a:ea typeface="Arial"/>
              <a:cs typeface="Arial"/>
              <a:sym typeface="Arial"/>
            </a:endParaRPr>
          </a:p>
        </p:txBody>
      </p:sp>
      <p:sp>
        <p:nvSpPr>
          <p:cNvPr id="317" name="Google Shape;317;p9"/>
          <p:cNvSpPr txBox="1"/>
          <p:nvPr/>
        </p:nvSpPr>
        <p:spPr>
          <a:xfrm>
            <a:off x="2285962" y="2540082"/>
            <a:ext cx="4572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Calibri"/>
                <a:ea typeface="Calibri"/>
                <a:cs typeface="Calibri"/>
                <a:sym typeface="Calibri"/>
              </a:rPr>
              <a:t>RESPONDER ACÁ:</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s" sz="1400" u="sng" cap="none" strike="noStrike">
                <a:solidFill>
                  <a:schemeClr val="hlink"/>
                </a:solidFill>
                <a:latin typeface="Calibri"/>
                <a:ea typeface="Calibri"/>
                <a:cs typeface="Calibri"/>
                <a:sym typeface="Calibri"/>
                <a:hlinkClick r:id="rId3"/>
              </a:rPr>
              <a:t>https://forms.gle/RwgtGec39rGYnFrt6</a:t>
            </a:r>
            <a:r>
              <a:rPr b="1" i="0" lang="es" sz="14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18" name="Google Shape;318;p9"/>
          <p:cNvSpPr txBox="1"/>
          <p:nvPr/>
        </p:nvSpPr>
        <p:spPr>
          <a:xfrm>
            <a:off x="498500" y="911025"/>
            <a:ext cx="41583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 ¿Cuál es la mayor fracción?</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2) ¿Cuál es la menor fracción?</a:t>
            </a:r>
            <a:endParaRPr b="0" i="0" sz="2400" u="none" cap="none" strike="noStrike">
              <a:solidFill>
                <a:schemeClr val="dk1"/>
              </a:solidFill>
              <a:latin typeface="Patrick Hand"/>
              <a:ea typeface="Patrick Hand"/>
              <a:cs typeface="Patrick Hand"/>
              <a:sym typeface="Patrick Hand"/>
            </a:endParaRPr>
          </a:p>
        </p:txBody>
      </p:sp>
      <p:sp>
        <p:nvSpPr>
          <p:cNvPr id="319" name="Google Shape;319;p9"/>
          <p:cNvSpPr txBox="1"/>
          <p:nvPr/>
        </p:nvSpPr>
        <p:spPr>
          <a:xfrm>
            <a:off x="4656800" y="911025"/>
            <a:ext cx="41583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3) ¿Cuál es la mayor fracción?</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4) ¿Cuál es la menor fracción?</a:t>
            </a:r>
            <a:endParaRPr b="0" i="0" sz="2400" u="none" cap="none" strike="noStrike">
              <a:solidFill>
                <a:schemeClr val="dk1"/>
              </a:solidFill>
              <a:latin typeface="Patrick Hand"/>
              <a:ea typeface="Patrick Hand"/>
              <a:cs typeface="Patrick Hand"/>
              <a:sym typeface="Patrick Hand"/>
            </a:endParaRPr>
          </a:p>
        </p:txBody>
      </p:sp>
      <p:sp>
        <p:nvSpPr>
          <p:cNvPr id="320" name="Google Shape;320;p9"/>
          <p:cNvSpPr txBox="1"/>
          <p:nvPr/>
        </p:nvSpPr>
        <p:spPr>
          <a:xfrm>
            <a:off x="1418439" y="182445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3</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9</a:t>
            </a:r>
            <a:endParaRPr b="0" i="0" sz="2400" u="none" cap="none" strike="noStrike">
              <a:solidFill>
                <a:schemeClr val="dk1"/>
              </a:solidFill>
              <a:latin typeface="Patrick Hand"/>
              <a:ea typeface="Patrick Hand"/>
              <a:cs typeface="Patrick Hand"/>
              <a:sym typeface="Patrick Hand"/>
            </a:endParaRPr>
          </a:p>
        </p:txBody>
      </p:sp>
      <p:cxnSp>
        <p:nvCxnSpPr>
          <p:cNvPr id="321" name="Google Shape;321;p9"/>
          <p:cNvCxnSpPr/>
          <p:nvPr/>
        </p:nvCxnSpPr>
        <p:spPr>
          <a:xfrm>
            <a:off x="1467038" y="2283450"/>
            <a:ext cx="482400" cy="5400"/>
          </a:xfrm>
          <a:prstGeom prst="straightConnector1">
            <a:avLst/>
          </a:prstGeom>
          <a:noFill/>
          <a:ln cap="flat" cmpd="sng" w="38100">
            <a:solidFill>
              <a:schemeClr val="dk1"/>
            </a:solidFill>
            <a:prstDash val="solid"/>
            <a:round/>
            <a:headEnd len="sm" w="sm" type="none"/>
            <a:tailEnd len="sm" w="sm" type="none"/>
          </a:ln>
        </p:spPr>
      </p:cxnSp>
      <p:sp>
        <p:nvSpPr>
          <p:cNvPr id="322" name="Google Shape;322;p9"/>
          <p:cNvSpPr txBox="1"/>
          <p:nvPr/>
        </p:nvSpPr>
        <p:spPr>
          <a:xfrm>
            <a:off x="1998039" y="182445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9</a:t>
            </a:r>
            <a:endParaRPr b="0" i="0" sz="2400" u="none" cap="none" strike="noStrike">
              <a:solidFill>
                <a:schemeClr val="dk1"/>
              </a:solidFill>
              <a:latin typeface="Patrick Hand"/>
              <a:ea typeface="Patrick Hand"/>
              <a:cs typeface="Patrick Hand"/>
              <a:sym typeface="Patrick Hand"/>
            </a:endParaRPr>
          </a:p>
        </p:txBody>
      </p:sp>
      <p:sp>
        <p:nvSpPr>
          <p:cNvPr id="323" name="Google Shape;323;p9"/>
          <p:cNvSpPr txBox="1"/>
          <p:nvPr/>
        </p:nvSpPr>
        <p:spPr>
          <a:xfrm>
            <a:off x="2577639" y="182445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7</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9</a:t>
            </a:r>
            <a:endParaRPr b="0" i="0" sz="2400" u="none" cap="none" strike="noStrike">
              <a:solidFill>
                <a:schemeClr val="dk1"/>
              </a:solidFill>
              <a:latin typeface="Patrick Hand"/>
              <a:ea typeface="Patrick Hand"/>
              <a:cs typeface="Patrick Hand"/>
              <a:sym typeface="Patrick Hand"/>
            </a:endParaRPr>
          </a:p>
        </p:txBody>
      </p:sp>
      <p:sp>
        <p:nvSpPr>
          <p:cNvPr id="324" name="Google Shape;324;p9"/>
          <p:cNvSpPr txBox="1"/>
          <p:nvPr/>
        </p:nvSpPr>
        <p:spPr>
          <a:xfrm>
            <a:off x="3157239" y="182445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9</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9</a:t>
            </a:r>
            <a:endParaRPr b="0" i="0" sz="2400" u="none" cap="none" strike="noStrike">
              <a:solidFill>
                <a:schemeClr val="dk1"/>
              </a:solidFill>
              <a:latin typeface="Patrick Hand"/>
              <a:ea typeface="Patrick Hand"/>
              <a:cs typeface="Patrick Hand"/>
              <a:sym typeface="Patrick Hand"/>
            </a:endParaRPr>
          </a:p>
        </p:txBody>
      </p:sp>
      <p:cxnSp>
        <p:nvCxnSpPr>
          <p:cNvPr id="325" name="Google Shape;325;p9"/>
          <p:cNvCxnSpPr/>
          <p:nvPr/>
        </p:nvCxnSpPr>
        <p:spPr>
          <a:xfrm>
            <a:off x="2046638" y="2283450"/>
            <a:ext cx="482400" cy="5400"/>
          </a:xfrm>
          <a:prstGeom prst="straightConnector1">
            <a:avLst/>
          </a:prstGeom>
          <a:noFill/>
          <a:ln cap="flat" cmpd="sng" w="38100">
            <a:solidFill>
              <a:schemeClr val="dk1"/>
            </a:solidFill>
            <a:prstDash val="solid"/>
            <a:round/>
            <a:headEnd len="sm" w="sm" type="none"/>
            <a:tailEnd len="sm" w="sm" type="none"/>
          </a:ln>
        </p:spPr>
      </p:cxnSp>
      <p:cxnSp>
        <p:nvCxnSpPr>
          <p:cNvPr id="326" name="Google Shape;326;p9"/>
          <p:cNvCxnSpPr/>
          <p:nvPr/>
        </p:nvCxnSpPr>
        <p:spPr>
          <a:xfrm>
            <a:off x="2626238" y="2283450"/>
            <a:ext cx="482400" cy="5400"/>
          </a:xfrm>
          <a:prstGeom prst="straightConnector1">
            <a:avLst/>
          </a:prstGeom>
          <a:noFill/>
          <a:ln cap="flat" cmpd="sng" w="38100">
            <a:solidFill>
              <a:schemeClr val="dk1"/>
            </a:solidFill>
            <a:prstDash val="solid"/>
            <a:round/>
            <a:headEnd len="sm" w="sm" type="none"/>
            <a:tailEnd len="sm" w="sm" type="none"/>
          </a:ln>
        </p:spPr>
      </p:cxnSp>
      <p:cxnSp>
        <p:nvCxnSpPr>
          <p:cNvPr id="327" name="Google Shape;327;p9"/>
          <p:cNvCxnSpPr/>
          <p:nvPr/>
        </p:nvCxnSpPr>
        <p:spPr>
          <a:xfrm>
            <a:off x="3254438" y="2283450"/>
            <a:ext cx="482400" cy="5400"/>
          </a:xfrm>
          <a:prstGeom prst="straightConnector1">
            <a:avLst/>
          </a:prstGeom>
          <a:noFill/>
          <a:ln cap="flat" cmpd="sng" w="38100">
            <a:solidFill>
              <a:schemeClr val="dk1"/>
            </a:solidFill>
            <a:prstDash val="solid"/>
            <a:round/>
            <a:headEnd len="sm" w="sm" type="none"/>
            <a:tailEnd len="sm" w="sm" type="none"/>
          </a:ln>
        </p:spPr>
      </p:cxnSp>
      <p:sp>
        <p:nvSpPr>
          <p:cNvPr id="328" name="Google Shape;328;p9"/>
          <p:cNvSpPr txBox="1"/>
          <p:nvPr/>
        </p:nvSpPr>
        <p:spPr>
          <a:xfrm>
            <a:off x="5576739" y="182445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18</a:t>
            </a:r>
            <a:endParaRPr b="0" i="0" sz="2400" u="none" cap="none" strike="noStrike">
              <a:solidFill>
                <a:schemeClr val="dk1"/>
              </a:solidFill>
              <a:latin typeface="Patrick Hand"/>
              <a:ea typeface="Patrick Hand"/>
              <a:cs typeface="Patrick Hand"/>
              <a:sym typeface="Patrick Hand"/>
            </a:endParaRPr>
          </a:p>
        </p:txBody>
      </p:sp>
      <p:cxnSp>
        <p:nvCxnSpPr>
          <p:cNvPr id="329" name="Google Shape;329;p9"/>
          <p:cNvCxnSpPr/>
          <p:nvPr/>
        </p:nvCxnSpPr>
        <p:spPr>
          <a:xfrm>
            <a:off x="5625338" y="2283450"/>
            <a:ext cx="482400" cy="5400"/>
          </a:xfrm>
          <a:prstGeom prst="straightConnector1">
            <a:avLst/>
          </a:prstGeom>
          <a:noFill/>
          <a:ln cap="flat" cmpd="sng" w="38100">
            <a:solidFill>
              <a:schemeClr val="dk1"/>
            </a:solidFill>
            <a:prstDash val="solid"/>
            <a:round/>
            <a:headEnd len="sm" w="sm" type="none"/>
            <a:tailEnd len="sm" w="sm" type="none"/>
          </a:ln>
        </p:spPr>
      </p:cxnSp>
      <p:sp>
        <p:nvSpPr>
          <p:cNvPr id="330" name="Google Shape;330;p9"/>
          <p:cNvSpPr txBox="1"/>
          <p:nvPr/>
        </p:nvSpPr>
        <p:spPr>
          <a:xfrm>
            <a:off x="6156339" y="182445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12</a:t>
            </a:r>
            <a:endParaRPr b="0" i="0" sz="2400" u="none" cap="none" strike="noStrike">
              <a:solidFill>
                <a:schemeClr val="dk1"/>
              </a:solidFill>
              <a:latin typeface="Patrick Hand"/>
              <a:ea typeface="Patrick Hand"/>
              <a:cs typeface="Patrick Hand"/>
              <a:sym typeface="Patrick Hand"/>
            </a:endParaRPr>
          </a:p>
        </p:txBody>
      </p:sp>
      <p:sp>
        <p:nvSpPr>
          <p:cNvPr id="331" name="Google Shape;331;p9"/>
          <p:cNvSpPr txBox="1"/>
          <p:nvPr/>
        </p:nvSpPr>
        <p:spPr>
          <a:xfrm>
            <a:off x="6735939" y="182445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17</a:t>
            </a:r>
            <a:endParaRPr b="0" i="0" sz="2400" u="none" cap="none" strike="noStrike">
              <a:solidFill>
                <a:schemeClr val="dk1"/>
              </a:solidFill>
              <a:latin typeface="Patrick Hand"/>
              <a:ea typeface="Patrick Hand"/>
              <a:cs typeface="Patrick Hand"/>
              <a:sym typeface="Patrick Hand"/>
            </a:endParaRPr>
          </a:p>
        </p:txBody>
      </p:sp>
      <p:sp>
        <p:nvSpPr>
          <p:cNvPr id="332" name="Google Shape;332;p9"/>
          <p:cNvSpPr txBox="1"/>
          <p:nvPr/>
        </p:nvSpPr>
        <p:spPr>
          <a:xfrm>
            <a:off x="7315539" y="182445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11</a:t>
            </a:r>
            <a:endParaRPr b="0" i="0" sz="2400" u="none" cap="none" strike="noStrike">
              <a:solidFill>
                <a:schemeClr val="dk1"/>
              </a:solidFill>
              <a:latin typeface="Patrick Hand"/>
              <a:ea typeface="Patrick Hand"/>
              <a:cs typeface="Patrick Hand"/>
              <a:sym typeface="Patrick Hand"/>
            </a:endParaRPr>
          </a:p>
        </p:txBody>
      </p:sp>
      <p:cxnSp>
        <p:nvCxnSpPr>
          <p:cNvPr id="333" name="Google Shape;333;p9"/>
          <p:cNvCxnSpPr/>
          <p:nvPr/>
        </p:nvCxnSpPr>
        <p:spPr>
          <a:xfrm>
            <a:off x="6204938" y="2283450"/>
            <a:ext cx="482400" cy="5400"/>
          </a:xfrm>
          <a:prstGeom prst="straightConnector1">
            <a:avLst/>
          </a:prstGeom>
          <a:noFill/>
          <a:ln cap="flat" cmpd="sng" w="38100">
            <a:solidFill>
              <a:schemeClr val="dk1"/>
            </a:solidFill>
            <a:prstDash val="solid"/>
            <a:round/>
            <a:headEnd len="sm" w="sm" type="none"/>
            <a:tailEnd len="sm" w="sm" type="none"/>
          </a:ln>
        </p:spPr>
      </p:cxnSp>
      <p:cxnSp>
        <p:nvCxnSpPr>
          <p:cNvPr id="334" name="Google Shape;334;p9"/>
          <p:cNvCxnSpPr/>
          <p:nvPr/>
        </p:nvCxnSpPr>
        <p:spPr>
          <a:xfrm>
            <a:off x="6784538" y="2283450"/>
            <a:ext cx="482400" cy="5400"/>
          </a:xfrm>
          <a:prstGeom prst="straightConnector1">
            <a:avLst/>
          </a:prstGeom>
          <a:noFill/>
          <a:ln cap="flat" cmpd="sng" w="38100">
            <a:solidFill>
              <a:schemeClr val="dk1"/>
            </a:solidFill>
            <a:prstDash val="solid"/>
            <a:round/>
            <a:headEnd len="sm" w="sm" type="none"/>
            <a:tailEnd len="sm" w="sm" type="none"/>
          </a:ln>
        </p:spPr>
      </p:cxnSp>
      <p:cxnSp>
        <p:nvCxnSpPr>
          <p:cNvPr id="335" name="Google Shape;335;p9"/>
          <p:cNvCxnSpPr/>
          <p:nvPr/>
        </p:nvCxnSpPr>
        <p:spPr>
          <a:xfrm>
            <a:off x="7412738" y="2283450"/>
            <a:ext cx="482400" cy="5400"/>
          </a:xfrm>
          <a:prstGeom prst="straightConnector1">
            <a:avLst/>
          </a:prstGeom>
          <a:noFill/>
          <a:ln cap="flat" cmpd="sng" w="38100">
            <a:solidFill>
              <a:schemeClr val="dk1"/>
            </a:solidFill>
            <a:prstDash val="solid"/>
            <a:round/>
            <a:headEnd len="sm" w="sm" type="none"/>
            <a:tailEnd len="sm" w="sm" type="none"/>
          </a:ln>
        </p:spPr>
      </p:cxnSp>
      <p:pic>
        <p:nvPicPr>
          <p:cNvPr id="336" name="Google Shape;336;p9"/>
          <p:cNvPicPr preferRelativeResize="0"/>
          <p:nvPr/>
        </p:nvPicPr>
        <p:blipFill rotWithShape="1">
          <a:blip r:embed="rId4">
            <a:alphaModFix/>
          </a:blip>
          <a:srcRect b="7833" l="7842" r="7833" t="7842"/>
          <a:stretch/>
        </p:blipFill>
        <p:spPr>
          <a:xfrm>
            <a:off x="3736651" y="3063274"/>
            <a:ext cx="1670601" cy="1670601"/>
          </a:xfrm>
          <a:prstGeom prst="rect">
            <a:avLst/>
          </a:prstGeom>
          <a:noFill/>
          <a:ln>
            <a:noFill/>
          </a:ln>
        </p:spPr>
      </p:pic>
      <p:pic>
        <p:nvPicPr>
          <p:cNvPr id="337" name="Google Shape;337;p9"/>
          <p:cNvPicPr preferRelativeResize="0"/>
          <p:nvPr/>
        </p:nvPicPr>
        <p:blipFill>
          <a:blip r:embed="rId5">
            <a:alphaModFix/>
          </a:blip>
          <a:stretch>
            <a:fillRect/>
          </a:stretch>
        </p:blipFill>
        <p:spPr>
          <a:xfrm>
            <a:off x="8292831" y="3936763"/>
            <a:ext cx="690319" cy="728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